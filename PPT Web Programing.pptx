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26" autoAdjust="0"/>
  </p:normalViewPr>
  <p:slideViewPr>
    <p:cSldViewPr>
      <p:cViewPr varScale="1">
        <p:scale>
          <a:sx n="116" d="100"/>
          <a:sy n="116" d="100"/>
        </p:scale>
        <p:origin x="86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Blank">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dt" sz="half" idx="10"/>
          </p:nvPr>
        </p:nvSpPr>
        <p:spPr>
          <a:xfrm>
            <a:off x="4718050" y="6409690"/>
            <a:ext cx="2743200" cy="274320"/>
          </a:xfrm>
        </p:spPr>
        <p:txBody>
          <a:bodyPr vert="horz" lIns="91440" tIns="45720" rIns="91440" bIns="45720" anchor="ctr">
            <a:normAutofit/>
          </a:bodyPr>
          <a:lstStyle/>
          <a:p>
            <a:pPr marL="0" algn="ctr"/>
            <a:endParaRPr/>
          </a:p>
        </p:txBody>
      </p:sp>
      <p:sp>
        <p:nvSpPr>
          <p:cNvPr id="3" name="AutoShape 3"/>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endParaRPr/>
          </a:p>
        </p:txBody>
      </p:sp>
      <p:sp>
        <p:nvSpPr>
          <p:cNvPr id="4" name="AutoShape 4"/>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000000">
                    <a:tint val="75000"/>
                  </a:srgbClr>
                </a:solidFill>
                <a:latin typeface="Arial"/>
                <a:ea typeface="Arial"/>
              </a:rPr>
              <a:t>‹#›</a:t>
            </a:fld>
            <a:endParaRPr lang="en-US" sz="1200" b="0" i="0" u="none" baseline="0">
              <a:solidFill>
                <a:srgbClr val="000000">
                  <a:tint val="75000"/>
                </a:srgbClr>
              </a:solidFill>
              <a:latin typeface="Arial"/>
              <a:ea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1" cy="6858571"/>
            <a:chOff x="0" y="0"/>
            <a:chExt cx="12192001" cy="6858571"/>
          </a:xfrm>
        </p:grpSpPr>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rgbClr val="FFDA80"/>
            </a:solidFill>
            <a:ln cap="flat">
              <a:prstDash val="solid"/>
            </a:ln>
          </p:spPr>
          <p:txBody>
            <a:bodyPr vert="horz" lIns="91440" tIns="45720" rIns="91440" bIns="45720" anchor="ctr">
              <a:normAutofit/>
            </a:bodyPr>
            <a:lstStyle/>
            <a:p>
              <a:pPr marL="0" algn="l"/>
              <a:endParaRPr/>
            </a:p>
          </p:txBody>
        </p:sp>
        <p:sp>
          <p:nvSpPr>
            <p:cNvPr id="4" name="Freeform 4"/>
            <p:cNvSpPr/>
            <p:nvPr/>
          </p:nvSpPr>
          <p:spPr>
            <a:xfrm>
              <a:off x="8345837" y="3457662"/>
              <a:ext cx="1498663" cy="1393126"/>
            </a:xfrm>
            <a:custGeom>
              <a:avLst/>
              <a:gdLst/>
              <a:ahLst/>
              <a:cxnLst/>
              <a:rect l="l" t="t" r="r" b="b"/>
              <a:pathLst>
                <a:path w="1498663" h="1393126">
                  <a:moveTo>
                    <a:pt x="1498663" y="696563"/>
                  </a:moveTo>
                  <a:cubicBezTo>
                    <a:pt x="1498663" y="1081265"/>
                    <a:pt x="1163176" y="1393127"/>
                    <a:pt x="749332" y="1393127"/>
                  </a:cubicBezTo>
                  <a:cubicBezTo>
                    <a:pt x="335487" y="1393127"/>
                    <a:pt x="0" y="1081265"/>
                    <a:pt x="0" y="696563"/>
                  </a:cubicBezTo>
                  <a:cubicBezTo>
                    <a:pt x="0" y="311862"/>
                    <a:pt x="335487" y="0"/>
                    <a:pt x="749332" y="0"/>
                  </a:cubicBezTo>
                  <a:cubicBezTo>
                    <a:pt x="1163176" y="0"/>
                    <a:pt x="1498663" y="311862"/>
                    <a:pt x="1498663" y="696563"/>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sp>
          <p:nvSpPr>
            <p:cNvPr id="5" name="Freeform 5"/>
            <p:cNvSpPr/>
            <p:nvPr/>
          </p:nvSpPr>
          <p:spPr>
            <a:xfrm>
              <a:off x="6444322" y="2105026"/>
              <a:ext cx="5747679" cy="4752975"/>
            </a:xfrm>
            <a:custGeom>
              <a:avLst/>
              <a:gdLst/>
              <a:ahLst/>
              <a:cxnLst/>
              <a:rect l="l" t="t" r="r" b="b"/>
              <a:pathLst>
                <a:path w="5747679" h="4752975">
                  <a:moveTo>
                    <a:pt x="4311133" y="403"/>
                  </a:moveTo>
                  <a:cubicBezTo>
                    <a:pt x="4697936" y="9349"/>
                    <a:pt x="5133063" y="166873"/>
                    <a:pt x="5503933" y="420166"/>
                  </a:cubicBezTo>
                  <a:cubicBezTo>
                    <a:pt x="5571364" y="466220"/>
                    <a:pt x="5631039" y="511608"/>
                    <a:pt x="5683851" y="556204"/>
                  </a:cubicBezTo>
                  <a:lnTo>
                    <a:pt x="5747679" y="616599"/>
                  </a:lnTo>
                  <a:lnTo>
                    <a:pt x="5747679" y="4752975"/>
                  </a:lnTo>
                  <a:lnTo>
                    <a:pt x="0" y="4752975"/>
                  </a:lnTo>
                  <a:lnTo>
                    <a:pt x="31482" y="4554509"/>
                  </a:lnTo>
                  <a:cubicBezTo>
                    <a:pt x="129078" y="4130452"/>
                    <a:pt x="416846" y="3732617"/>
                    <a:pt x="1087858" y="3545129"/>
                  </a:cubicBezTo>
                  <a:cubicBezTo>
                    <a:pt x="2877224" y="3045161"/>
                    <a:pt x="4012794" y="4125201"/>
                    <a:pt x="3407481" y="1941118"/>
                  </a:cubicBezTo>
                  <a:cubicBezTo>
                    <a:pt x="3010369" y="507752"/>
                    <a:pt x="3572691" y="-16677"/>
                    <a:pt x="4311133" y="40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nvGrpSpPr>
            <p:cNvPr id="6" name="Group 6"/>
            <p:cNvGrpSpPr/>
            <p:nvPr/>
          </p:nvGrpSpPr>
          <p:grpSpPr>
            <a:xfrm>
              <a:off x="10211480" y="343483"/>
              <a:ext cx="1636369" cy="1427246"/>
              <a:chOff x="10634688" y="-6006744"/>
              <a:chExt cx="1636369" cy="1427246"/>
            </a:xfrm>
            <a:solidFill>
              <a:srgbClr val="FFCB48"/>
            </a:solidFill>
          </p:grpSpPr>
          <p:sp>
            <p:nvSpPr>
              <p:cNvPr id="7" name="Freeform 7"/>
              <p:cNvSpPr/>
              <p:nvPr/>
            </p:nvSpPr>
            <p:spPr>
              <a:xfrm>
                <a:off x="11690794" y="-6006744"/>
                <a:ext cx="580263" cy="638175"/>
              </a:xfrm>
              <a:custGeom>
                <a:avLst/>
                <a:gdLst/>
                <a:ahLst/>
                <a:cxnLst/>
                <a:rect l="l" t="t" r="r" b="b"/>
                <a:pathLst>
                  <a:path w="580263" h="638175">
                    <a:moveTo>
                      <a:pt x="580263" y="319088"/>
                    </a:moveTo>
                    <a:cubicBezTo>
                      <a:pt x="580263" y="495315"/>
                      <a:pt x="450367" y="638175"/>
                      <a:pt x="290131" y="638175"/>
                    </a:cubicBezTo>
                    <a:cubicBezTo>
                      <a:pt x="129896" y="638175"/>
                      <a:pt x="-1" y="495315"/>
                      <a:pt x="-1" y="319088"/>
                    </a:cubicBezTo>
                    <a:cubicBezTo>
                      <a:pt x="-1" y="142860"/>
                      <a:pt x="129896" y="0"/>
                      <a:pt x="290131" y="0"/>
                    </a:cubicBezTo>
                    <a:cubicBezTo>
                      <a:pt x="450366" y="0"/>
                      <a:pt x="580263" y="142860"/>
                      <a:pt x="580263" y="319088"/>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8" name="Freeform 8"/>
              <p:cNvSpPr/>
              <p:nvPr/>
            </p:nvSpPr>
            <p:spPr>
              <a:xfrm>
                <a:off x="10634688" y="-5146806"/>
                <a:ext cx="602932" cy="567308"/>
              </a:xfrm>
              <a:custGeom>
                <a:avLst/>
                <a:gdLst/>
                <a:ahLst/>
                <a:cxnLst/>
                <a:rect l="l" t="t" r="r" b="b"/>
                <a:pathLst>
                  <a:path w="602932" h="567308">
                    <a:moveTo>
                      <a:pt x="602933" y="283655"/>
                    </a:moveTo>
                    <a:cubicBezTo>
                      <a:pt x="602933" y="440313"/>
                      <a:pt x="467961" y="567309"/>
                      <a:pt x="301466" y="567309"/>
                    </a:cubicBezTo>
                    <a:cubicBezTo>
                      <a:pt x="134971" y="567309"/>
                      <a:pt x="0" y="440313"/>
                      <a:pt x="0" y="283655"/>
                    </a:cubicBezTo>
                    <a:cubicBezTo>
                      <a:pt x="0" y="126996"/>
                      <a:pt x="134971" y="0"/>
                      <a:pt x="301466" y="0"/>
                    </a:cubicBezTo>
                    <a:cubicBezTo>
                      <a:pt x="467961" y="0"/>
                      <a:pt x="602933" y="126996"/>
                      <a:pt x="602933" y="283655"/>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sp>
          <p:nvSpPr>
            <p:cNvPr id="9" name="Freeform 9"/>
            <p:cNvSpPr/>
            <p:nvPr/>
          </p:nvSpPr>
          <p:spPr>
            <a:xfrm>
              <a:off x="9021055" y="2844684"/>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nvGrpSpPr>
            <p:cNvPr id="10" name="Group 10"/>
            <p:cNvGrpSpPr/>
            <p:nvPr/>
          </p:nvGrpSpPr>
          <p:grpSpPr>
            <a:xfrm>
              <a:off x="6856762" y="3892249"/>
              <a:ext cx="5134322" cy="2965751"/>
              <a:chOff x="5365315" y="-5239314"/>
              <a:chExt cx="6253564" cy="3612261"/>
            </a:xfrm>
          </p:grpSpPr>
          <p:grpSp>
            <p:nvGrpSpPr>
              <p:cNvPr id="11" name="Group 11"/>
              <p:cNvGrpSpPr/>
              <p:nvPr/>
            </p:nvGrpSpPr>
            <p:grpSpPr>
              <a:xfrm>
                <a:off x="5365315" y="-2645085"/>
                <a:ext cx="6253564" cy="1018032"/>
                <a:chOff x="5365315" y="-2645085"/>
                <a:chExt cx="6253564" cy="1018032"/>
              </a:xfrm>
            </p:grpSpPr>
            <p:grpSp>
              <p:nvGrpSpPr>
                <p:cNvPr id="12" name="Group 12"/>
                <p:cNvGrpSpPr/>
                <p:nvPr/>
              </p:nvGrpSpPr>
              <p:grpSpPr>
                <a:xfrm>
                  <a:off x="5365315" y="-2645085"/>
                  <a:ext cx="6253564" cy="1018032"/>
                  <a:chOff x="5365315" y="-2645085"/>
                  <a:chExt cx="6253564" cy="1018032"/>
                </a:xfrm>
              </p:grpSpPr>
              <p:sp>
                <p:nvSpPr>
                  <p:cNvPr id="13" name="Freeform 13"/>
                  <p:cNvSpPr/>
                  <p:nvPr/>
                </p:nvSpPr>
                <p:spPr>
                  <a:xfrm>
                    <a:off x="5365315" y="-2645085"/>
                    <a:ext cx="1917594" cy="1017936"/>
                  </a:xfrm>
                  <a:custGeom>
                    <a:avLst/>
                    <a:gdLst/>
                    <a:ahLst/>
                    <a:cxnLst/>
                    <a:rect l="l" t="t" r="r" b="b"/>
                    <a:pathLst>
                      <a:path w="1917594" h="1017936">
                        <a:moveTo>
                          <a:pt x="1917594" y="1017937"/>
                        </a:moveTo>
                        <a:lnTo>
                          <a:pt x="210524" y="1017937"/>
                        </a:lnTo>
                        <a:cubicBezTo>
                          <a:pt x="-263155" y="459486"/>
                          <a:pt x="210524" y="0"/>
                          <a:pt x="210524" y="0"/>
                        </a:cubicBezTo>
                        <a:lnTo>
                          <a:pt x="1917594" y="0"/>
                        </a:lnTo>
                        <a:cubicBezTo>
                          <a:pt x="1917594" y="0"/>
                          <a:pt x="1443916" y="459486"/>
                          <a:pt x="1917594" y="1017937"/>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7072386" y="-2644990"/>
                    <a:ext cx="4546494" cy="1017936"/>
                  </a:xfrm>
                  <a:custGeom>
                    <a:avLst/>
                    <a:gdLst/>
                    <a:ahLst/>
                    <a:cxnLst/>
                    <a:rect l="l" t="t" r="r" b="b"/>
                    <a:pathLst>
                      <a:path w="4546494" h="1017936">
                        <a:moveTo>
                          <a:pt x="156707" y="348996"/>
                        </a:moveTo>
                        <a:cubicBezTo>
                          <a:pt x="102224" y="528542"/>
                          <a:pt x="141848" y="708565"/>
                          <a:pt x="274341" y="884968"/>
                        </a:cubicBezTo>
                        <a:lnTo>
                          <a:pt x="4480010" y="884968"/>
                        </a:lnTo>
                        <a:cubicBezTo>
                          <a:pt x="4516681" y="884968"/>
                          <a:pt x="4546495" y="914686"/>
                          <a:pt x="4546495" y="951452"/>
                        </a:cubicBezTo>
                        <a:lnTo>
                          <a:pt x="4546495" y="951452"/>
                        </a:lnTo>
                        <a:cubicBezTo>
                          <a:pt x="4546495" y="988124"/>
                          <a:pt x="4516777" y="1017937"/>
                          <a:pt x="4480010" y="1017937"/>
                        </a:cubicBezTo>
                        <a:lnTo>
                          <a:pt x="210524" y="1017937"/>
                        </a:lnTo>
                        <a:cubicBezTo>
                          <a:pt x="-263155" y="459486"/>
                          <a:pt x="210524" y="0"/>
                          <a:pt x="210524" y="0"/>
                        </a:cubicBezTo>
                        <a:lnTo>
                          <a:pt x="4480010" y="0"/>
                        </a:lnTo>
                        <a:cubicBezTo>
                          <a:pt x="4516681" y="0"/>
                          <a:pt x="4546495" y="29718"/>
                          <a:pt x="4546495" y="66485"/>
                        </a:cubicBezTo>
                        <a:lnTo>
                          <a:pt x="4546495" y="66485"/>
                        </a:lnTo>
                        <a:cubicBezTo>
                          <a:pt x="4546495" y="103156"/>
                          <a:pt x="4516777" y="132969"/>
                          <a:pt x="4480010" y="132969"/>
                        </a:cubicBezTo>
                        <a:lnTo>
                          <a:pt x="270817" y="132969"/>
                        </a:lnTo>
                        <a:cubicBezTo>
                          <a:pt x="237384" y="175355"/>
                          <a:pt x="186330" y="251365"/>
                          <a:pt x="156707" y="348996"/>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7205406" y="-2512116"/>
                    <a:ext cx="4216211" cy="752093"/>
                  </a:xfrm>
                  <a:custGeom>
                    <a:avLst/>
                    <a:gdLst/>
                    <a:ahLst/>
                    <a:cxnLst/>
                    <a:rect l="l" t="t" r="r" b="b"/>
                    <a:pathLst>
                      <a:path w="4216211" h="752093">
                        <a:moveTo>
                          <a:pt x="4216211" y="0"/>
                        </a:moveTo>
                        <a:lnTo>
                          <a:pt x="4216211" y="752094"/>
                        </a:lnTo>
                        <a:lnTo>
                          <a:pt x="141321" y="752094"/>
                        </a:lnTo>
                        <a:cubicBezTo>
                          <a:pt x="8828" y="575786"/>
                          <a:pt x="-30796" y="395669"/>
                          <a:pt x="23687" y="216122"/>
                        </a:cubicBezTo>
                        <a:cubicBezTo>
                          <a:pt x="53310" y="118491"/>
                          <a:pt x="104364" y="42481"/>
                          <a:pt x="137797" y="0"/>
                        </a:cubicBezTo>
                        <a:lnTo>
                          <a:pt x="4216211" y="0"/>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16" name="Freeform 16"/>
                <p:cNvSpPr/>
                <p:nvPr/>
              </p:nvSpPr>
              <p:spPr>
                <a:xfrm>
                  <a:off x="7953184" y="-2280945"/>
                  <a:ext cx="3197828" cy="9525"/>
                </a:xfrm>
                <a:custGeom>
                  <a:avLst/>
                  <a:gdLst/>
                  <a:ahLst/>
                  <a:cxnLst/>
                  <a:rect l="l" t="t" r="r" b="b"/>
                  <a:pathLst>
                    <a:path w="3197828" h="9525">
                      <a:moveTo>
                        <a:pt x="3197829"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7" name="Freeform 17"/>
                <p:cNvSpPr/>
                <p:nvPr/>
              </p:nvSpPr>
              <p:spPr>
                <a:xfrm>
                  <a:off x="8780144" y="-2143880"/>
                  <a:ext cx="2357723" cy="9525"/>
                </a:xfrm>
                <a:custGeom>
                  <a:avLst/>
                  <a:gdLst/>
                  <a:ahLst/>
                  <a:cxnLst/>
                  <a:rect l="l" t="t" r="r" b="b"/>
                  <a:pathLst>
                    <a:path w="2357723" h="9525">
                      <a:moveTo>
                        <a:pt x="0" y="0"/>
                      </a:moveTo>
                      <a:lnTo>
                        <a:pt x="2357724"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8" name="Freeform 18"/>
                <p:cNvSpPr/>
                <p:nvPr/>
              </p:nvSpPr>
              <p:spPr>
                <a:xfrm>
                  <a:off x="7527988" y="-1902897"/>
                  <a:ext cx="3761041" cy="9525"/>
                </a:xfrm>
                <a:custGeom>
                  <a:avLst/>
                  <a:gdLst/>
                  <a:ahLst/>
                  <a:cxnLst/>
                  <a:rect l="l" t="t" r="r" b="b"/>
                  <a:pathLst>
                    <a:path w="3761041" h="9525">
                      <a:moveTo>
                        <a:pt x="3761042"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9" name="Freeform 19"/>
                <p:cNvSpPr/>
                <p:nvPr/>
              </p:nvSpPr>
              <p:spPr>
                <a:xfrm>
                  <a:off x="8111584" y="-2287803"/>
                  <a:ext cx="430815" cy="336041"/>
                </a:xfrm>
                <a:custGeom>
                  <a:avLst/>
                  <a:gdLst/>
                  <a:ahLst/>
                  <a:cxnLst/>
                  <a:rect l="l" t="t" r="r" b="b"/>
                  <a:pathLst>
                    <a:path w="430815" h="336041">
                      <a:moveTo>
                        <a:pt x="430816" y="336042"/>
                      </a:moveTo>
                      <a:lnTo>
                        <a:pt x="255366" y="249650"/>
                      </a:lnTo>
                      <a:lnTo>
                        <a:pt x="124683" y="336042"/>
                      </a:lnTo>
                      <a:lnTo>
                        <a:pt x="0" y="0"/>
                      </a:lnTo>
                      <a:lnTo>
                        <a:pt x="306134" y="0"/>
                      </a:ln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5757385" y="-2251893"/>
                  <a:ext cx="919733" cy="225361"/>
                </a:xfrm>
                <a:custGeom>
                  <a:avLst/>
                  <a:gdLst/>
                  <a:ahLst/>
                  <a:cxnLst/>
                  <a:rect l="l" t="t" r="r" b="b"/>
                  <a:pathLst>
                    <a:path w="919733" h="225361">
                      <a:moveTo>
                        <a:pt x="919734" y="112681"/>
                      </a:moveTo>
                      <a:cubicBezTo>
                        <a:pt x="919734" y="174913"/>
                        <a:pt x="713845" y="225361"/>
                        <a:pt x="459867" y="225361"/>
                      </a:cubicBezTo>
                      <a:cubicBezTo>
                        <a:pt x="205889" y="225361"/>
                        <a:pt x="0" y="174912"/>
                        <a:pt x="0" y="112681"/>
                      </a:cubicBezTo>
                      <a:cubicBezTo>
                        <a:pt x="0" y="50449"/>
                        <a:pt x="205889" y="0"/>
                        <a:pt x="459867" y="0"/>
                      </a:cubicBezTo>
                      <a:cubicBezTo>
                        <a:pt x="713845" y="0"/>
                        <a:pt x="919734" y="50449"/>
                        <a:pt x="919734" y="112681"/>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nvGrpSpPr>
              <p:cNvPr id="21" name="Group 21"/>
              <p:cNvGrpSpPr/>
              <p:nvPr/>
            </p:nvGrpSpPr>
            <p:grpSpPr>
              <a:xfrm>
                <a:off x="6550754" y="-3503193"/>
                <a:ext cx="4401184" cy="861631"/>
                <a:chOff x="6550754" y="-3503193"/>
                <a:chExt cx="4401184" cy="861631"/>
              </a:xfrm>
            </p:grpSpPr>
            <p:grpSp>
              <p:nvGrpSpPr>
                <p:cNvPr id="22" name="Group 22"/>
                <p:cNvGrpSpPr/>
                <p:nvPr/>
              </p:nvGrpSpPr>
              <p:grpSpPr>
                <a:xfrm>
                  <a:off x="6550754" y="-3503193"/>
                  <a:ext cx="4401184" cy="861631"/>
                  <a:chOff x="6550754" y="-3503193"/>
                  <a:chExt cx="4401184" cy="861631"/>
                </a:xfrm>
              </p:grpSpPr>
              <p:sp>
                <p:nvSpPr>
                  <p:cNvPr id="23" name="Freeform 23"/>
                  <p:cNvSpPr/>
                  <p:nvPr/>
                </p:nvSpPr>
                <p:spPr>
                  <a:xfrm>
                    <a:off x="7752238"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3"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6583520" y="-3503193"/>
                    <a:ext cx="1346803" cy="861631"/>
                  </a:xfrm>
                  <a:custGeom>
                    <a:avLst/>
                    <a:gdLst/>
                    <a:ahLst/>
                    <a:cxnLst/>
                    <a:rect l="l" t="t" r="r" b="b"/>
                    <a:pathLst>
                      <a:path w="1346803" h="861631">
                        <a:moveTo>
                          <a:pt x="1346803" y="861632"/>
                        </a:moveTo>
                        <a:lnTo>
                          <a:pt x="178181" y="861632"/>
                        </a:lnTo>
                        <a:cubicBezTo>
                          <a:pt x="-222726" y="388906"/>
                          <a:pt x="178181" y="0"/>
                          <a:pt x="178181" y="0"/>
                        </a:cubicBezTo>
                        <a:lnTo>
                          <a:pt x="1346803" y="0"/>
                        </a:lnTo>
                        <a:cubicBezTo>
                          <a:pt x="1346803" y="0"/>
                          <a:pt x="945896" y="388906"/>
                          <a:pt x="1346803" y="861632"/>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8028272" y="-3503097"/>
                    <a:ext cx="2923666" cy="861536"/>
                  </a:xfrm>
                  <a:custGeom>
                    <a:avLst/>
                    <a:gdLst/>
                    <a:ahLst/>
                    <a:cxnLst/>
                    <a:rect l="l" t="t" r="r" b="b"/>
                    <a:pathLst>
                      <a:path w="2923666" h="861536">
                        <a:moveTo>
                          <a:pt x="132652" y="295370"/>
                        </a:moveTo>
                        <a:cubicBezTo>
                          <a:pt x="86551" y="447294"/>
                          <a:pt x="120078" y="599694"/>
                          <a:pt x="232188" y="748951"/>
                        </a:cubicBezTo>
                        <a:lnTo>
                          <a:pt x="2867375" y="748951"/>
                        </a:lnTo>
                        <a:cubicBezTo>
                          <a:pt x="2898426" y="748951"/>
                          <a:pt x="2923667" y="774097"/>
                          <a:pt x="2923667" y="805244"/>
                        </a:cubicBezTo>
                        <a:lnTo>
                          <a:pt x="2923667" y="805244"/>
                        </a:lnTo>
                        <a:cubicBezTo>
                          <a:pt x="2923667" y="836295"/>
                          <a:pt x="2898521" y="861536"/>
                          <a:pt x="2867375" y="861536"/>
                        </a:cubicBezTo>
                        <a:lnTo>
                          <a:pt x="178181" y="861536"/>
                        </a:lnTo>
                        <a:cubicBezTo>
                          <a:pt x="-222726" y="388906"/>
                          <a:pt x="178181" y="0"/>
                          <a:pt x="178181" y="0"/>
                        </a:cubicBezTo>
                        <a:lnTo>
                          <a:pt x="2867375" y="0"/>
                        </a:lnTo>
                        <a:cubicBezTo>
                          <a:pt x="2898426" y="0"/>
                          <a:pt x="2923667" y="25146"/>
                          <a:pt x="2923667" y="56293"/>
                        </a:cubicBezTo>
                        <a:lnTo>
                          <a:pt x="2923667" y="56293"/>
                        </a:lnTo>
                        <a:cubicBezTo>
                          <a:pt x="2923667" y="87344"/>
                          <a:pt x="2898521" y="112586"/>
                          <a:pt x="2867375" y="112586"/>
                        </a:cubicBezTo>
                        <a:lnTo>
                          <a:pt x="229235" y="112586"/>
                        </a:lnTo>
                        <a:cubicBezTo>
                          <a:pt x="200946" y="148495"/>
                          <a:pt x="157702" y="212788"/>
                          <a:pt x="132652" y="295370"/>
                        </a:cubicBez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8140881" y="-3390607"/>
                    <a:ext cx="2644085" cy="636555"/>
                  </a:xfrm>
                  <a:custGeom>
                    <a:avLst/>
                    <a:gdLst/>
                    <a:ahLst/>
                    <a:cxnLst/>
                    <a:rect l="l" t="t" r="r" b="b"/>
                    <a:pathLst>
                      <a:path w="2644085" h="636555">
                        <a:moveTo>
                          <a:pt x="2644086" y="0"/>
                        </a:moveTo>
                        <a:lnTo>
                          <a:pt x="2644086" y="636556"/>
                        </a:lnTo>
                        <a:lnTo>
                          <a:pt x="119579" y="636556"/>
                        </a:lnTo>
                        <a:cubicBezTo>
                          <a:pt x="7470" y="487299"/>
                          <a:pt x="-26058" y="334899"/>
                          <a:pt x="20043" y="182975"/>
                        </a:cubicBezTo>
                        <a:cubicBezTo>
                          <a:pt x="45094" y="100298"/>
                          <a:pt x="88337" y="36004"/>
                          <a:pt x="116626" y="0"/>
                        </a:cubicBezTo>
                        <a:lnTo>
                          <a:pt x="2644086" y="0"/>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6550754"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4"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grpSp>
            <p:sp>
              <p:nvSpPr>
                <p:cNvPr id="28" name="Freeform 28"/>
                <p:cNvSpPr/>
                <p:nvPr/>
              </p:nvSpPr>
              <p:spPr>
                <a:xfrm>
                  <a:off x="8773667" y="-3194963"/>
                  <a:ext cx="1782318" cy="9525"/>
                </a:xfrm>
                <a:custGeom>
                  <a:avLst/>
                  <a:gdLst/>
                  <a:ahLst/>
                  <a:cxnLst/>
                  <a:rect l="l" t="t" r="r" b="b"/>
                  <a:pathLst>
                    <a:path w="1782318" h="9525">
                      <a:moveTo>
                        <a:pt x="1782318"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29" name="Freeform 29"/>
                <p:cNvSpPr/>
                <p:nvPr/>
              </p:nvSpPr>
              <p:spPr>
                <a:xfrm>
                  <a:off x="9473564" y="-3078949"/>
                  <a:ext cx="1071276" cy="9525"/>
                </a:xfrm>
                <a:custGeom>
                  <a:avLst/>
                  <a:gdLst/>
                  <a:ahLst/>
                  <a:cxnLst/>
                  <a:rect l="l" t="t" r="r" b="b"/>
                  <a:pathLst>
                    <a:path w="1071276" h="9525">
                      <a:moveTo>
                        <a:pt x="0" y="0"/>
                      </a:moveTo>
                      <a:lnTo>
                        <a:pt x="107127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30" name="Freeform 30"/>
                <p:cNvSpPr/>
                <p:nvPr/>
              </p:nvSpPr>
              <p:spPr>
                <a:xfrm>
                  <a:off x="8413908" y="-2875019"/>
                  <a:ext cx="2258853" cy="9525"/>
                </a:xfrm>
                <a:custGeom>
                  <a:avLst/>
                  <a:gdLst/>
                  <a:ahLst/>
                  <a:cxnLst/>
                  <a:rect l="l" t="t" r="r" b="b"/>
                  <a:pathLst>
                    <a:path w="2258853" h="9525">
                      <a:moveTo>
                        <a:pt x="2258854"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31" name="Group 31"/>
              <p:cNvGrpSpPr/>
              <p:nvPr/>
            </p:nvGrpSpPr>
            <p:grpSpPr>
              <a:xfrm>
                <a:off x="9038137" y="-5239314"/>
                <a:ext cx="1631705" cy="1728487"/>
                <a:chOff x="9038137" y="-5239314"/>
                <a:chExt cx="1631705" cy="1728487"/>
              </a:xfrm>
            </p:grpSpPr>
            <p:grpSp>
              <p:nvGrpSpPr>
                <p:cNvPr id="32" name="Group 32"/>
                <p:cNvGrpSpPr/>
                <p:nvPr/>
              </p:nvGrpSpPr>
              <p:grpSpPr>
                <a:xfrm>
                  <a:off x="9038137" y="-5239314"/>
                  <a:ext cx="1631705" cy="1728487"/>
                  <a:chOff x="9038137" y="-5239314"/>
                  <a:chExt cx="1631705" cy="1728487"/>
                </a:xfrm>
              </p:grpSpPr>
              <p:sp>
                <p:nvSpPr>
                  <p:cNvPr id="33" name="Freeform 33"/>
                  <p:cNvSpPr/>
                  <p:nvPr/>
                </p:nvSpPr>
                <p:spPr>
                  <a:xfrm>
                    <a:off x="9099422" y="-5217209"/>
                    <a:ext cx="753808" cy="392067"/>
                  </a:xfrm>
                  <a:custGeom>
                    <a:avLst/>
                    <a:gdLst/>
                    <a:ahLst/>
                    <a:cxnLst/>
                    <a:rect l="l" t="t" r="r" b="b"/>
                    <a:pathLst>
                      <a:path w="753808" h="392067">
                        <a:moveTo>
                          <a:pt x="0" y="37426"/>
                        </a:moveTo>
                        <a:cubicBezTo>
                          <a:pt x="0" y="37426"/>
                          <a:pt x="114776" y="436142"/>
                          <a:pt x="753808" y="388041"/>
                        </a:cubicBezTo>
                        <a:cubicBezTo>
                          <a:pt x="753808" y="387946"/>
                          <a:pt x="700088" y="-143073"/>
                          <a:pt x="0" y="37426"/>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9713403" y="-5239314"/>
                    <a:ext cx="152788" cy="527399"/>
                  </a:xfrm>
                  <a:custGeom>
                    <a:avLst/>
                    <a:gdLst/>
                    <a:ahLst/>
                    <a:cxnLst/>
                    <a:rect l="l" t="t" r="r" b="b"/>
                    <a:pathLst>
                      <a:path w="152788" h="527399">
                        <a:moveTo>
                          <a:pt x="0" y="0"/>
                        </a:moveTo>
                        <a:cubicBezTo>
                          <a:pt x="0" y="0"/>
                          <a:pt x="242126" y="154876"/>
                          <a:pt x="116777" y="527399"/>
                        </a:cubicBez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35" name="Freeform 35"/>
                  <p:cNvSpPr/>
                  <p:nvPr/>
                </p:nvSpPr>
                <p:spPr>
                  <a:xfrm>
                    <a:off x="9038137" y="-4857608"/>
                    <a:ext cx="1631705" cy="1346781"/>
                  </a:xfrm>
                  <a:custGeom>
                    <a:avLst/>
                    <a:gdLst/>
                    <a:ahLst/>
                    <a:cxnLst/>
                    <a:rect l="l" t="t" r="r" b="b"/>
                    <a:pathLst>
                      <a:path w="1631705" h="1346781">
                        <a:moveTo>
                          <a:pt x="776994" y="138454"/>
                        </a:moveTo>
                        <a:cubicBezTo>
                          <a:pt x="776994" y="138454"/>
                          <a:pt x="29662" y="-226163"/>
                          <a:pt x="1278" y="410679"/>
                        </a:cubicBezTo>
                        <a:cubicBezTo>
                          <a:pt x="-27012" y="1047425"/>
                          <a:pt x="418854" y="1360512"/>
                          <a:pt x="899962" y="1346320"/>
                        </a:cubicBezTo>
                        <a:cubicBezTo>
                          <a:pt x="1381069" y="1332127"/>
                          <a:pt x="1858748" y="641089"/>
                          <a:pt x="1514610" y="173411"/>
                        </a:cubicBezTo>
                        <a:cubicBezTo>
                          <a:pt x="1243338" y="-195206"/>
                          <a:pt x="776994" y="138454"/>
                          <a:pt x="776994" y="138454"/>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grpSp>
            <p:sp>
              <p:nvSpPr>
                <p:cNvPr id="36" name="Freeform 36"/>
                <p:cNvSpPr/>
                <p:nvPr/>
              </p:nvSpPr>
              <p:spPr>
                <a:xfrm>
                  <a:off x="10044112" y="-4788306"/>
                  <a:ext cx="354711" cy="208978"/>
                </a:xfrm>
                <a:custGeom>
                  <a:avLst/>
                  <a:gdLst/>
                  <a:ahLst/>
                  <a:cxnLst/>
                  <a:rect l="l" t="t" r="r" b="b"/>
                  <a:pathLst>
                    <a:path w="354711" h="208978">
                      <a:moveTo>
                        <a:pt x="354711" y="104489"/>
                      </a:moveTo>
                      <a:cubicBezTo>
                        <a:pt x="354711" y="162197"/>
                        <a:pt x="275306" y="208979"/>
                        <a:pt x="177355" y="208979"/>
                      </a:cubicBezTo>
                      <a:cubicBezTo>
                        <a:pt x="79405" y="208979"/>
                        <a:pt x="0" y="162197"/>
                        <a:pt x="0" y="104489"/>
                      </a:cubicBezTo>
                      <a:cubicBezTo>
                        <a:pt x="0" y="46781"/>
                        <a:pt x="79405" y="0"/>
                        <a:pt x="177355" y="0"/>
                      </a:cubicBezTo>
                      <a:cubicBezTo>
                        <a:pt x="275306" y="0"/>
                        <a:pt x="354711" y="46781"/>
                        <a:pt x="354711" y="104489"/>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sp>
          <p:nvSpPr>
            <p:cNvPr id="37" name="Freeform 37"/>
            <p:cNvSpPr/>
            <p:nvPr/>
          </p:nvSpPr>
          <p:spPr>
            <a:xfrm>
              <a:off x="7813458" y="3255479"/>
              <a:ext cx="959725" cy="960911"/>
            </a:xfrm>
            <a:custGeom>
              <a:avLst/>
              <a:gdLst/>
              <a:ahLst/>
              <a:cxnLst/>
              <a:rect l="l" t="t" r="r" b="b"/>
              <a:pathLst>
                <a:path w="959725" h="960911">
                  <a:moveTo>
                    <a:pt x="705225" y="36475"/>
                  </a:moveTo>
                  <a:lnTo>
                    <a:pt x="702939" y="312319"/>
                  </a:lnTo>
                  <a:cubicBezTo>
                    <a:pt x="702843" y="324225"/>
                    <a:pt x="708558" y="335369"/>
                    <a:pt x="718369" y="342227"/>
                  </a:cubicBezTo>
                  <a:lnTo>
                    <a:pt x="944302" y="500533"/>
                  </a:lnTo>
                  <a:cubicBezTo>
                    <a:pt x="968877" y="517678"/>
                    <a:pt x="962971" y="555587"/>
                    <a:pt x="934491" y="564636"/>
                  </a:cubicBezTo>
                  <a:lnTo>
                    <a:pt x="671411" y="647694"/>
                  </a:lnTo>
                  <a:cubicBezTo>
                    <a:pt x="660076" y="651314"/>
                    <a:pt x="651218" y="660172"/>
                    <a:pt x="647694" y="671602"/>
                  </a:cubicBezTo>
                  <a:lnTo>
                    <a:pt x="567017" y="935349"/>
                  </a:lnTo>
                  <a:cubicBezTo>
                    <a:pt x="558254" y="964019"/>
                    <a:pt x="520440" y="970115"/>
                    <a:pt x="503009" y="945732"/>
                  </a:cubicBezTo>
                  <a:lnTo>
                    <a:pt x="342703" y="721227"/>
                  </a:lnTo>
                  <a:cubicBezTo>
                    <a:pt x="335750" y="711512"/>
                    <a:pt x="324510" y="705892"/>
                    <a:pt x="312699" y="706082"/>
                  </a:cubicBezTo>
                  <a:lnTo>
                    <a:pt x="36855" y="710845"/>
                  </a:lnTo>
                  <a:cubicBezTo>
                    <a:pt x="6947" y="711321"/>
                    <a:pt x="-10674" y="677317"/>
                    <a:pt x="7137" y="653219"/>
                  </a:cubicBezTo>
                  <a:lnTo>
                    <a:pt x="171158" y="431381"/>
                  </a:lnTo>
                  <a:cubicBezTo>
                    <a:pt x="178206" y="421856"/>
                    <a:pt x="180111" y="409379"/>
                    <a:pt x="176301" y="398139"/>
                  </a:cubicBezTo>
                  <a:lnTo>
                    <a:pt x="86576" y="137249"/>
                  </a:lnTo>
                  <a:cubicBezTo>
                    <a:pt x="76860" y="108960"/>
                    <a:pt x="103816" y="81719"/>
                    <a:pt x="132201" y="91244"/>
                  </a:cubicBezTo>
                  <a:lnTo>
                    <a:pt x="393852" y="178683"/>
                  </a:lnTo>
                  <a:cubicBezTo>
                    <a:pt x="405092" y="182493"/>
                    <a:pt x="417570" y="180398"/>
                    <a:pt x="427095" y="173254"/>
                  </a:cubicBezTo>
                  <a:lnTo>
                    <a:pt x="647408" y="7328"/>
                  </a:lnTo>
                  <a:cubicBezTo>
                    <a:pt x="671316" y="-10674"/>
                    <a:pt x="705510" y="6566"/>
                    <a:pt x="705225" y="36475"/>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8" name="Freeform 38"/>
            <p:cNvSpPr/>
            <p:nvPr/>
          </p:nvSpPr>
          <p:spPr>
            <a:xfrm>
              <a:off x="9462589" y="461102"/>
              <a:ext cx="494489" cy="1314545"/>
            </a:xfrm>
            <a:custGeom>
              <a:avLst/>
              <a:gdLst/>
              <a:ahLst/>
              <a:cxnLst/>
              <a:rect l="l" t="t" r="r" b="b"/>
              <a:pathLst>
                <a:path w="494489" h="1314545">
                  <a:moveTo>
                    <a:pt x="217091" y="0"/>
                  </a:moveTo>
                  <a:cubicBezTo>
                    <a:pt x="733537" y="224599"/>
                    <a:pt x="425308" y="828104"/>
                    <a:pt x="126127" y="859917"/>
                  </a:cubicBezTo>
                  <a:cubicBezTo>
                    <a:pt x="-173053" y="891730"/>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9" name="Freeform 39"/>
            <p:cNvSpPr/>
            <p:nvPr/>
          </p:nvSpPr>
          <p:spPr>
            <a:xfrm>
              <a:off x="1845906" y="782715"/>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nvGrpSpPr>
            <p:cNvPr id="40" name="Group 40"/>
            <p:cNvGrpSpPr/>
            <p:nvPr/>
          </p:nvGrpSpPr>
          <p:grpSpPr>
            <a:xfrm>
              <a:off x="1" y="1063960"/>
              <a:ext cx="5259062" cy="5794611"/>
              <a:chOff x="0" y="257633"/>
              <a:chExt cx="5990867" cy="6600938"/>
            </a:xfrm>
          </p:grpSpPr>
          <p:sp>
            <p:nvSpPr>
              <p:cNvPr id="41" name="Freeform 41"/>
              <p:cNvSpPr/>
              <p:nvPr/>
            </p:nvSpPr>
            <p:spPr>
              <a:xfrm>
                <a:off x="575595" y="257633"/>
                <a:ext cx="2406205" cy="2236469"/>
              </a:xfrm>
              <a:custGeom>
                <a:avLst/>
                <a:gdLst/>
                <a:ahLst/>
                <a:cxnLst/>
                <a:rect l="l" t="t" r="r" b="b"/>
                <a:pathLst>
                  <a:path w="2406205" h="2236470">
                    <a:moveTo>
                      <a:pt x="2406205" y="1118235"/>
                    </a:moveTo>
                    <a:cubicBezTo>
                      <a:pt x="2406205" y="1735819"/>
                      <a:pt x="1867558" y="2236470"/>
                      <a:pt x="1203103" y="2236470"/>
                    </a:cubicBezTo>
                    <a:cubicBezTo>
                      <a:pt x="538647" y="2236470"/>
                      <a:pt x="0" y="1735819"/>
                      <a:pt x="0" y="1118235"/>
                    </a:cubicBezTo>
                    <a:cubicBezTo>
                      <a:pt x="0" y="500651"/>
                      <a:pt x="538647" y="0"/>
                      <a:pt x="1203103" y="0"/>
                    </a:cubicBezTo>
                    <a:cubicBezTo>
                      <a:pt x="1867558" y="0"/>
                      <a:pt x="2406205" y="500651"/>
                      <a:pt x="2406205" y="1118235"/>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grpSp>
            <p:nvGrpSpPr>
              <p:cNvPr id="42" name="Group 42"/>
              <p:cNvGrpSpPr/>
              <p:nvPr/>
            </p:nvGrpSpPr>
            <p:grpSpPr>
              <a:xfrm>
                <a:off x="377571" y="2105025"/>
                <a:ext cx="5613296" cy="4707350"/>
                <a:chOff x="377571" y="2105025"/>
                <a:chExt cx="5613296" cy="4707350"/>
              </a:xfrm>
              <a:solidFill>
                <a:srgbClr val="FFCB48"/>
              </a:solidFill>
            </p:grpSpPr>
            <p:sp>
              <p:nvSpPr>
                <p:cNvPr id="43" name="Freeform 43"/>
                <p:cNvSpPr/>
                <p:nvPr/>
              </p:nvSpPr>
              <p:spPr>
                <a:xfrm>
                  <a:off x="377571" y="2105025"/>
                  <a:ext cx="1482090" cy="1348359"/>
                </a:xfrm>
                <a:custGeom>
                  <a:avLst/>
                  <a:gdLst/>
                  <a:ahLst/>
                  <a:cxnLst/>
                  <a:rect l="l" t="t" r="r" b="b"/>
                  <a:pathLst>
                    <a:path w="1482090" h="1348359">
                      <a:moveTo>
                        <a:pt x="1482090" y="674180"/>
                      </a:moveTo>
                      <a:cubicBezTo>
                        <a:pt x="1482090" y="1046519"/>
                        <a:pt x="1150313" y="1348359"/>
                        <a:pt x="741045" y="1348359"/>
                      </a:cubicBezTo>
                      <a:cubicBezTo>
                        <a:pt x="331777" y="1348359"/>
                        <a:pt x="0" y="1046519"/>
                        <a:pt x="0" y="674180"/>
                      </a:cubicBezTo>
                      <a:cubicBezTo>
                        <a:pt x="0" y="301840"/>
                        <a:pt x="331777" y="0"/>
                        <a:pt x="741045" y="0"/>
                      </a:cubicBezTo>
                      <a:cubicBezTo>
                        <a:pt x="1150313" y="0"/>
                        <a:pt x="1482090" y="301840"/>
                        <a:pt x="1482090" y="674180"/>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912399" y="3318031"/>
                  <a:ext cx="5078467" cy="3494343"/>
                </a:xfrm>
                <a:custGeom>
                  <a:avLst/>
                  <a:gdLst/>
                  <a:ahLst/>
                  <a:cxnLst/>
                  <a:rect l="l" t="t" r="r" b="b"/>
                  <a:pathLst>
                    <a:path w="5078467" h="3494343">
                      <a:moveTo>
                        <a:pt x="149447" y="8193"/>
                      </a:moveTo>
                      <a:cubicBezTo>
                        <a:pt x="149447" y="52294"/>
                        <a:pt x="595503" y="635415"/>
                        <a:pt x="1153001" y="272988"/>
                      </a:cubicBezTo>
                      <a:cubicBezTo>
                        <a:pt x="1710500" y="-89438"/>
                        <a:pt x="2379535" y="-173067"/>
                        <a:pt x="2421350" y="537783"/>
                      </a:cubicBezTo>
                      <a:cubicBezTo>
                        <a:pt x="2463165" y="1248634"/>
                        <a:pt x="2783777" y="1429799"/>
                        <a:pt x="2895219" y="1151003"/>
                      </a:cubicBezTo>
                      <a:cubicBezTo>
                        <a:pt x="3006757" y="872206"/>
                        <a:pt x="3427667" y="861824"/>
                        <a:pt x="3433572" y="1165957"/>
                      </a:cubicBezTo>
                      <a:cubicBezTo>
                        <a:pt x="3439382" y="1470090"/>
                        <a:pt x="3221927" y="1956341"/>
                        <a:pt x="3646265" y="1978725"/>
                      </a:cubicBezTo>
                      <a:cubicBezTo>
                        <a:pt x="4070509" y="2001014"/>
                        <a:pt x="4271486" y="1606583"/>
                        <a:pt x="4532090" y="1904335"/>
                      </a:cubicBezTo>
                      <a:cubicBezTo>
                        <a:pt x="4792599" y="2202087"/>
                        <a:pt x="4152424" y="2015968"/>
                        <a:pt x="4293870" y="2388205"/>
                      </a:cubicBezTo>
                      <a:cubicBezTo>
                        <a:pt x="4435317" y="2760347"/>
                        <a:pt x="4577429" y="2850739"/>
                        <a:pt x="4853274" y="2988661"/>
                      </a:cubicBezTo>
                      <a:cubicBezTo>
                        <a:pt x="5129118" y="3126583"/>
                        <a:pt x="5073968" y="3494343"/>
                        <a:pt x="5073968" y="3494343"/>
                      </a:cubicBezTo>
                      <a:lnTo>
                        <a:pt x="0" y="3494343"/>
                      </a:lnTo>
                      <a:cubicBezTo>
                        <a:pt x="0" y="3494343"/>
                        <a:pt x="149447" y="-19334"/>
                        <a:pt x="149447" y="819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342477" y="4379976"/>
                  <a:ext cx="300799" cy="319087"/>
                </a:xfrm>
                <a:custGeom>
                  <a:avLst/>
                  <a:gdLst/>
                  <a:ahLst/>
                  <a:cxnLst/>
                  <a:rect l="l" t="t" r="r" b="b"/>
                  <a:pathLst>
                    <a:path w="300799" h="319087">
                      <a:moveTo>
                        <a:pt x="300799" y="159544"/>
                      </a:moveTo>
                      <a:cubicBezTo>
                        <a:pt x="300799" y="247657"/>
                        <a:pt x="233463" y="319087"/>
                        <a:pt x="150400" y="319087"/>
                      </a:cubicBezTo>
                      <a:cubicBezTo>
                        <a:pt x="67336" y="319087"/>
                        <a:pt x="0" y="247657"/>
                        <a:pt x="0" y="159544"/>
                      </a:cubicBezTo>
                      <a:cubicBezTo>
                        <a:pt x="0" y="71430"/>
                        <a:pt x="67336" y="0"/>
                        <a:pt x="150400" y="0"/>
                      </a:cubicBezTo>
                      <a:cubicBezTo>
                        <a:pt x="233463" y="0"/>
                        <a:pt x="300799" y="71430"/>
                        <a:pt x="300799" y="159544"/>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grpSp>
            <p:nvGrpSpPr>
              <p:cNvPr id="46" name="Group 46"/>
              <p:cNvGrpSpPr/>
              <p:nvPr/>
            </p:nvGrpSpPr>
            <p:grpSpPr>
              <a:xfrm>
                <a:off x="2435076" y="5916549"/>
                <a:ext cx="3350122" cy="927068"/>
                <a:chOff x="2435076" y="5916549"/>
                <a:chExt cx="3350122" cy="927068"/>
              </a:xfrm>
            </p:grpSpPr>
            <p:grpSp>
              <p:nvGrpSpPr>
                <p:cNvPr id="47" name="Group 47"/>
                <p:cNvGrpSpPr/>
                <p:nvPr/>
              </p:nvGrpSpPr>
              <p:grpSpPr>
                <a:xfrm>
                  <a:off x="2435076" y="5916549"/>
                  <a:ext cx="3350122" cy="927068"/>
                  <a:chOff x="2435076" y="5916549"/>
                  <a:chExt cx="3350122" cy="927068"/>
                </a:xfrm>
              </p:grpSpPr>
              <p:sp>
                <p:nvSpPr>
                  <p:cNvPr id="48" name="Freeform 48"/>
                  <p:cNvSpPr/>
                  <p:nvPr/>
                </p:nvSpPr>
                <p:spPr>
                  <a:xfrm>
                    <a:off x="2435076" y="5916549"/>
                    <a:ext cx="3350122" cy="927068"/>
                  </a:xfrm>
                  <a:custGeom>
                    <a:avLst/>
                    <a:gdLst/>
                    <a:ahLst/>
                    <a:cxnLst/>
                    <a:rect l="l" t="t" r="r" b="b"/>
                    <a:pathLst>
                      <a:path w="3350122" h="927068">
                        <a:moveTo>
                          <a:pt x="3350122" y="866585"/>
                        </a:moveTo>
                        <a:cubicBezTo>
                          <a:pt x="3350122" y="883253"/>
                          <a:pt x="3343265" y="898398"/>
                          <a:pt x="3332406" y="909352"/>
                        </a:cubicBezTo>
                        <a:cubicBezTo>
                          <a:pt x="3321357" y="920210"/>
                          <a:pt x="3306308" y="927068"/>
                          <a:pt x="3289639" y="927068"/>
                        </a:cubicBezTo>
                        <a:lnTo>
                          <a:pt x="191728" y="927068"/>
                        </a:lnTo>
                        <a:cubicBezTo>
                          <a:pt x="-239660" y="418529"/>
                          <a:pt x="191728" y="0"/>
                          <a:pt x="191728" y="0"/>
                        </a:cubicBezTo>
                        <a:lnTo>
                          <a:pt x="3289544" y="0"/>
                        </a:lnTo>
                        <a:cubicBezTo>
                          <a:pt x="3322881" y="0"/>
                          <a:pt x="3350122" y="27146"/>
                          <a:pt x="3350122" y="60579"/>
                        </a:cubicBezTo>
                        <a:cubicBezTo>
                          <a:pt x="3350122" y="77248"/>
                          <a:pt x="3343265" y="92488"/>
                          <a:pt x="3332406" y="103346"/>
                        </a:cubicBezTo>
                        <a:cubicBezTo>
                          <a:pt x="3321357" y="114205"/>
                          <a:pt x="3306308" y="121063"/>
                          <a:pt x="3289639" y="121063"/>
                        </a:cubicBezTo>
                        <a:lnTo>
                          <a:pt x="246592" y="121063"/>
                        </a:lnTo>
                        <a:cubicBezTo>
                          <a:pt x="216302" y="159829"/>
                          <a:pt x="169630" y="228981"/>
                          <a:pt x="142769" y="317945"/>
                        </a:cubicBezTo>
                        <a:cubicBezTo>
                          <a:pt x="93239" y="481394"/>
                          <a:pt x="129244" y="645414"/>
                          <a:pt x="249926" y="806005"/>
                        </a:cubicBezTo>
                        <a:lnTo>
                          <a:pt x="3289639" y="806005"/>
                        </a:lnTo>
                        <a:cubicBezTo>
                          <a:pt x="3322976" y="806005"/>
                          <a:pt x="3350122" y="833056"/>
                          <a:pt x="3350122" y="866585"/>
                        </a:cubicBezTo>
                        <a:close/>
                      </a:path>
                    </a:pathLst>
                  </a:custGeom>
                  <a:solidFill>
                    <a:srgbClr val="FF8886"/>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2556331" y="6037707"/>
                    <a:ext cx="3049226" cy="684847"/>
                  </a:xfrm>
                  <a:custGeom>
                    <a:avLst/>
                    <a:gdLst/>
                    <a:ahLst/>
                    <a:cxnLst/>
                    <a:rect l="l" t="t" r="r" b="b"/>
                    <a:pathLst>
                      <a:path w="3049226" h="684847">
                        <a:moveTo>
                          <a:pt x="3049226" y="0"/>
                        </a:moveTo>
                        <a:lnTo>
                          <a:pt x="3049226" y="684847"/>
                        </a:lnTo>
                        <a:lnTo>
                          <a:pt x="128671" y="684847"/>
                        </a:lnTo>
                        <a:cubicBezTo>
                          <a:pt x="8084" y="524256"/>
                          <a:pt x="-28015" y="360331"/>
                          <a:pt x="21515" y="196882"/>
                        </a:cubicBezTo>
                        <a:cubicBezTo>
                          <a:pt x="48470" y="108013"/>
                          <a:pt x="94952" y="38767"/>
                          <a:pt x="125432" y="95"/>
                        </a:cubicBezTo>
                        <a:lnTo>
                          <a:pt x="3049226" y="95"/>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50" name="Freeform 50"/>
                <p:cNvSpPr/>
                <p:nvPr/>
              </p:nvSpPr>
              <p:spPr>
                <a:xfrm>
                  <a:off x="3237166" y="6248209"/>
                  <a:ext cx="2121979" cy="9525"/>
                </a:xfrm>
                <a:custGeom>
                  <a:avLst/>
                  <a:gdLst/>
                  <a:ahLst/>
                  <a:cxnLst/>
                  <a:rect l="l" t="t" r="r" b="b"/>
                  <a:pathLst>
                    <a:path w="2121979" h="9525">
                      <a:moveTo>
                        <a:pt x="2121980"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1" name="Freeform 51"/>
                <p:cNvSpPr/>
                <p:nvPr/>
              </p:nvSpPr>
              <p:spPr>
                <a:xfrm>
                  <a:off x="3990117" y="6372987"/>
                  <a:ext cx="1357026" cy="9525"/>
                </a:xfrm>
                <a:custGeom>
                  <a:avLst/>
                  <a:gdLst/>
                  <a:ahLst/>
                  <a:cxnLst/>
                  <a:rect l="l" t="t" r="r" b="b"/>
                  <a:pathLst>
                    <a:path w="1357026" h="9525">
                      <a:moveTo>
                        <a:pt x="0" y="0"/>
                      </a:moveTo>
                      <a:lnTo>
                        <a:pt x="135702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2" name="Freeform 52"/>
                <p:cNvSpPr/>
                <p:nvPr/>
              </p:nvSpPr>
              <p:spPr>
                <a:xfrm>
                  <a:off x="2849975" y="6592443"/>
                  <a:ext cx="2634805" cy="9525"/>
                </a:xfrm>
                <a:custGeom>
                  <a:avLst/>
                  <a:gdLst/>
                  <a:ahLst/>
                  <a:cxnLst/>
                  <a:rect l="l" t="t" r="r" b="b"/>
                  <a:pathLst>
                    <a:path w="2634805" h="9525">
                      <a:moveTo>
                        <a:pt x="2634806"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3" name="Freeform 53"/>
                <p:cNvSpPr/>
                <p:nvPr/>
              </p:nvSpPr>
              <p:spPr>
                <a:xfrm>
                  <a:off x="3217735" y="6237065"/>
                  <a:ext cx="328041" cy="255841"/>
                </a:xfrm>
                <a:custGeom>
                  <a:avLst/>
                  <a:gdLst/>
                  <a:ahLst/>
                  <a:cxnLst/>
                  <a:rect l="l" t="t" r="r" b="b"/>
                  <a:pathLst>
                    <a:path w="328041" h="255841">
                      <a:moveTo>
                        <a:pt x="328041" y="255842"/>
                      </a:moveTo>
                      <a:lnTo>
                        <a:pt x="194405" y="190119"/>
                      </a:lnTo>
                      <a:lnTo>
                        <a:pt x="94964" y="255842"/>
                      </a:lnTo>
                      <a:lnTo>
                        <a:pt x="0" y="0"/>
                      </a:lnTo>
                      <a:lnTo>
                        <a:pt x="233077" y="0"/>
                      </a:lnTo>
                      <a:close/>
                    </a:path>
                  </a:pathLst>
                </a:custGeom>
                <a:solidFill>
                  <a:srgbClr val="0C1A44"/>
                </a:solidFill>
                <a:ln cap="flat">
                  <a:prstDash val="solid"/>
                </a:ln>
              </p:spPr>
              <p:txBody>
                <a:bodyPr vert="horz" lIns="91440" tIns="45720" rIns="91440" bIns="45720" anchor="ctr">
                  <a:normAutofit/>
                </a:bodyPr>
                <a:lstStyle/>
                <a:p>
                  <a:pPr marL="0" algn="l"/>
                  <a:endParaRPr/>
                </a:p>
              </p:txBody>
            </p:sp>
          </p:grpSp>
          <p:grpSp>
            <p:nvGrpSpPr>
              <p:cNvPr id="54" name="Group 54"/>
              <p:cNvGrpSpPr/>
              <p:nvPr/>
            </p:nvGrpSpPr>
            <p:grpSpPr>
              <a:xfrm>
                <a:off x="2624020" y="4861325"/>
                <a:ext cx="2975250" cy="1038848"/>
                <a:chOff x="2624020" y="4861325"/>
                <a:chExt cx="2975250" cy="1038848"/>
              </a:xfrm>
            </p:grpSpPr>
            <p:sp>
              <p:nvSpPr>
                <p:cNvPr id="55" name="Freeform 55"/>
                <p:cNvSpPr/>
                <p:nvPr/>
              </p:nvSpPr>
              <p:spPr>
                <a:xfrm rot="-4846898">
                  <a:off x="2624020" y="4861325"/>
                  <a:ext cx="1038621" cy="1038621"/>
                </a:xfrm>
                <a:custGeom>
                  <a:avLst/>
                  <a:gdLst/>
                  <a:ahLst/>
                  <a:cxnLst/>
                  <a:rect l="l" t="t" r="r" b="b"/>
                  <a:pathLst>
                    <a:path w="1038621" h="1038621">
                      <a:moveTo>
                        <a:pt x="1038622" y="519311"/>
                      </a:moveTo>
                      <a:cubicBezTo>
                        <a:pt x="1038622" y="806119"/>
                        <a:pt x="806118" y="1038622"/>
                        <a:pt x="519311" y="1038622"/>
                      </a:cubicBezTo>
                      <a:cubicBezTo>
                        <a:pt x="232503" y="1038622"/>
                        <a:pt x="0" y="806119"/>
                        <a:pt x="0" y="519311"/>
                      </a:cubicBezTo>
                      <a:cubicBezTo>
                        <a:pt x="0" y="232504"/>
                        <a:pt x="232503" y="0"/>
                        <a:pt x="519311" y="0"/>
                      </a:cubicBezTo>
                      <a:cubicBezTo>
                        <a:pt x="806118" y="0"/>
                        <a:pt x="1038622" y="232504"/>
                        <a:pt x="1038622" y="519311"/>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6" name="Freeform 56"/>
                <p:cNvSpPr/>
                <p:nvPr/>
              </p:nvSpPr>
              <p:spPr>
                <a:xfrm rot="-4644133">
                  <a:off x="3938815" y="4861594"/>
                  <a:ext cx="1038579" cy="1038579"/>
                </a:xfrm>
                <a:custGeom>
                  <a:avLst/>
                  <a:gdLst/>
                  <a:ahLst/>
                  <a:cxnLst/>
                  <a:rect l="l" t="t" r="r" b="b"/>
                  <a:pathLst>
                    <a:path w="1038579" h="1038579">
                      <a:moveTo>
                        <a:pt x="1038579" y="519290"/>
                      </a:moveTo>
                      <a:cubicBezTo>
                        <a:pt x="1038579" y="806086"/>
                        <a:pt x="806085" y="1038579"/>
                        <a:pt x="519290" y="1038579"/>
                      </a:cubicBezTo>
                      <a:cubicBezTo>
                        <a:pt x="232494" y="1038579"/>
                        <a:pt x="0" y="806086"/>
                        <a:pt x="0" y="519290"/>
                      </a:cubicBezTo>
                      <a:cubicBezTo>
                        <a:pt x="0" y="232494"/>
                        <a:pt x="232494" y="0"/>
                        <a:pt x="519290" y="0"/>
                      </a:cubicBezTo>
                      <a:cubicBezTo>
                        <a:pt x="806085" y="0"/>
                        <a:pt x="1038579" y="232494"/>
                        <a:pt x="1038579" y="519290"/>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7" name="Freeform 57"/>
                <p:cNvSpPr/>
                <p:nvPr/>
              </p:nvSpPr>
              <p:spPr>
                <a:xfrm>
                  <a:off x="3662553" y="5380577"/>
                  <a:ext cx="276320" cy="9525"/>
                </a:xfrm>
                <a:custGeom>
                  <a:avLst/>
                  <a:gdLst/>
                  <a:ahLst/>
                  <a:cxnLst/>
                  <a:rect l="l" t="t" r="r" b="b"/>
                  <a:pathLst>
                    <a:path w="276320" h="9525">
                      <a:moveTo>
                        <a:pt x="0" y="0"/>
                      </a:moveTo>
                      <a:lnTo>
                        <a:pt x="27632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8" name="Freeform 58"/>
                <p:cNvSpPr/>
                <p:nvPr/>
              </p:nvSpPr>
              <p:spPr>
                <a:xfrm>
                  <a:off x="2625566" y="5423916"/>
                  <a:ext cx="1784413" cy="476059"/>
                </a:xfrm>
                <a:custGeom>
                  <a:avLst/>
                  <a:gdLst/>
                  <a:ahLst/>
                  <a:cxnLst/>
                  <a:rect l="l" t="t" r="r" b="b"/>
                  <a:pathLst>
                    <a:path w="1784413" h="476059">
                      <a:moveTo>
                        <a:pt x="0" y="0"/>
                      </a:moveTo>
                      <a:lnTo>
                        <a:pt x="1667161" y="94964"/>
                      </a:lnTo>
                      <a:cubicBezTo>
                        <a:pt x="1732979" y="98679"/>
                        <a:pt x="1784414" y="153162"/>
                        <a:pt x="1784414" y="219170"/>
                      </a:cubicBezTo>
                      <a:lnTo>
                        <a:pt x="1784414" y="476060"/>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9" name="Freeform 59"/>
                <p:cNvSpPr/>
                <p:nvPr/>
              </p:nvSpPr>
              <p:spPr>
                <a:xfrm>
                  <a:off x="4980432" y="5469159"/>
                  <a:ext cx="618838" cy="430720"/>
                </a:xfrm>
                <a:custGeom>
                  <a:avLst/>
                  <a:gdLst/>
                  <a:ahLst/>
                  <a:cxnLst/>
                  <a:rect l="l" t="t" r="r" b="b"/>
                  <a:pathLst>
                    <a:path w="618838" h="430720">
                      <a:moveTo>
                        <a:pt x="0" y="0"/>
                      </a:moveTo>
                      <a:lnTo>
                        <a:pt x="501586" y="49625"/>
                      </a:lnTo>
                      <a:cubicBezTo>
                        <a:pt x="567404" y="53340"/>
                        <a:pt x="618839" y="107823"/>
                        <a:pt x="618839" y="173831"/>
                      </a:cubicBezTo>
                      <a:lnTo>
                        <a:pt x="618839" y="430721"/>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0" name="Group 60"/>
              <p:cNvGrpSpPr/>
              <p:nvPr/>
            </p:nvGrpSpPr>
            <p:grpSpPr>
              <a:xfrm>
                <a:off x="1593913" y="3974306"/>
                <a:ext cx="625887" cy="2884265"/>
                <a:chOff x="1593913" y="3974306"/>
                <a:chExt cx="625887" cy="2884265"/>
              </a:xfrm>
            </p:grpSpPr>
            <p:sp>
              <p:nvSpPr>
                <p:cNvPr id="61" name="Freeform 61"/>
                <p:cNvSpPr/>
                <p:nvPr/>
              </p:nvSpPr>
              <p:spPr>
                <a:xfrm>
                  <a:off x="1593913" y="3974306"/>
                  <a:ext cx="625887" cy="2884265"/>
                </a:xfrm>
                <a:custGeom>
                  <a:avLst/>
                  <a:gdLst/>
                  <a:ahLst/>
                  <a:cxnLst/>
                  <a:rect l="l" t="t" r="r" b="b"/>
                  <a:pathLst>
                    <a:path w="625887" h="2884265">
                      <a:moveTo>
                        <a:pt x="0" y="0"/>
                      </a:moveTo>
                      <a:lnTo>
                        <a:pt x="625888" y="0"/>
                      </a:lnTo>
                      <a:lnTo>
                        <a:pt x="625888" y="2884265"/>
                      </a:lnTo>
                      <a:lnTo>
                        <a:pt x="0" y="2884265"/>
                      </a:ln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1778698" y="4233672"/>
                  <a:ext cx="214693" cy="2412777"/>
                </a:xfrm>
                <a:custGeom>
                  <a:avLst/>
                  <a:gdLst/>
                  <a:ahLst/>
                  <a:cxnLst/>
                  <a:rect l="l" t="t" r="r" b="b"/>
                  <a:pathLst>
                    <a:path w="214693" h="2412777">
                      <a:moveTo>
                        <a:pt x="0" y="0"/>
                      </a:moveTo>
                      <a:lnTo>
                        <a:pt x="214693" y="0"/>
                      </a:lnTo>
                      <a:lnTo>
                        <a:pt x="214693" y="2412778"/>
                      </a:lnTo>
                      <a:lnTo>
                        <a:pt x="0" y="2412778"/>
                      </a:ln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3" name="Group 63"/>
              <p:cNvGrpSpPr/>
              <p:nvPr/>
            </p:nvGrpSpPr>
            <p:grpSpPr>
              <a:xfrm>
                <a:off x="0" y="3109817"/>
                <a:ext cx="625792" cy="3748754"/>
                <a:chOff x="0" y="3109817"/>
                <a:chExt cx="625792" cy="3748754"/>
              </a:xfrm>
            </p:grpSpPr>
            <p:sp>
              <p:nvSpPr>
                <p:cNvPr id="64" name="Freeform 64"/>
                <p:cNvSpPr/>
                <p:nvPr/>
              </p:nvSpPr>
              <p:spPr>
                <a:xfrm>
                  <a:off x="0" y="3109817"/>
                  <a:ext cx="625792" cy="3748754"/>
                </a:xfrm>
                <a:custGeom>
                  <a:avLst/>
                  <a:gdLst/>
                  <a:ahLst/>
                  <a:cxnLst/>
                  <a:rect l="l" t="t" r="r" b="b"/>
                  <a:pathLst>
                    <a:path w="625792" h="3748754">
                      <a:moveTo>
                        <a:pt x="0" y="0"/>
                      </a:moveTo>
                      <a:lnTo>
                        <a:pt x="625793" y="0"/>
                      </a:lnTo>
                      <a:lnTo>
                        <a:pt x="625793" y="3748754"/>
                      </a:lnTo>
                      <a:lnTo>
                        <a:pt x="0" y="3748754"/>
                      </a:lnTo>
                      <a:close/>
                    </a:path>
                  </a:pathLst>
                </a:custGeom>
                <a:solidFill>
                  <a:srgbClr val="FF8886"/>
                </a:solidFill>
                <a:ln cap="flat">
                  <a:prstDash val="solid"/>
                </a:ln>
              </p:spPr>
              <p:txBody>
                <a:bodyPr vert="horz" lIns="91440" tIns="45720" rIns="91440" bIns="45720" anchor="ctr">
                  <a:normAutofit/>
                </a:bodyPr>
                <a:lstStyle/>
                <a:p>
                  <a:pPr marL="0" algn="l"/>
                  <a:endParaRPr/>
                </a:p>
              </p:txBody>
            </p:sp>
            <p:grpSp>
              <p:nvGrpSpPr>
                <p:cNvPr id="65" name="Group 65"/>
                <p:cNvGrpSpPr/>
                <p:nvPr/>
              </p:nvGrpSpPr>
              <p:grpSpPr>
                <a:xfrm>
                  <a:off x="0" y="3306413"/>
                  <a:ext cx="625792" cy="283083"/>
                  <a:chOff x="0" y="3306413"/>
                  <a:chExt cx="625792" cy="283083"/>
                </a:xfrm>
                <a:solidFill>
                  <a:srgbClr val="FFFFFF"/>
                </a:solidFill>
              </p:grpSpPr>
              <p:sp>
                <p:nvSpPr>
                  <p:cNvPr id="66" name="Freeform 66"/>
                  <p:cNvSpPr/>
                  <p:nvPr/>
                </p:nvSpPr>
                <p:spPr>
                  <a:xfrm>
                    <a:off x="0" y="3306413"/>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0" y="3479482"/>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grpSp>
              <p:nvGrpSpPr>
                <p:cNvPr id="68" name="Group 68"/>
                <p:cNvGrpSpPr/>
                <p:nvPr/>
              </p:nvGrpSpPr>
              <p:grpSpPr>
                <a:xfrm>
                  <a:off x="0" y="6376130"/>
                  <a:ext cx="625792" cy="283178"/>
                  <a:chOff x="0" y="6376130"/>
                  <a:chExt cx="625792" cy="283178"/>
                </a:xfrm>
                <a:solidFill>
                  <a:srgbClr val="FFFFFF"/>
                </a:solidFill>
              </p:grpSpPr>
              <p:sp>
                <p:nvSpPr>
                  <p:cNvPr id="69" name="Freeform 69"/>
                  <p:cNvSpPr/>
                  <p:nvPr/>
                </p:nvSpPr>
                <p:spPr>
                  <a:xfrm>
                    <a:off x="0" y="6376130"/>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0" y="6549294"/>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71" name="Freeform 71"/>
                <p:cNvSpPr/>
                <p:nvPr/>
              </p:nvSpPr>
              <p:spPr>
                <a:xfrm>
                  <a:off x="301847" y="3864483"/>
                  <a:ext cx="25812" cy="2180939"/>
                </a:xfrm>
                <a:custGeom>
                  <a:avLst/>
                  <a:gdLst/>
                  <a:ahLst/>
                  <a:cxnLst/>
                  <a:rect l="l" t="t" r="r" b="b"/>
                  <a:pathLst>
                    <a:path w="25812" h="2180939">
                      <a:moveTo>
                        <a:pt x="0" y="0"/>
                      </a:moveTo>
                      <a:lnTo>
                        <a:pt x="25813" y="2180939"/>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72" name="Group 72"/>
              <p:cNvGrpSpPr/>
              <p:nvPr/>
            </p:nvGrpSpPr>
            <p:grpSpPr>
              <a:xfrm>
                <a:off x="592836" y="3114389"/>
                <a:ext cx="1004506" cy="3739229"/>
                <a:chOff x="592836" y="3114389"/>
                <a:chExt cx="1004506" cy="3739229"/>
              </a:xfrm>
            </p:grpSpPr>
            <p:sp>
              <p:nvSpPr>
                <p:cNvPr id="73" name="Freeform 73"/>
                <p:cNvSpPr/>
                <p:nvPr/>
              </p:nvSpPr>
              <p:spPr>
                <a:xfrm>
                  <a:off x="592836" y="3114389"/>
                  <a:ext cx="1004506" cy="3739229"/>
                </a:xfrm>
                <a:custGeom>
                  <a:avLst/>
                  <a:gdLst/>
                  <a:ahLst/>
                  <a:cxnLst/>
                  <a:rect l="l" t="t" r="r" b="b"/>
                  <a:pathLst>
                    <a:path w="1004506" h="3739229">
                      <a:moveTo>
                        <a:pt x="0" y="0"/>
                      </a:moveTo>
                      <a:lnTo>
                        <a:pt x="1004507" y="0"/>
                      </a:lnTo>
                      <a:lnTo>
                        <a:pt x="1004507" y="3739229"/>
                      </a:lnTo>
                      <a:lnTo>
                        <a:pt x="0" y="3739229"/>
                      </a:ln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974502" y="3673411"/>
                  <a:ext cx="206502" cy="2605278"/>
                </a:xfrm>
                <a:custGeom>
                  <a:avLst/>
                  <a:gdLst/>
                  <a:ahLst/>
                  <a:cxnLst/>
                  <a:rect l="l" t="t" r="r" b="b"/>
                  <a:pathLst>
                    <a:path w="206502" h="2605278">
                      <a:moveTo>
                        <a:pt x="0" y="0"/>
                      </a:moveTo>
                      <a:lnTo>
                        <a:pt x="206502" y="0"/>
                      </a:lnTo>
                      <a:lnTo>
                        <a:pt x="206502" y="2605278"/>
                      </a:lnTo>
                      <a:lnTo>
                        <a:pt x="0" y="2605278"/>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592836" y="3114389"/>
                  <a:ext cx="1004506" cy="471487"/>
                </a:xfrm>
                <a:custGeom>
                  <a:avLst/>
                  <a:gdLst/>
                  <a:ahLst/>
                  <a:cxnLst/>
                  <a:rect l="l" t="t" r="r" b="b"/>
                  <a:pathLst>
                    <a:path w="1004506" h="471487">
                      <a:moveTo>
                        <a:pt x="0" y="0"/>
                      </a:moveTo>
                      <a:lnTo>
                        <a:pt x="1004507" y="0"/>
                      </a:lnTo>
                      <a:lnTo>
                        <a:pt x="1004507" y="471488"/>
                      </a:lnTo>
                      <a:lnTo>
                        <a:pt x="0" y="471488"/>
                      </a:ln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592836" y="6380130"/>
                  <a:ext cx="1004506" cy="473487"/>
                </a:xfrm>
                <a:custGeom>
                  <a:avLst/>
                  <a:gdLst/>
                  <a:ahLst/>
                  <a:cxnLst/>
                  <a:rect l="l" t="t" r="r" b="b"/>
                  <a:pathLst>
                    <a:path w="1004506" h="473487">
                      <a:moveTo>
                        <a:pt x="0" y="0"/>
                      </a:moveTo>
                      <a:lnTo>
                        <a:pt x="1004507" y="0"/>
                      </a:lnTo>
                      <a:lnTo>
                        <a:pt x="1004507" y="473488"/>
                      </a:lnTo>
                      <a:lnTo>
                        <a:pt x="0" y="473488"/>
                      </a:lnTo>
                      <a:close/>
                    </a:path>
                  </a:pathLst>
                </a:custGeom>
                <a:solidFill>
                  <a:srgbClr val="284499"/>
                </a:solidFill>
                <a:ln cap="flat">
                  <a:prstDash val="solid"/>
                </a:ln>
              </p:spPr>
              <p:txBody>
                <a:bodyPr vert="horz" lIns="91440" tIns="45720" rIns="91440" bIns="45720" anchor="ctr">
                  <a:normAutofit/>
                </a:bodyPr>
                <a:lstStyle/>
                <a:p>
                  <a:pPr marL="0" algn="l"/>
                  <a:endParaRPr/>
                </a:p>
              </p:txBody>
            </p:sp>
          </p:grpSp>
          <p:grpSp>
            <p:nvGrpSpPr>
              <p:cNvPr id="77" name="Group 77"/>
              <p:cNvGrpSpPr/>
              <p:nvPr/>
            </p:nvGrpSpPr>
            <p:grpSpPr>
              <a:xfrm>
                <a:off x="2051994" y="2856190"/>
                <a:ext cx="3637121" cy="897445"/>
                <a:chOff x="2051994" y="2856190"/>
                <a:chExt cx="3637121" cy="897445"/>
              </a:xfrm>
              <a:solidFill>
                <a:srgbClr val="FFFFFF"/>
              </a:solidFill>
            </p:grpSpPr>
            <p:sp>
              <p:nvSpPr>
                <p:cNvPr id="78" name="Freeform 78"/>
                <p:cNvSpPr/>
                <p:nvPr/>
              </p:nvSpPr>
              <p:spPr>
                <a:xfrm>
                  <a:off x="2051994" y="2856190"/>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9" name="Freeform 79"/>
                <p:cNvSpPr/>
                <p:nvPr/>
              </p:nvSpPr>
              <p:spPr>
                <a:xfrm>
                  <a:off x="5462087" y="3526607"/>
                  <a:ext cx="227028" cy="227028"/>
                </a:xfrm>
                <a:custGeom>
                  <a:avLst/>
                  <a:gdLst/>
                  <a:ahLst/>
                  <a:cxnLst/>
                  <a:rect l="l" t="t" r="r" b="b"/>
                  <a:pathLst>
                    <a:path w="227028" h="227028">
                      <a:moveTo>
                        <a:pt x="9358" y="125944"/>
                      </a:moveTo>
                      <a:cubicBezTo>
                        <a:pt x="63556" y="141851"/>
                        <a:pt x="85178" y="163378"/>
                        <a:pt x="101084" y="217670"/>
                      </a:cubicBezTo>
                      <a:cubicBezTo>
                        <a:pt x="104704" y="230148"/>
                        <a:pt x="122325" y="230148"/>
                        <a:pt x="125944" y="217670"/>
                      </a:cubicBezTo>
                      <a:cubicBezTo>
                        <a:pt x="141851" y="163473"/>
                        <a:pt x="163377" y="141851"/>
                        <a:pt x="217670" y="125944"/>
                      </a:cubicBezTo>
                      <a:cubicBezTo>
                        <a:pt x="230148" y="122325"/>
                        <a:pt x="230148" y="104704"/>
                        <a:pt x="217670" y="101084"/>
                      </a:cubicBezTo>
                      <a:cubicBezTo>
                        <a:pt x="163473" y="85177"/>
                        <a:pt x="141851" y="63651"/>
                        <a:pt x="125944" y="9358"/>
                      </a:cubicBezTo>
                      <a:cubicBezTo>
                        <a:pt x="122325" y="-3119"/>
                        <a:pt x="104704" y="-3119"/>
                        <a:pt x="101084" y="9358"/>
                      </a:cubicBezTo>
                      <a:cubicBezTo>
                        <a:pt x="85178" y="63556"/>
                        <a:pt x="63651" y="85177"/>
                        <a:pt x="9358" y="101084"/>
                      </a:cubicBezTo>
                      <a:cubicBezTo>
                        <a:pt x="-3119" y="104799"/>
                        <a:pt x="-3119" y="122325"/>
                        <a:pt x="9358" y="12594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80" name="Freeform 80"/>
              <p:cNvSpPr/>
              <p:nvPr/>
            </p:nvSpPr>
            <p:spPr>
              <a:xfrm>
                <a:off x="4192996" y="3254702"/>
                <a:ext cx="918219" cy="942076"/>
              </a:xfrm>
              <a:custGeom>
                <a:avLst/>
                <a:gdLst/>
                <a:ahLst/>
                <a:cxnLst/>
                <a:rect l="l" t="t" r="r" b="b"/>
                <a:pathLst>
                  <a:path w="918219" h="942076">
                    <a:moveTo>
                      <a:pt x="344713" y="8944"/>
                    </a:moveTo>
                    <a:lnTo>
                      <a:pt x="544834" y="187442"/>
                    </a:lnTo>
                    <a:cubicBezTo>
                      <a:pt x="553501" y="195157"/>
                      <a:pt x="565312" y="198110"/>
                      <a:pt x="576552" y="195348"/>
                    </a:cubicBezTo>
                    <a:lnTo>
                      <a:pt x="836965" y="131721"/>
                    </a:lnTo>
                    <a:cubicBezTo>
                      <a:pt x="865254" y="124768"/>
                      <a:pt x="889162" y="153343"/>
                      <a:pt x="877447" y="180013"/>
                    </a:cubicBezTo>
                    <a:lnTo>
                      <a:pt x="769528" y="425472"/>
                    </a:lnTo>
                    <a:cubicBezTo>
                      <a:pt x="764861" y="436044"/>
                      <a:pt x="765718" y="448236"/>
                      <a:pt x="771814" y="458047"/>
                    </a:cubicBezTo>
                    <a:lnTo>
                      <a:pt x="912879" y="686076"/>
                    </a:lnTo>
                    <a:cubicBezTo>
                      <a:pt x="928215" y="710841"/>
                      <a:pt x="908498" y="742369"/>
                      <a:pt x="879447" y="739511"/>
                    </a:cubicBezTo>
                    <a:lnTo>
                      <a:pt x="612652" y="712746"/>
                    </a:lnTo>
                    <a:cubicBezTo>
                      <a:pt x="601126" y="711603"/>
                      <a:pt x="589792" y="716175"/>
                      <a:pt x="582362" y="725033"/>
                    </a:cubicBezTo>
                    <a:lnTo>
                      <a:pt x="409102" y="929630"/>
                    </a:lnTo>
                    <a:cubicBezTo>
                      <a:pt x="390243" y="951823"/>
                      <a:pt x="354143" y="942870"/>
                      <a:pt x="347952" y="914390"/>
                    </a:cubicBezTo>
                    <a:lnTo>
                      <a:pt x="290992" y="652357"/>
                    </a:lnTo>
                    <a:cubicBezTo>
                      <a:pt x="288516" y="641023"/>
                      <a:pt x="280705" y="631688"/>
                      <a:pt x="269942" y="627307"/>
                    </a:cubicBezTo>
                    <a:lnTo>
                      <a:pt x="21816" y="525675"/>
                    </a:lnTo>
                    <a:cubicBezTo>
                      <a:pt x="-5140" y="514626"/>
                      <a:pt x="-7712" y="477478"/>
                      <a:pt x="17434" y="462810"/>
                    </a:cubicBezTo>
                    <a:lnTo>
                      <a:pt x="248987" y="327650"/>
                    </a:lnTo>
                    <a:cubicBezTo>
                      <a:pt x="258988" y="321840"/>
                      <a:pt x="265465" y="311457"/>
                      <a:pt x="266323" y="299932"/>
                    </a:cubicBezTo>
                    <a:lnTo>
                      <a:pt x="286230" y="32566"/>
                    </a:lnTo>
                    <a:cubicBezTo>
                      <a:pt x="288516" y="3514"/>
                      <a:pt x="322996" y="-10392"/>
                      <a:pt x="344713" y="8944"/>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1" name="Freeform 81"/>
              <p:cNvSpPr/>
              <p:nvPr/>
            </p:nvSpPr>
            <p:spPr>
              <a:xfrm>
                <a:off x="2573924" y="2400014"/>
                <a:ext cx="494489" cy="1314545"/>
              </a:xfrm>
              <a:custGeom>
                <a:avLst/>
                <a:gdLst/>
                <a:ahLst/>
                <a:cxnLst/>
                <a:rect l="l" t="t" r="r" b="b"/>
                <a:pathLst>
                  <a:path w="494489" h="1314545">
                    <a:moveTo>
                      <a:pt x="217091" y="0"/>
                    </a:moveTo>
                    <a:cubicBezTo>
                      <a:pt x="733537" y="224600"/>
                      <a:pt x="425308" y="828104"/>
                      <a:pt x="126128" y="859917"/>
                    </a:cubicBezTo>
                    <a:cubicBezTo>
                      <a:pt x="-173053" y="891731"/>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2" name="Freeform 82"/>
              <p:cNvSpPr/>
              <p:nvPr/>
            </p:nvSpPr>
            <p:spPr>
              <a:xfrm>
                <a:off x="2833592" y="3809809"/>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grpSp>
      <p:sp>
        <p:nvSpPr>
          <p:cNvPr id="83" name="AutoShape 83"/>
          <p:cNvSpPr>
            <a:spLocks noGrp="1"/>
          </p:cNvSpPr>
          <p:nvPr>
            <p:ph type="ctrTitle"/>
          </p:nvPr>
        </p:nvSpPr>
        <p:spPr>
          <a:xfrm>
            <a:off x="660399" y="1180512"/>
            <a:ext cx="10858500" cy="2174216"/>
          </a:xfrm>
          <a:prstGeom prst="rect">
            <a:avLst/>
          </a:prstGeom>
        </p:spPr>
        <p:txBody>
          <a:bodyPr vert="horz" wrap="square" lIns="91440" tIns="45720" rIns="91440" bIns="45720" anchor="b">
            <a:noAutofit/>
          </a:bodyPr>
          <a:lstStyle/>
          <a:p>
            <a:pPr algn="ctr">
              <a:lnSpc>
                <a:spcPct val="100000"/>
              </a:lnSpc>
              <a:spcBef>
                <a:spcPct val="0"/>
              </a:spcBef>
            </a:pPr>
            <a:r>
              <a:rPr lang="en-US" sz="7200" b="1" i="0" u="none" baseline="0">
                <a:solidFill>
                  <a:srgbClr val="000000"/>
                </a:solidFill>
                <a:latin typeface="Arial"/>
                <a:ea typeface="Arial"/>
              </a:rPr>
              <a:t>Click to add title</a:t>
            </a:r>
          </a:p>
        </p:txBody>
      </p:sp>
      <p:sp>
        <p:nvSpPr>
          <p:cNvPr id="84" name="AutoShape 84"/>
          <p:cNvSpPr>
            <a:spLocks noGrp="1"/>
          </p:cNvSpPr>
          <p:nvPr>
            <p:ph type="subTitle" sz="quarter" idx="1"/>
          </p:nvPr>
        </p:nvSpPr>
        <p:spPr>
          <a:xfrm>
            <a:off x="660399" y="3482429"/>
            <a:ext cx="10858500" cy="818697"/>
          </a:xfrm>
          <a:prstGeom prst="rect">
            <a:avLst/>
          </a:prstGeom>
          <a:noFill/>
        </p:spPr>
        <p:txBody>
          <a:bodyPr vert="horz" wrap="square" lIns="91440" tIns="45720" rIns="91440" bIns="45720" anchor="t">
            <a:normAutofit/>
          </a:bodyPr>
          <a:lstStyle/>
          <a:p>
            <a:pPr marL="0" indent="0" algn="ctr">
              <a:lnSpc>
                <a:spcPct val="100000"/>
              </a:lnSpc>
              <a:spcBef>
                <a:spcPts val="1000"/>
              </a:spcBef>
            </a:pPr>
            <a:r>
              <a:rPr lang="en-US" sz="2000" b="0" i="0" u="none" baseline="0">
                <a:solidFill>
                  <a:srgbClr val="000000"/>
                </a:solidFill>
                <a:latin typeface="Arial"/>
                <a:ea typeface="Arial"/>
              </a:rPr>
              <a:t>Click to add subtitle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3" name="AutoShape 3"/>
          <p:cNvSpPr>
            <a:spLocks noGrp="1"/>
          </p:cNvSpPr>
          <p:nvPr>
            <p:ph idx="1"/>
          </p:nvPr>
        </p:nvSpPr>
        <p:spPr>
          <a:xfrm>
            <a:off x="660400" y="1130300"/>
            <a:ext cx="10858500" cy="5003800"/>
          </a:xfrm>
        </p:spPr>
        <p:txBody>
          <a:bodyPr vert="horz" lIns="91440" tIns="45720" rIns="91440" bIns="45720" anchor="t">
            <a:normAutofit/>
          </a:bodyPr>
          <a:lstStyle/>
          <a:p>
            <a:pPr marL="228600" indent="-228600" algn="l">
              <a:lnSpc>
                <a:spcPct val="120000"/>
              </a:lnSpc>
              <a:spcBef>
                <a:spcPts val="1000"/>
              </a:spcBef>
            </a:pPr>
            <a:r>
              <a:rPr lang="en-US" sz="1800" b="0" i="0" u="none" baseline="0">
                <a:solidFill>
                  <a:srgbClr val="000000"/>
                </a:solidFill>
                <a:latin typeface="Arial"/>
                <a:ea typeface="Arial"/>
              </a:rPr>
              <a:t>Click to add text</a:t>
            </a:r>
          </a:p>
          <a:p>
            <a:pPr marL="685800" lvl="1" indent="-228600" algn="l">
              <a:lnSpc>
                <a:spcPct val="120000"/>
              </a:lnSpc>
              <a:spcBef>
                <a:spcPts val="500"/>
              </a:spcBef>
            </a:pPr>
            <a:r>
              <a:rPr lang="en-US" sz="1600" b="0" i="0" u="none" baseline="0">
                <a:solidFill>
                  <a:srgbClr val="000000"/>
                </a:solidFill>
                <a:latin typeface="Arial"/>
                <a:ea typeface="Arial"/>
              </a:rPr>
              <a:t>Second level</a:t>
            </a:r>
          </a:p>
          <a:p>
            <a:pPr marL="1143000" lvl="2" indent="-228600" algn="l">
              <a:lnSpc>
                <a:spcPct val="120000"/>
              </a:lnSpc>
              <a:spcBef>
                <a:spcPts val="500"/>
              </a:spcBef>
            </a:pPr>
            <a:r>
              <a:rPr lang="en-US" sz="1400" b="0" i="0" u="none" baseline="0">
                <a:solidFill>
                  <a:srgbClr val="000000"/>
                </a:solidFill>
                <a:latin typeface="Arial"/>
                <a:ea typeface="Arial"/>
              </a:rPr>
              <a:t>Third level</a:t>
            </a:r>
          </a:p>
          <a:p>
            <a:pPr marL="1600200" lvl="3" indent="-228600" algn="l">
              <a:lnSpc>
                <a:spcPct val="120000"/>
              </a:lnSpc>
              <a:spcBef>
                <a:spcPts val="500"/>
              </a:spcBef>
            </a:pPr>
            <a:r>
              <a:rPr lang="en-US" sz="1200" b="0" i="0" u="none" baseline="0">
                <a:solidFill>
                  <a:srgbClr val="000000"/>
                </a:solidFill>
                <a:latin typeface="Arial"/>
                <a:ea typeface="Arial"/>
              </a:rPr>
              <a:t>Fourth level</a:t>
            </a:r>
          </a:p>
          <a:p>
            <a:pPr marL="2057400" lvl="4" indent="-228600" algn="l">
              <a:lnSpc>
                <a:spcPct val="120000"/>
              </a:lnSpc>
              <a:spcBef>
                <a:spcPts val="500"/>
              </a:spcBef>
            </a:pPr>
            <a:r>
              <a:rPr lang="en-US" sz="1200" b="0" i="0" u="none" baseline="0">
                <a:solidFill>
                  <a:srgbClr val="000000"/>
                </a:solidFill>
                <a:latin typeface="Arial"/>
                <a:ea typeface="Arial"/>
              </a:rPr>
              <a:t>Fifth level</a:t>
            </a:r>
          </a:p>
        </p:txBody>
      </p:sp>
      <p:sp>
        <p:nvSpPr>
          <p:cNvPr id="4" name="AutoShape 4"/>
          <p:cNvSpPr>
            <a:spLocks noGrp="1"/>
          </p:cNvSpPr>
          <p:nvPr>
            <p:ph type="dt" sz="half" idx="10"/>
          </p:nvPr>
        </p:nvSpPr>
        <p:spPr>
          <a:xfrm>
            <a:off x="4718050" y="6409690"/>
            <a:ext cx="2743200" cy="274320"/>
          </a:xfrm>
        </p:spPr>
        <p:txBody>
          <a:bodyPr vert="horz" lIns="91440" tIns="45720" rIns="91440" bIns="45720" anchor="ctr">
            <a:normAutofit/>
          </a:bodyPr>
          <a:lstStyle/>
          <a:p>
            <a:pPr marL="0" algn="ctr"/>
            <a:endParaRPr/>
          </a:p>
        </p:txBody>
      </p:sp>
      <p:sp>
        <p:nvSpPr>
          <p:cNvPr id="5" name="AutoShape 5"/>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endParaRPr/>
          </a:p>
        </p:txBody>
      </p:sp>
      <p:sp>
        <p:nvSpPr>
          <p:cNvPr id="6" name="AutoShape 6"/>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000000">
                    <a:tint val="75000"/>
                  </a:srgbClr>
                </a:solidFill>
                <a:latin typeface="Arial"/>
                <a:ea typeface="Arial"/>
              </a:rPr>
              <a:t>‹#›</a:t>
            </a:fld>
            <a:endParaRPr lang="en-US" sz="1200" b="0" i="0" u="none" baseline="0">
              <a:solidFill>
                <a:srgbClr val="000000">
                  <a:tint val="75000"/>
                </a:srgbClr>
              </a:solidFill>
              <a:latin typeface="Arial"/>
              <a:ea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328414" y="1500189"/>
            <a:ext cx="2061861" cy="864515"/>
          </a:xfrm>
          <a:prstGeom prst="rect">
            <a:avLst/>
          </a:prstGeom>
          <a:noFill/>
        </p:spPr>
        <p:txBody>
          <a:bodyPr vert="horz" lIns="91440" tIns="45720" rIns="91440" bIns="45720" anchor="t">
            <a:normAutofit/>
          </a:bodyPr>
          <a:lstStyle/>
          <a:p>
            <a:pPr algn="r">
              <a:lnSpc>
                <a:spcPct val="100000"/>
              </a:lnSpc>
              <a:spcBef>
                <a:spcPct val="0"/>
              </a:spcBef>
            </a:pPr>
            <a:r>
              <a:rPr lang="en-US" sz="2800" b="1" i="0" u="none" baseline="0">
                <a:solidFill>
                  <a:srgbClr val="000000"/>
                </a:solidFill>
                <a:latin typeface="Arial"/>
                <a:ea typeface="Arial"/>
              </a:rPr>
              <a:t>Agenda</a:t>
            </a:r>
          </a:p>
        </p:txBody>
      </p:sp>
      <p:sp>
        <p:nvSpPr>
          <p:cNvPr id="3" name="AutoShape 3"/>
          <p:cNvSpPr>
            <a:spLocks noGrp="1"/>
          </p:cNvSpPr>
          <p:nvPr>
            <p:ph sz="quarter" idx="1"/>
          </p:nvPr>
        </p:nvSpPr>
        <p:spPr>
          <a:xfrm>
            <a:off x="3638391" y="1500189"/>
            <a:ext cx="7880509" cy="4633912"/>
          </a:xfrm>
        </p:spPr>
        <p:txBody>
          <a:bodyPr vert="horz" lIns="91440" tIns="45720" rIns="91440" bIns="45720" anchor="t">
            <a:normAutofit/>
          </a:bodyPr>
          <a:lstStyle/>
          <a:p>
            <a:pPr marL="342900" indent="-342900" algn="l">
              <a:lnSpc>
                <a:spcPct val="100000"/>
              </a:lnSpc>
              <a:spcBef>
                <a:spcPts val="1000"/>
              </a:spcBef>
            </a:pPr>
            <a:r>
              <a:rPr lang="en-US" sz="1800" b="0" i="0" u="none" baseline="0">
                <a:solidFill>
                  <a:srgbClr val="000000"/>
                </a:solidFill>
                <a:latin typeface="Arial"/>
                <a:ea typeface="Arial"/>
              </a:rPr>
              <a:t>Click to add text</a:t>
            </a:r>
          </a:p>
          <a:p>
            <a:pPr marL="800100" lvl="1" indent="-342900" algn="l">
              <a:lnSpc>
                <a:spcPct val="100000"/>
              </a:lnSpc>
              <a:spcBef>
                <a:spcPts val="500"/>
              </a:spcBef>
            </a:pPr>
            <a:r>
              <a:rPr lang="en-US" sz="1600" b="0" i="0" u="none" baseline="0">
                <a:solidFill>
                  <a:srgbClr val="000000"/>
                </a:solidFill>
                <a:latin typeface="Arial"/>
                <a:ea typeface="Arial"/>
              </a:rPr>
              <a:t>Second level</a:t>
            </a:r>
          </a:p>
          <a:p>
            <a:pPr marL="1257300" lvl="2" indent="-342900" algn="l">
              <a:lnSpc>
                <a:spcPct val="100000"/>
              </a:lnSpc>
              <a:spcBef>
                <a:spcPts val="500"/>
              </a:spcBef>
            </a:pPr>
            <a:r>
              <a:rPr lang="en-US" sz="1400" b="0" i="0" u="none" baseline="0">
                <a:solidFill>
                  <a:srgbClr val="000000"/>
                </a:solidFill>
                <a:latin typeface="Arial"/>
                <a:ea typeface="Arial"/>
              </a:rPr>
              <a:t>Third level</a:t>
            </a:r>
          </a:p>
          <a:p>
            <a:pPr marL="1600200" lvl="3" indent="-228600" algn="l">
              <a:lnSpc>
                <a:spcPct val="100000"/>
              </a:lnSpc>
              <a:spcBef>
                <a:spcPts val="500"/>
              </a:spcBef>
            </a:pPr>
            <a:r>
              <a:rPr lang="en-US" sz="1200" b="0" i="0" u="none" baseline="0">
                <a:solidFill>
                  <a:srgbClr val="000000"/>
                </a:solidFill>
                <a:latin typeface="Arial"/>
                <a:ea typeface="Arial"/>
              </a:rPr>
              <a:t>Fourth level</a:t>
            </a:r>
          </a:p>
          <a:p>
            <a:pPr marL="2057400" lvl="4" indent="-228600" algn="l">
              <a:lnSpc>
                <a:spcPct val="100000"/>
              </a:lnSpc>
              <a:spcBef>
                <a:spcPts val="500"/>
              </a:spcBef>
            </a:pPr>
            <a:r>
              <a:rPr lang="en-US" sz="1200" b="0" i="0" u="none" baseline="0">
                <a:solidFill>
                  <a:srgbClr val="000000"/>
                </a:solidFill>
                <a:latin typeface="Arial"/>
                <a:ea typeface="Arial"/>
              </a:rPr>
              <a:t>Fifth level</a:t>
            </a:r>
          </a:p>
        </p:txBody>
      </p:sp>
      <p:sp>
        <p:nvSpPr>
          <p:cNvPr id="4" name="AutoShape 4"/>
          <p:cNvSpPr>
            <a:spLocks noGrp="1"/>
          </p:cNvSpPr>
          <p:nvPr>
            <p:ph type="dt" sz="half" idx="10"/>
          </p:nvPr>
        </p:nvSpPr>
        <p:spPr>
          <a:xfrm>
            <a:off x="4718050" y="6409690"/>
            <a:ext cx="2743200" cy="274320"/>
          </a:xfrm>
        </p:spPr>
        <p:txBody>
          <a:bodyPr vert="horz" lIns="91440" tIns="45720" rIns="91440" bIns="45720" anchor="ctr">
            <a:normAutofit/>
          </a:bodyPr>
          <a:lstStyle/>
          <a:p>
            <a:pPr marL="0" algn="ctr"/>
            <a:endParaRPr/>
          </a:p>
        </p:txBody>
      </p:sp>
      <p:sp>
        <p:nvSpPr>
          <p:cNvPr id="5" name="AutoShape 5"/>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endParaRPr/>
          </a:p>
        </p:txBody>
      </p:sp>
      <p:sp>
        <p:nvSpPr>
          <p:cNvPr id="6" name="AutoShape 6"/>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000000">
                    <a:tint val="75000"/>
                  </a:srgbClr>
                </a:solidFill>
                <a:latin typeface="Arial"/>
                <a:ea typeface="Arial"/>
              </a:rPr>
              <a:t>‹#›</a:t>
            </a:fld>
            <a:endParaRPr lang="en-US" sz="1200" b="0" i="0" u="none" baseline="0">
              <a:solidFill>
                <a:srgbClr val="000000">
                  <a:tint val="75000"/>
                </a:srgbClr>
              </a:solidFill>
              <a:latin typeface="Arial"/>
              <a:ea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flipH="1">
            <a:off x="0" y="0"/>
            <a:ext cx="12192001" cy="6858571"/>
            <a:chOff x="0" y="0"/>
            <a:chExt cx="12192001" cy="6858571"/>
          </a:xfrm>
        </p:grpSpPr>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rgbClr val="FFDA80"/>
            </a:solidFill>
            <a:ln cap="flat">
              <a:prstDash val="solid"/>
            </a:ln>
          </p:spPr>
          <p:txBody>
            <a:bodyPr vert="horz" lIns="91440" tIns="45720" rIns="91440" bIns="45720" anchor="ctr">
              <a:normAutofit/>
            </a:bodyPr>
            <a:lstStyle/>
            <a:p>
              <a:pPr marL="0" algn="l"/>
              <a:endParaRPr/>
            </a:p>
          </p:txBody>
        </p:sp>
        <p:sp>
          <p:nvSpPr>
            <p:cNvPr id="4" name="Freeform 4"/>
            <p:cNvSpPr/>
            <p:nvPr/>
          </p:nvSpPr>
          <p:spPr>
            <a:xfrm>
              <a:off x="8345837" y="3457662"/>
              <a:ext cx="1498663" cy="1393126"/>
            </a:xfrm>
            <a:custGeom>
              <a:avLst/>
              <a:gdLst/>
              <a:ahLst/>
              <a:cxnLst/>
              <a:rect l="l" t="t" r="r" b="b"/>
              <a:pathLst>
                <a:path w="1498663" h="1393126">
                  <a:moveTo>
                    <a:pt x="1498663" y="696563"/>
                  </a:moveTo>
                  <a:cubicBezTo>
                    <a:pt x="1498663" y="1081265"/>
                    <a:pt x="1163176" y="1393127"/>
                    <a:pt x="749332" y="1393127"/>
                  </a:cubicBezTo>
                  <a:cubicBezTo>
                    <a:pt x="335487" y="1393127"/>
                    <a:pt x="0" y="1081265"/>
                    <a:pt x="0" y="696563"/>
                  </a:cubicBezTo>
                  <a:cubicBezTo>
                    <a:pt x="0" y="311862"/>
                    <a:pt x="335487" y="0"/>
                    <a:pt x="749332" y="0"/>
                  </a:cubicBezTo>
                  <a:cubicBezTo>
                    <a:pt x="1163176" y="0"/>
                    <a:pt x="1498663" y="311862"/>
                    <a:pt x="1498663" y="696563"/>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sp>
          <p:nvSpPr>
            <p:cNvPr id="5" name="Freeform 5"/>
            <p:cNvSpPr/>
            <p:nvPr/>
          </p:nvSpPr>
          <p:spPr>
            <a:xfrm>
              <a:off x="6444322" y="2105026"/>
              <a:ext cx="5747679" cy="4752975"/>
            </a:xfrm>
            <a:custGeom>
              <a:avLst/>
              <a:gdLst/>
              <a:ahLst/>
              <a:cxnLst/>
              <a:rect l="l" t="t" r="r" b="b"/>
              <a:pathLst>
                <a:path w="5747679" h="4752975">
                  <a:moveTo>
                    <a:pt x="4311133" y="403"/>
                  </a:moveTo>
                  <a:cubicBezTo>
                    <a:pt x="4697936" y="9349"/>
                    <a:pt x="5133063" y="166873"/>
                    <a:pt x="5503933" y="420166"/>
                  </a:cubicBezTo>
                  <a:cubicBezTo>
                    <a:pt x="5571364" y="466220"/>
                    <a:pt x="5631039" y="511608"/>
                    <a:pt x="5683851" y="556204"/>
                  </a:cubicBezTo>
                  <a:lnTo>
                    <a:pt x="5747679" y="616599"/>
                  </a:lnTo>
                  <a:lnTo>
                    <a:pt x="5747679" y="4752975"/>
                  </a:lnTo>
                  <a:lnTo>
                    <a:pt x="0" y="4752975"/>
                  </a:lnTo>
                  <a:lnTo>
                    <a:pt x="31482" y="4554509"/>
                  </a:lnTo>
                  <a:cubicBezTo>
                    <a:pt x="129078" y="4130452"/>
                    <a:pt x="416846" y="3732617"/>
                    <a:pt x="1087858" y="3545129"/>
                  </a:cubicBezTo>
                  <a:cubicBezTo>
                    <a:pt x="2877224" y="3045161"/>
                    <a:pt x="4012794" y="4125201"/>
                    <a:pt x="3407481" y="1941118"/>
                  </a:cubicBezTo>
                  <a:cubicBezTo>
                    <a:pt x="3010369" y="507752"/>
                    <a:pt x="3572691" y="-16677"/>
                    <a:pt x="4311133" y="40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nvGrpSpPr>
            <p:cNvPr id="6" name="Group 6"/>
            <p:cNvGrpSpPr/>
            <p:nvPr/>
          </p:nvGrpSpPr>
          <p:grpSpPr>
            <a:xfrm>
              <a:off x="10211480" y="343483"/>
              <a:ext cx="1636369" cy="1427246"/>
              <a:chOff x="10634688" y="-6006744"/>
              <a:chExt cx="1636369" cy="1427246"/>
            </a:xfrm>
            <a:solidFill>
              <a:srgbClr val="FFCB48"/>
            </a:solidFill>
          </p:grpSpPr>
          <p:sp>
            <p:nvSpPr>
              <p:cNvPr id="7" name="Freeform 7"/>
              <p:cNvSpPr/>
              <p:nvPr/>
            </p:nvSpPr>
            <p:spPr>
              <a:xfrm>
                <a:off x="11690794" y="-6006744"/>
                <a:ext cx="580263" cy="638175"/>
              </a:xfrm>
              <a:custGeom>
                <a:avLst/>
                <a:gdLst/>
                <a:ahLst/>
                <a:cxnLst/>
                <a:rect l="l" t="t" r="r" b="b"/>
                <a:pathLst>
                  <a:path w="580263" h="638175">
                    <a:moveTo>
                      <a:pt x="580263" y="319088"/>
                    </a:moveTo>
                    <a:cubicBezTo>
                      <a:pt x="580263" y="495315"/>
                      <a:pt x="450367" y="638175"/>
                      <a:pt x="290131" y="638175"/>
                    </a:cubicBezTo>
                    <a:cubicBezTo>
                      <a:pt x="129896" y="638175"/>
                      <a:pt x="-1" y="495315"/>
                      <a:pt x="-1" y="319088"/>
                    </a:cubicBezTo>
                    <a:cubicBezTo>
                      <a:pt x="-1" y="142860"/>
                      <a:pt x="129896" y="0"/>
                      <a:pt x="290131" y="0"/>
                    </a:cubicBezTo>
                    <a:cubicBezTo>
                      <a:pt x="450366" y="0"/>
                      <a:pt x="580263" y="142860"/>
                      <a:pt x="580263" y="319088"/>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8" name="Freeform 8"/>
              <p:cNvSpPr/>
              <p:nvPr/>
            </p:nvSpPr>
            <p:spPr>
              <a:xfrm>
                <a:off x="10634688" y="-5146806"/>
                <a:ext cx="602932" cy="567308"/>
              </a:xfrm>
              <a:custGeom>
                <a:avLst/>
                <a:gdLst/>
                <a:ahLst/>
                <a:cxnLst/>
                <a:rect l="l" t="t" r="r" b="b"/>
                <a:pathLst>
                  <a:path w="602932" h="567308">
                    <a:moveTo>
                      <a:pt x="602933" y="283655"/>
                    </a:moveTo>
                    <a:cubicBezTo>
                      <a:pt x="602933" y="440313"/>
                      <a:pt x="467961" y="567309"/>
                      <a:pt x="301466" y="567309"/>
                    </a:cubicBezTo>
                    <a:cubicBezTo>
                      <a:pt x="134971" y="567309"/>
                      <a:pt x="0" y="440313"/>
                      <a:pt x="0" y="283655"/>
                    </a:cubicBezTo>
                    <a:cubicBezTo>
                      <a:pt x="0" y="126996"/>
                      <a:pt x="134971" y="0"/>
                      <a:pt x="301466" y="0"/>
                    </a:cubicBezTo>
                    <a:cubicBezTo>
                      <a:pt x="467961" y="0"/>
                      <a:pt x="602933" y="126996"/>
                      <a:pt x="602933" y="283655"/>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sp>
          <p:nvSpPr>
            <p:cNvPr id="9" name="Freeform 9"/>
            <p:cNvSpPr/>
            <p:nvPr/>
          </p:nvSpPr>
          <p:spPr>
            <a:xfrm>
              <a:off x="9021055" y="2844684"/>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nvGrpSpPr>
            <p:cNvPr id="10" name="Group 10"/>
            <p:cNvGrpSpPr/>
            <p:nvPr/>
          </p:nvGrpSpPr>
          <p:grpSpPr>
            <a:xfrm>
              <a:off x="6856762" y="3892249"/>
              <a:ext cx="5134322" cy="2965751"/>
              <a:chOff x="5365315" y="-5239314"/>
              <a:chExt cx="6253564" cy="3612261"/>
            </a:xfrm>
          </p:grpSpPr>
          <p:grpSp>
            <p:nvGrpSpPr>
              <p:cNvPr id="11" name="Group 11"/>
              <p:cNvGrpSpPr/>
              <p:nvPr/>
            </p:nvGrpSpPr>
            <p:grpSpPr>
              <a:xfrm>
                <a:off x="5365315" y="-2645085"/>
                <a:ext cx="6253564" cy="1018032"/>
                <a:chOff x="5365315" y="-2645085"/>
                <a:chExt cx="6253564" cy="1018032"/>
              </a:xfrm>
            </p:grpSpPr>
            <p:grpSp>
              <p:nvGrpSpPr>
                <p:cNvPr id="12" name="Group 12"/>
                <p:cNvGrpSpPr/>
                <p:nvPr/>
              </p:nvGrpSpPr>
              <p:grpSpPr>
                <a:xfrm>
                  <a:off x="5365315" y="-2645085"/>
                  <a:ext cx="6253564" cy="1018032"/>
                  <a:chOff x="5365315" y="-2645085"/>
                  <a:chExt cx="6253564" cy="1018032"/>
                </a:xfrm>
              </p:grpSpPr>
              <p:sp>
                <p:nvSpPr>
                  <p:cNvPr id="13" name="Freeform 13"/>
                  <p:cNvSpPr/>
                  <p:nvPr/>
                </p:nvSpPr>
                <p:spPr>
                  <a:xfrm>
                    <a:off x="5365315" y="-2645085"/>
                    <a:ext cx="1917594" cy="1017936"/>
                  </a:xfrm>
                  <a:custGeom>
                    <a:avLst/>
                    <a:gdLst/>
                    <a:ahLst/>
                    <a:cxnLst/>
                    <a:rect l="l" t="t" r="r" b="b"/>
                    <a:pathLst>
                      <a:path w="1917594" h="1017936">
                        <a:moveTo>
                          <a:pt x="1917594" y="1017937"/>
                        </a:moveTo>
                        <a:lnTo>
                          <a:pt x="210524" y="1017937"/>
                        </a:lnTo>
                        <a:cubicBezTo>
                          <a:pt x="-263155" y="459486"/>
                          <a:pt x="210524" y="0"/>
                          <a:pt x="210524" y="0"/>
                        </a:cubicBezTo>
                        <a:lnTo>
                          <a:pt x="1917594" y="0"/>
                        </a:lnTo>
                        <a:cubicBezTo>
                          <a:pt x="1917594" y="0"/>
                          <a:pt x="1443916" y="459486"/>
                          <a:pt x="1917594" y="1017937"/>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7072386" y="-2644990"/>
                    <a:ext cx="4546494" cy="1017936"/>
                  </a:xfrm>
                  <a:custGeom>
                    <a:avLst/>
                    <a:gdLst/>
                    <a:ahLst/>
                    <a:cxnLst/>
                    <a:rect l="l" t="t" r="r" b="b"/>
                    <a:pathLst>
                      <a:path w="4546494" h="1017936">
                        <a:moveTo>
                          <a:pt x="156707" y="348996"/>
                        </a:moveTo>
                        <a:cubicBezTo>
                          <a:pt x="102224" y="528542"/>
                          <a:pt x="141848" y="708565"/>
                          <a:pt x="274341" y="884968"/>
                        </a:cubicBezTo>
                        <a:lnTo>
                          <a:pt x="4480010" y="884968"/>
                        </a:lnTo>
                        <a:cubicBezTo>
                          <a:pt x="4516681" y="884968"/>
                          <a:pt x="4546495" y="914686"/>
                          <a:pt x="4546495" y="951452"/>
                        </a:cubicBezTo>
                        <a:lnTo>
                          <a:pt x="4546495" y="951452"/>
                        </a:lnTo>
                        <a:cubicBezTo>
                          <a:pt x="4546495" y="988124"/>
                          <a:pt x="4516777" y="1017937"/>
                          <a:pt x="4480010" y="1017937"/>
                        </a:cubicBezTo>
                        <a:lnTo>
                          <a:pt x="210524" y="1017937"/>
                        </a:lnTo>
                        <a:cubicBezTo>
                          <a:pt x="-263155" y="459486"/>
                          <a:pt x="210524" y="0"/>
                          <a:pt x="210524" y="0"/>
                        </a:cubicBezTo>
                        <a:lnTo>
                          <a:pt x="4480010" y="0"/>
                        </a:lnTo>
                        <a:cubicBezTo>
                          <a:pt x="4516681" y="0"/>
                          <a:pt x="4546495" y="29718"/>
                          <a:pt x="4546495" y="66485"/>
                        </a:cubicBezTo>
                        <a:lnTo>
                          <a:pt x="4546495" y="66485"/>
                        </a:lnTo>
                        <a:cubicBezTo>
                          <a:pt x="4546495" y="103156"/>
                          <a:pt x="4516777" y="132969"/>
                          <a:pt x="4480010" y="132969"/>
                        </a:cubicBezTo>
                        <a:lnTo>
                          <a:pt x="270817" y="132969"/>
                        </a:lnTo>
                        <a:cubicBezTo>
                          <a:pt x="237384" y="175355"/>
                          <a:pt x="186330" y="251365"/>
                          <a:pt x="156707" y="348996"/>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7205406" y="-2512116"/>
                    <a:ext cx="4216211" cy="752093"/>
                  </a:xfrm>
                  <a:custGeom>
                    <a:avLst/>
                    <a:gdLst/>
                    <a:ahLst/>
                    <a:cxnLst/>
                    <a:rect l="l" t="t" r="r" b="b"/>
                    <a:pathLst>
                      <a:path w="4216211" h="752093">
                        <a:moveTo>
                          <a:pt x="4216211" y="0"/>
                        </a:moveTo>
                        <a:lnTo>
                          <a:pt x="4216211" y="752094"/>
                        </a:lnTo>
                        <a:lnTo>
                          <a:pt x="141321" y="752094"/>
                        </a:lnTo>
                        <a:cubicBezTo>
                          <a:pt x="8828" y="575786"/>
                          <a:pt x="-30796" y="395669"/>
                          <a:pt x="23687" y="216122"/>
                        </a:cubicBezTo>
                        <a:cubicBezTo>
                          <a:pt x="53310" y="118491"/>
                          <a:pt x="104364" y="42481"/>
                          <a:pt x="137797" y="0"/>
                        </a:cubicBezTo>
                        <a:lnTo>
                          <a:pt x="4216211" y="0"/>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16" name="Freeform 16"/>
                <p:cNvSpPr/>
                <p:nvPr/>
              </p:nvSpPr>
              <p:spPr>
                <a:xfrm>
                  <a:off x="7953184" y="-2280945"/>
                  <a:ext cx="3197828" cy="9525"/>
                </a:xfrm>
                <a:custGeom>
                  <a:avLst/>
                  <a:gdLst/>
                  <a:ahLst/>
                  <a:cxnLst/>
                  <a:rect l="l" t="t" r="r" b="b"/>
                  <a:pathLst>
                    <a:path w="3197828" h="9525">
                      <a:moveTo>
                        <a:pt x="3197829"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7" name="Freeform 17"/>
                <p:cNvSpPr/>
                <p:nvPr/>
              </p:nvSpPr>
              <p:spPr>
                <a:xfrm>
                  <a:off x="8780144" y="-2143880"/>
                  <a:ext cx="2357723" cy="9525"/>
                </a:xfrm>
                <a:custGeom>
                  <a:avLst/>
                  <a:gdLst/>
                  <a:ahLst/>
                  <a:cxnLst/>
                  <a:rect l="l" t="t" r="r" b="b"/>
                  <a:pathLst>
                    <a:path w="2357723" h="9525">
                      <a:moveTo>
                        <a:pt x="0" y="0"/>
                      </a:moveTo>
                      <a:lnTo>
                        <a:pt x="2357724"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8" name="Freeform 18"/>
                <p:cNvSpPr/>
                <p:nvPr/>
              </p:nvSpPr>
              <p:spPr>
                <a:xfrm>
                  <a:off x="7527988" y="-1902897"/>
                  <a:ext cx="3761041" cy="9525"/>
                </a:xfrm>
                <a:custGeom>
                  <a:avLst/>
                  <a:gdLst/>
                  <a:ahLst/>
                  <a:cxnLst/>
                  <a:rect l="l" t="t" r="r" b="b"/>
                  <a:pathLst>
                    <a:path w="3761041" h="9525">
                      <a:moveTo>
                        <a:pt x="3761042"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9" name="Freeform 19"/>
                <p:cNvSpPr/>
                <p:nvPr/>
              </p:nvSpPr>
              <p:spPr>
                <a:xfrm>
                  <a:off x="8111584" y="-2287803"/>
                  <a:ext cx="430815" cy="336041"/>
                </a:xfrm>
                <a:custGeom>
                  <a:avLst/>
                  <a:gdLst/>
                  <a:ahLst/>
                  <a:cxnLst/>
                  <a:rect l="l" t="t" r="r" b="b"/>
                  <a:pathLst>
                    <a:path w="430815" h="336041">
                      <a:moveTo>
                        <a:pt x="430816" y="336042"/>
                      </a:moveTo>
                      <a:lnTo>
                        <a:pt x="255366" y="249650"/>
                      </a:lnTo>
                      <a:lnTo>
                        <a:pt x="124683" y="336042"/>
                      </a:lnTo>
                      <a:lnTo>
                        <a:pt x="0" y="0"/>
                      </a:lnTo>
                      <a:lnTo>
                        <a:pt x="306134" y="0"/>
                      </a:ln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5757385" y="-2251893"/>
                  <a:ext cx="919733" cy="225361"/>
                </a:xfrm>
                <a:custGeom>
                  <a:avLst/>
                  <a:gdLst/>
                  <a:ahLst/>
                  <a:cxnLst/>
                  <a:rect l="l" t="t" r="r" b="b"/>
                  <a:pathLst>
                    <a:path w="919733" h="225361">
                      <a:moveTo>
                        <a:pt x="919734" y="112681"/>
                      </a:moveTo>
                      <a:cubicBezTo>
                        <a:pt x="919734" y="174913"/>
                        <a:pt x="713845" y="225361"/>
                        <a:pt x="459867" y="225361"/>
                      </a:cubicBezTo>
                      <a:cubicBezTo>
                        <a:pt x="205889" y="225361"/>
                        <a:pt x="0" y="174912"/>
                        <a:pt x="0" y="112681"/>
                      </a:cubicBezTo>
                      <a:cubicBezTo>
                        <a:pt x="0" y="50449"/>
                        <a:pt x="205889" y="0"/>
                        <a:pt x="459867" y="0"/>
                      </a:cubicBezTo>
                      <a:cubicBezTo>
                        <a:pt x="713845" y="0"/>
                        <a:pt x="919734" y="50449"/>
                        <a:pt x="919734" y="112681"/>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nvGrpSpPr>
              <p:cNvPr id="21" name="Group 21"/>
              <p:cNvGrpSpPr/>
              <p:nvPr/>
            </p:nvGrpSpPr>
            <p:grpSpPr>
              <a:xfrm>
                <a:off x="6550754" y="-3503193"/>
                <a:ext cx="4401184" cy="861631"/>
                <a:chOff x="6550754" y="-3503193"/>
                <a:chExt cx="4401184" cy="861631"/>
              </a:xfrm>
            </p:grpSpPr>
            <p:grpSp>
              <p:nvGrpSpPr>
                <p:cNvPr id="22" name="Group 22"/>
                <p:cNvGrpSpPr/>
                <p:nvPr/>
              </p:nvGrpSpPr>
              <p:grpSpPr>
                <a:xfrm>
                  <a:off x="6550754" y="-3503193"/>
                  <a:ext cx="4401184" cy="861631"/>
                  <a:chOff x="6550754" y="-3503193"/>
                  <a:chExt cx="4401184" cy="861631"/>
                </a:xfrm>
              </p:grpSpPr>
              <p:sp>
                <p:nvSpPr>
                  <p:cNvPr id="23" name="Freeform 23"/>
                  <p:cNvSpPr/>
                  <p:nvPr/>
                </p:nvSpPr>
                <p:spPr>
                  <a:xfrm>
                    <a:off x="7752238"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3"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6583520" y="-3503193"/>
                    <a:ext cx="1346803" cy="861631"/>
                  </a:xfrm>
                  <a:custGeom>
                    <a:avLst/>
                    <a:gdLst/>
                    <a:ahLst/>
                    <a:cxnLst/>
                    <a:rect l="l" t="t" r="r" b="b"/>
                    <a:pathLst>
                      <a:path w="1346803" h="861631">
                        <a:moveTo>
                          <a:pt x="1346803" y="861632"/>
                        </a:moveTo>
                        <a:lnTo>
                          <a:pt x="178181" y="861632"/>
                        </a:lnTo>
                        <a:cubicBezTo>
                          <a:pt x="-222726" y="388906"/>
                          <a:pt x="178181" y="0"/>
                          <a:pt x="178181" y="0"/>
                        </a:cubicBezTo>
                        <a:lnTo>
                          <a:pt x="1346803" y="0"/>
                        </a:lnTo>
                        <a:cubicBezTo>
                          <a:pt x="1346803" y="0"/>
                          <a:pt x="945896" y="388906"/>
                          <a:pt x="1346803" y="861632"/>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8028272" y="-3503097"/>
                    <a:ext cx="2923666" cy="861536"/>
                  </a:xfrm>
                  <a:custGeom>
                    <a:avLst/>
                    <a:gdLst/>
                    <a:ahLst/>
                    <a:cxnLst/>
                    <a:rect l="l" t="t" r="r" b="b"/>
                    <a:pathLst>
                      <a:path w="2923666" h="861536">
                        <a:moveTo>
                          <a:pt x="132652" y="295370"/>
                        </a:moveTo>
                        <a:cubicBezTo>
                          <a:pt x="86551" y="447294"/>
                          <a:pt x="120078" y="599694"/>
                          <a:pt x="232188" y="748951"/>
                        </a:cubicBezTo>
                        <a:lnTo>
                          <a:pt x="2867375" y="748951"/>
                        </a:lnTo>
                        <a:cubicBezTo>
                          <a:pt x="2898426" y="748951"/>
                          <a:pt x="2923667" y="774097"/>
                          <a:pt x="2923667" y="805244"/>
                        </a:cubicBezTo>
                        <a:lnTo>
                          <a:pt x="2923667" y="805244"/>
                        </a:lnTo>
                        <a:cubicBezTo>
                          <a:pt x="2923667" y="836295"/>
                          <a:pt x="2898521" y="861536"/>
                          <a:pt x="2867375" y="861536"/>
                        </a:cubicBezTo>
                        <a:lnTo>
                          <a:pt x="178181" y="861536"/>
                        </a:lnTo>
                        <a:cubicBezTo>
                          <a:pt x="-222726" y="388906"/>
                          <a:pt x="178181" y="0"/>
                          <a:pt x="178181" y="0"/>
                        </a:cubicBezTo>
                        <a:lnTo>
                          <a:pt x="2867375" y="0"/>
                        </a:lnTo>
                        <a:cubicBezTo>
                          <a:pt x="2898426" y="0"/>
                          <a:pt x="2923667" y="25146"/>
                          <a:pt x="2923667" y="56293"/>
                        </a:cubicBezTo>
                        <a:lnTo>
                          <a:pt x="2923667" y="56293"/>
                        </a:lnTo>
                        <a:cubicBezTo>
                          <a:pt x="2923667" y="87344"/>
                          <a:pt x="2898521" y="112586"/>
                          <a:pt x="2867375" y="112586"/>
                        </a:cubicBezTo>
                        <a:lnTo>
                          <a:pt x="229235" y="112586"/>
                        </a:lnTo>
                        <a:cubicBezTo>
                          <a:pt x="200946" y="148495"/>
                          <a:pt x="157702" y="212788"/>
                          <a:pt x="132652" y="295370"/>
                        </a:cubicBez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8140881" y="-3390607"/>
                    <a:ext cx="2644085" cy="636555"/>
                  </a:xfrm>
                  <a:custGeom>
                    <a:avLst/>
                    <a:gdLst/>
                    <a:ahLst/>
                    <a:cxnLst/>
                    <a:rect l="l" t="t" r="r" b="b"/>
                    <a:pathLst>
                      <a:path w="2644085" h="636555">
                        <a:moveTo>
                          <a:pt x="2644086" y="0"/>
                        </a:moveTo>
                        <a:lnTo>
                          <a:pt x="2644086" y="636556"/>
                        </a:lnTo>
                        <a:lnTo>
                          <a:pt x="119579" y="636556"/>
                        </a:lnTo>
                        <a:cubicBezTo>
                          <a:pt x="7470" y="487299"/>
                          <a:pt x="-26058" y="334899"/>
                          <a:pt x="20043" y="182975"/>
                        </a:cubicBezTo>
                        <a:cubicBezTo>
                          <a:pt x="45094" y="100298"/>
                          <a:pt x="88337" y="36004"/>
                          <a:pt x="116626" y="0"/>
                        </a:cubicBezTo>
                        <a:lnTo>
                          <a:pt x="2644086" y="0"/>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6550754"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4"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grpSp>
            <p:sp>
              <p:nvSpPr>
                <p:cNvPr id="28" name="Freeform 28"/>
                <p:cNvSpPr/>
                <p:nvPr/>
              </p:nvSpPr>
              <p:spPr>
                <a:xfrm>
                  <a:off x="8773667" y="-3194963"/>
                  <a:ext cx="1782318" cy="9525"/>
                </a:xfrm>
                <a:custGeom>
                  <a:avLst/>
                  <a:gdLst/>
                  <a:ahLst/>
                  <a:cxnLst/>
                  <a:rect l="l" t="t" r="r" b="b"/>
                  <a:pathLst>
                    <a:path w="1782318" h="9525">
                      <a:moveTo>
                        <a:pt x="1782318"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29" name="Freeform 29"/>
                <p:cNvSpPr/>
                <p:nvPr/>
              </p:nvSpPr>
              <p:spPr>
                <a:xfrm>
                  <a:off x="9473564" y="-3078949"/>
                  <a:ext cx="1071276" cy="9525"/>
                </a:xfrm>
                <a:custGeom>
                  <a:avLst/>
                  <a:gdLst/>
                  <a:ahLst/>
                  <a:cxnLst/>
                  <a:rect l="l" t="t" r="r" b="b"/>
                  <a:pathLst>
                    <a:path w="1071276" h="9525">
                      <a:moveTo>
                        <a:pt x="0" y="0"/>
                      </a:moveTo>
                      <a:lnTo>
                        <a:pt x="107127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30" name="Freeform 30"/>
                <p:cNvSpPr/>
                <p:nvPr/>
              </p:nvSpPr>
              <p:spPr>
                <a:xfrm>
                  <a:off x="8413908" y="-2875019"/>
                  <a:ext cx="2258853" cy="9525"/>
                </a:xfrm>
                <a:custGeom>
                  <a:avLst/>
                  <a:gdLst/>
                  <a:ahLst/>
                  <a:cxnLst/>
                  <a:rect l="l" t="t" r="r" b="b"/>
                  <a:pathLst>
                    <a:path w="2258853" h="9525">
                      <a:moveTo>
                        <a:pt x="2258854"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31" name="Group 31"/>
              <p:cNvGrpSpPr/>
              <p:nvPr/>
            </p:nvGrpSpPr>
            <p:grpSpPr>
              <a:xfrm>
                <a:off x="9038137" y="-5239314"/>
                <a:ext cx="1631705" cy="1728487"/>
                <a:chOff x="9038137" y="-5239314"/>
                <a:chExt cx="1631705" cy="1728487"/>
              </a:xfrm>
            </p:grpSpPr>
            <p:grpSp>
              <p:nvGrpSpPr>
                <p:cNvPr id="32" name="Group 32"/>
                <p:cNvGrpSpPr/>
                <p:nvPr/>
              </p:nvGrpSpPr>
              <p:grpSpPr>
                <a:xfrm>
                  <a:off x="9038137" y="-5239314"/>
                  <a:ext cx="1631705" cy="1728487"/>
                  <a:chOff x="9038137" y="-5239314"/>
                  <a:chExt cx="1631705" cy="1728487"/>
                </a:xfrm>
              </p:grpSpPr>
              <p:sp>
                <p:nvSpPr>
                  <p:cNvPr id="33" name="Freeform 33"/>
                  <p:cNvSpPr/>
                  <p:nvPr/>
                </p:nvSpPr>
                <p:spPr>
                  <a:xfrm>
                    <a:off x="9099422" y="-5217209"/>
                    <a:ext cx="753808" cy="392067"/>
                  </a:xfrm>
                  <a:custGeom>
                    <a:avLst/>
                    <a:gdLst/>
                    <a:ahLst/>
                    <a:cxnLst/>
                    <a:rect l="l" t="t" r="r" b="b"/>
                    <a:pathLst>
                      <a:path w="753808" h="392067">
                        <a:moveTo>
                          <a:pt x="0" y="37426"/>
                        </a:moveTo>
                        <a:cubicBezTo>
                          <a:pt x="0" y="37426"/>
                          <a:pt x="114776" y="436142"/>
                          <a:pt x="753808" y="388041"/>
                        </a:cubicBezTo>
                        <a:cubicBezTo>
                          <a:pt x="753808" y="387946"/>
                          <a:pt x="700088" y="-143073"/>
                          <a:pt x="0" y="37426"/>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9713403" y="-5239314"/>
                    <a:ext cx="152788" cy="527399"/>
                  </a:xfrm>
                  <a:custGeom>
                    <a:avLst/>
                    <a:gdLst/>
                    <a:ahLst/>
                    <a:cxnLst/>
                    <a:rect l="l" t="t" r="r" b="b"/>
                    <a:pathLst>
                      <a:path w="152788" h="527399">
                        <a:moveTo>
                          <a:pt x="0" y="0"/>
                        </a:moveTo>
                        <a:cubicBezTo>
                          <a:pt x="0" y="0"/>
                          <a:pt x="242126" y="154876"/>
                          <a:pt x="116777" y="527399"/>
                        </a:cubicBez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35" name="Freeform 35"/>
                  <p:cNvSpPr/>
                  <p:nvPr/>
                </p:nvSpPr>
                <p:spPr>
                  <a:xfrm>
                    <a:off x="9038137" y="-4857608"/>
                    <a:ext cx="1631705" cy="1346781"/>
                  </a:xfrm>
                  <a:custGeom>
                    <a:avLst/>
                    <a:gdLst/>
                    <a:ahLst/>
                    <a:cxnLst/>
                    <a:rect l="l" t="t" r="r" b="b"/>
                    <a:pathLst>
                      <a:path w="1631705" h="1346781">
                        <a:moveTo>
                          <a:pt x="776994" y="138454"/>
                        </a:moveTo>
                        <a:cubicBezTo>
                          <a:pt x="776994" y="138454"/>
                          <a:pt x="29662" y="-226163"/>
                          <a:pt x="1278" y="410679"/>
                        </a:cubicBezTo>
                        <a:cubicBezTo>
                          <a:pt x="-27012" y="1047425"/>
                          <a:pt x="418854" y="1360512"/>
                          <a:pt x="899962" y="1346320"/>
                        </a:cubicBezTo>
                        <a:cubicBezTo>
                          <a:pt x="1381069" y="1332127"/>
                          <a:pt x="1858748" y="641089"/>
                          <a:pt x="1514610" y="173411"/>
                        </a:cubicBezTo>
                        <a:cubicBezTo>
                          <a:pt x="1243338" y="-195206"/>
                          <a:pt x="776994" y="138454"/>
                          <a:pt x="776994" y="138454"/>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grpSp>
            <p:sp>
              <p:nvSpPr>
                <p:cNvPr id="36" name="Freeform 36"/>
                <p:cNvSpPr/>
                <p:nvPr/>
              </p:nvSpPr>
              <p:spPr>
                <a:xfrm>
                  <a:off x="10044112" y="-4788306"/>
                  <a:ext cx="354711" cy="208978"/>
                </a:xfrm>
                <a:custGeom>
                  <a:avLst/>
                  <a:gdLst/>
                  <a:ahLst/>
                  <a:cxnLst/>
                  <a:rect l="l" t="t" r="r" b="b"/>
                  <a:pathLst>
                    <a:path w="354711" h="208978">
                      <a:moveTo>
                        <a:pt x="354711" y="104489"/>
                      </a:moveTo>
                      <a:cubicBezTo>
                        <a:pt x="354711" y="162197"/>
                        <a:pt x="275306" y="208979"/>
                        <a:pt x="177355" y="208979"/>
                      </a:cubicBezTo>
                      <a:cubicBezTo>
                        <a:pt x="79405" y="208979"/>
                        <a:pt x="0" y="162197"/>
                        <a:pt x="0" y="104489"/>
                      </a:cubicBezTo>
                      <a:cubicBezTo>
                        <a:pt x="0" y="46781"/>
                        <a:pt x="79405" y="0"/>
                        <a:pt x="177355" y="0"/>
                      </a:cubicBezTo>
                      <a:cubicBezTo>
                        <a:pt x="275306" y="0"/>
                        <a:pt x="354711" y="46781"/>
                        <a:pt x="354711" y="104489"/>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sp>
          <p:nvSpPr>
            <p:cNvPr id="37" name="Freeform 37"/>
            <p:cNvSpPr/>
            <p:nvPr/>
          </p:nvSpPr>
          <p:spPr>
            <a:xfrm>
              <a:off x="7813458" y="3255479"/>
              <a:ext cx="959725" cy="960911"/>
            </a:xfrm>
            <a:custGeom>
              <a:avLst/>
              <a:gdLst/>
              <a:ahLst/>
              <a:cxnLst/>
              <a:rect l="l" t="t" r="r" b="b"/>
              <a:pathLst>
                <a:path w="959725" h="960911">
                  <a:moveTo>
                    <a:pt x="705225" y="36475"/>
                  </a:moveTo>
                  <a:lnTo>
                    <a:pt x="702939" y="312319"/>
                  </a:lnTo>
                  <a:cubicBezTo>
                    <a:pt x="702843" y="324225"/>
                    <a:pt x="708558" y="335369"/>
                    <a:pt x="718369" y="342227"/>
                  </a:cubicBezTo>
                  <a:lnTo>
                    <a:pt x="944302" y="500533"/>
                  </a:lnTo>
                  <a:cubicBezTo>
                    <a:pt x="968877" y="517678"/>
                    <a:pt x="962971" y="555587"/>
                    <a:pt x="934491" y="564636"/>
                  </a:cubicBezTo>
                  <a:lnTo>
                    <a:pt x="671411" y="647694"/>
                  </a:lnTo>
                  <a:cubicBezTo>
                    <a:pt x="660076" y="651314"/>
                    <a:pt x="651218" y="660172"/>
                    <a:pt x="647694" y="671602"/>
                  </a:cubicBezTo>
                  <a:lnTo>
                    <a:pt x="567017" y="935349"/>
                  </a:lnTo>
                  <a:cubicBezTo>
                    <a:pt x="558254" y="964019"/>
                    <a:pt x="520440" y="970115"/>
                    <a:pt x="503009" y="945732"/>
                  </a:cubicBezTo>
                  <a:lnTo>
                    <a:pt x="342703" y="721227"/>
                  </a:lnTo>
                  <a:cubicBezTo>
                    <a:pt x="335750" y="711512"/>
                    <a:pt x="324510" y="705892"/>
                    <a:pt x="312699" y="706082"/>
                  </a:cubicBezTo>
                  <a:lnTo>
                    <a:pt x="36855" y="710845"/>
                  </a:lnTo>
                  <a:cubicBezTo>
                    <a:pt x="6947" y="711321"/>
                    <a:pt x="-10674" y="677317"/>
                    <a:pt x="7137" y="653219"/>
                  </a:cubicBezTo>
                  <a:lnTo>
                    <a:pt x="171158" y="431381"/>
                  </a:lnTo>
                  <a:cubicBezTo>
                    <a:pt x="178206" y="421856"/>
                    <a:pt x="180111" y="409379"/>
                    <a:pt x="176301" y="398139"/>
                  </a:cubicBezTo>
                  <a:lnTo>
                    <a:pt x="86576" y="137249"/>
                  </a:lnTo>
                  <a:cubicBezTo>
                    <a:pt x="76860" y="108960"/>
                    <a:pt x="103816" y="81719"/>
                    <a:pt x="132201" y="91244"/>
                  </a:cubicBezTo>
                  <a:lnTo>
                    <a:pt x="393852" y="178683"/>
                  </a:lnTo>
                  <a:cubicBezTo>
                    <a:pt x="405092" y="182493"/>
                    <a:pt x="417570" y="180398"/>
                    <a:pt x="427095" y="173254"/>
                  </a:cubicBezTo>
                  <a:lnTo>
                    <a:pt x="647408" y="7328"/>
                  </a:lnTo>
                  <a:cubicBezTo>
                    <a:pt x="671316" y="-10674"/>
                    <a:pt x="705510" y="6566"/>
                    <a:pt x="705225" y="36475"/>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8" name="Freeform 38"/>
            <p:cNvSpPr/>
            <p:nvPr/>
          </p:nvSpPr>
          <p:spPr>
            <a:xfrm>
              <a:off x="9462589" y="461102"/>
              <a:ext cx="494489" cy="1314545"/>
            </a:xfrm>
            <a:custGeom>
              <a:avLst/>
              <a:gdLst/>
              <a:ahLst/>
              <a:cxnLst/>
              <a:rect l="l" t="t" r="r" b="b"/>
              <a:pathLst>
                <a:path w="494489" h="1314545">
                  <a:moveTo>
                    <a:pt x="217091" y="0"/>
                  </a:moveTo>
                  <a:cubicBezTo>
                    <a:pt x="733537" y="224599"/>
                    <a:pt x="425308" y="828104"/>
                    <a:pt x="126127" y="859917"/>
                  </a:cubicBezTo>
                  <a:cubicBezTo>
                    <a:pt x="-173053" y="891730"/>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9" name="Freeform 39"/>
            <p:cNvSpPr/>
            <p:nvPr/>
          </p:nvSpPr>
          <p:spPr>
            <a:xfrm>
              <a:off x="1845906" y="782715"/>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nvGrpSpPr>
            <p:cNvPr id="40" name="Group 40"/>
            <p:cNvGrpSpPr/>
            <p:nvPr/>
          </p:nvGrpSpPr>
          <p:grpSpPr>
            <a:xfrm>
              <a:off x="1" y="1063960"/>
              <a:ext cx="5259062" cy="5794611"/>
              <a:chOff x="0" y="257633"/>
              <a:chExt cx="5990867" cy="6600938"/>
            </a:xfrm>
          </p:grpSpPr>
          <p:sp>
            <p:nvSpPr>
              <p:cNvPr id="41" name="Freeform 41"/>
              <p:cNvSpPr/>
              <p:nvPr/>
            </p:nvSpPr>
            <p:spPr>
              <a:xfrm>
                <a:off x="575595" y="257633"/>
                <a:ext cx="2406205" cy="2236469"/>
              </a:xfrm>
              <a:custGeom>
                <a:avLst/>
                <a:gdLst/>
                <a:ahLst/>
                <a:cxnLst/>
                <a:rect l="l" t="t" r="r" b="b"/>
                <a:pathLst>
                  <a:path w="2406205" h="2236470">
                    <a:moveTo>
                      <a:pt x="2406205" y="1118235"/>
                    </a:moveTo>
                    <a:cubicBezTo>
                      <a:pt x="2406205" y="1735819"/>
                      <a:pt x="1867558" y="2236470"/>
                      <a:pt x="1203103" y="2236470"/>
                    </a:cubicBezTo>
                    <a:cubicBezTo>
                      <a:pt x="538647" y="2236470"/>
                      <a:pt x="0" y="1735819"/>
                      <a:pt x="0" y="1118235"/>
                    </a:cubicBezTo>
                    <a:cubicBezTo>
                      <a:pt x="0" y="500651"/>
                      <a:pt x="538647" y="0"/>
                      <a:pt x="1203103" y="0"/>
                    </a:cubicBezTo>
                    <a:cubicBezTo>
                      <a:pt x="1867558" y="0"/>
                      <a:pt x="2406205" y="500651"/>
                      <a:pt x="2406205" y="1118235"/>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grpSp>
            <p:nvGrpSpPr>
              <p:cNvPr id="42" name="Group 42"/>
              <p:cNvGrpSpPr/>
              <p:nvPr/>
            </p:nvGrpSpPr>
            <p:grpSpPr>
              <a:xfrm>
                <a:off x="377571" y="2105025"/>
                <a:ext cx="5613296" cy="4707350"/>
                <a:chOff x="377571" y="2105025"/>
                <a:chExt cx="5613296" cy="4707350"/>
              </a:xfrm>
              <a:solidFill>
                <a:srgbClr val="FFCB48"/>
              </a:solidFill>
            </p:grpSpPr>
            <p:sp>
              <p:nvSpPr>
                <p:cNvPr id="43" name="Freeform 43"/>
                <p:cNvSpPr/>
                <p:nvPr/>
              </p:nvSpPr>
              <p:spPr>
                <a:xfrm>
                  <a:off x="377571" y="2105025"/>
                  <a:ext cx="1482090" cy="1348359"/>
                </a:xfrm>
                <a:custGeom>
                  <a:avLst/>
                  <a:gdLst/>
                  <a:ahLst/>
                  <a:cxnLst/>
                  <a:rect l="l" t="t" r="r" b="b"/>
                  <a:pathLst>
                    <a:path w="1482090" h="1348359">
                      <a:moveTo>
                        <a:pt x="1482090" y="674180"/>
                      </a:moveTo>
                      <a:cubicBezTo>
                        <a:pt x="1482090" y="1046519"/>
                        <a:pt x="1150313" y="1348359"/>
                        <a:pt x="741045" y="1348359"/>
                      </a:cubicBezTo>
                      <a:cubicBezTo>
                        <a:pt x="331777" y="1348359"/>
                        <a:pt x="0" y="1046519"/>
                        <a:pt x="0" y="674180"/>
                      </a:cubicBezTo>
                      <a:cubicBezTo>
                        <a:pt x="0" y="301840"/>
                        <a:pt x="331777" y="0"/>
                        <a:pt x="741045" y="0"/>
                      </a:cubicBezTo>
                      <a:cubicBezTo>
                        <a:pt x="1150313" y="0"/>
                        <a:pt x="1482090" y="301840"/>
                        <a:pt x="1482090" y="674180"/>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912399" y="3318031"/>
                  <a:ext cx="5078467" cy="3494343"/>
                </a:xfrm>
                <a:custGeom>
                  <a:avLst/>
                  <a:gdLst/>
                  <a:ahLst/>
                  <a:cxnLst/>
                  <a:rect l="l" t="t" r="r" b="b"/>
                  <a:pathLst>
                    <a:path w="5078467" h="3494343">
                      <a:moveTo>
                        <a:pt x="149447" y="8193"/>
                      </a:moveTo>
                      <a:cubicBezTo>
                        <a:pt x="149447" y="52294"/>
                        <a:pt x="595503" y="635415"/>
                        <a:pt x="1153001" y="272988"/>
                      </a:cubicBezTo>
                      <a:cubicBezTo>
                        <a:pt x="1710500" y="-89438"/>
                        <a:pt x="2379535" y="-173067"/>
                        <a:pt x="2421350" y="537783"/>
                      </a:cubicBezTo>
                      <a:cubicBezTo>
                        <a:pt x="2463165" y="1248634"/>
                        <a:pt x="2783777" y="1429799"/>
                        <a:pt x="2895219" y="1151003"/>
                      </a:cubicBezTo>
                      <a:cubicBezTo>
                        <a:pt x="3006757" y="872206"/>
                        <a:pt x="3427667" y="861824"/>
                        <a:pt x="3433572" y="1165957"/>
                      </a:cubicBezTo>
                      <a:cubicBezTo>
                        <a:pt x="3439382" y="1470090"/>
                        <a:pt x="3221927" y="1956341"/>
                        <a:pt x="3646265" y="1978725"/>
                      </a:cubicBezTo>
                      <a:cubicBezTo>
                        <a:pt x="4070509" y="2001014"/>
                        <a:pt x="4271486" y="1606583"/>
                        <a:pt x="4532090" y="1904335"/>
                      </a:cubicBezTo>
                      <a:cubicBezTo>
                        <a:pt x="4792599" y="2202087"/>
                        <a:pt x="4152424" y="2015968"/>
                        <a:pt x="4293870" y="2388205"/>
                      </a:cubicBezTo>
                      <a:cubicBezTo>
                        <a:pt x="4435317" y="2760347"/>
                        <a:pt x="4577429" y="2850739"/>
                        <a:pt x="4853274" y="2988661"/>
                      </a:cubicBezTo>
                      <a:cubicBezTo>
                        <a:pt x="5129118" y="3126583"/>
                        <a:pt x="5073968" y="3494343"/>
                        <a:pt x="5073968" y="3494343"/>
                      </a:cubicBezTo>
                      <a:lnTo>
                        <a:pt x="0" y="3494343"/>
                      </a:lnTo>
                      <a:cubicBezTo>
                        <a:pt x="0" y="3494343"/>
                        <a:pt x="149447" y="-19334"/>
                        <a:pt x="149447" y="819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342477" y="4379976"/>
                  <a:ext cx="300799" cy="319087"/>
                </a:xfrm>
                <a:custGeom>
                  <a:avLst/>
                  <a:gdLst/>
                  <a:ahLst/>
                  <a:cxnLst/>
                  <a:rect l="l" t="t" r="r" b="b"/>
                  <a:pathLst>
                    <a:path w="300799" h="319087">
                      <a:moveTo>
                        <a:pt x="300799" y="159544"/>
                      </a:moveTo>
                      <a:cubicBezTo>
                        <a:pt x="300799" y="247657"/>
                        <a:pt x="233463" y="319087"/>
                        <a:pt x="150400" y="319087"/>
                      </a:cubicBezTo>
                      <a:cubicBezTo>
                        <a:pt x="67336" y="319087"/>
                        <a:pt x="0" y="247657"/>
                        <a:pt x="0" y="159544"/>
                      </a:cubicBezTo>
                      <a:cubicBezTo>
                        <a:pt x="0" y="71430"/>
                        <a:pt x="67336" y="0"/>
                        <a:pt x="150400" y="0"/>
                      </a:cubicBezTo>
                      <a:cubicBezTo>
                        <a:pt x="233463" y="0"/>
                        <a:pt x="300799" y="71430"/>
                        <a:pt x="300799" y="159544"/>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grpSp>
            <p:nvGrpSpPr>
              <p:cNvPr id="46" name="Group 46"/>
              <p:cNvGrpSpPr/>
              <p:nvPr/>
            </p:nvGrpSpPr>
            <p:grpSpPr>
              <a:xfrm>
                <a:off x="2435076" y="5916549"/>
                <a:ext cx="3350122" cy="927068"/>
                <a:chOff x="2435076" y="5916549"/>
                <a:chExt cx="3350122" cy="927068"/>
              </a:xfrm>
            </p:grpSpPr>
            <p:grpSp>
              <p:nvGrpSpPr>
                <p:cNvPr id="47" name="Group 47"/>
                <p:cNvGrpSpPr/>
                <p:nvPr/>
              </p:nvGrpSpPr>
              <p:grpSpPr>
                <a:xfrm>
                  <a:off x="2435076" y="5916549"/>
                  <a:ext cx="3350122" cy="927068"/>
                  <a:chOff x="2435076" y="5916549"/>
                  <a:chExt cx="3350122" cy="927068"/>
                </a:xfrm>
              </p:grpSpPr>
              <p:sp>
                <p:nvSpPr>
                  <p:cNvPr id="48" name="Freeform 48"/>
                  <p:cNvSpPr/>
                  <p:nvPr/>
                </p:nvSpPr>
                <p:spPr>
                  <a:xfrm>
                    <a:off x="2435076" y="5916549"/>
                    <a:ext cx="3350122" cy="927068"/>
                  </a:xfrm>
                  <a:custGeom>
                    <a:avLst/>
                    <a:gdLst/>
                    <a:ahLst/>
                    <a:cxnLst/>
                    <a:rect l="l" t="t" r="r" b="b"/>
                    <a:pathLst>
                      <a:path w="3350122" h="927068">
                        <a:moveTo>
                          <a:pt x="3350122" y="866585"/>
                        </a:moveTo>
                        <a:cubicBezTo>
                          <a:pt x="3350122" y="883253"/>
                          <a:pt x="3343265" y="898398"/>
                          <a:pt x="3332406" y="909352"/>
                        </a:cubicBezTo>
                        <a:cubicBezTo>
                          <a:pt x="3321357" y="920210"/>
                          <a:pt x="3306308" y="927068"/>
                          <a:pt x="3289639" y="927068"/>
                        </a:cubicBezTo>
                        <a:lnTo>
                          <a:pt x="191728" y="927068"/>
                        </a:lnTo>
                        <a:cubicBezTo>
                          <a:pt x="-239660" y="418529"/>
                          <a:pt x="191728" y="0"/>
                          <a:pt x="191728" y="0"/>
                        </a:cubicBezTo>
                        <a:lnTo>
                          <a:pt x="3289544" y="0"/>
                        </a:lnTo>
                        <a:cubicBezTo>
                          <a:pt x="3322881" y="0"/>
                          <a:pt x="3350122" y="27146"/>
                          <a:pt x="3350122" y="60579"/>
                        </a:cubicBezTo>
                        <a:cubicBezTo>
                          <a:pt x="3350122" y="77248"/>
                          <a:pt x="3343265" y="92488"/>
                          <a:pt x="3332406" y="103346"/>
                        </a:cubicBezTo>
                        <a:cubicBezTo>
                          <a:pt x="3321357" y="114205"/>
                          <a:pt x="3306308" y="121063"/>
                          <a:pt x="3289639" y="121063"/>
                        </a:cubicBezTo>
                        <a:lnTo>
                          <a:pt x="246592" y="121063"/>
                        </a:lnTo>
                        <a:cubicBezTo>
                          <a:pt x="216302" y="159829"/>
                          <a:pt x="169630" y="228981"/>
                          <a:pt x="142769" y="317945"/>
                        </a:cubicBezTo>
                        <a:cubicBezTo>
                          <a:pt x="93239" y="481394"/>
                          <a:pt x="129244" y="645414"/>
                          <a:pt x="249926" y="806005"/>
                        </a:cubicBezTo>
                        <a:lnTo>
                          <a:pt x="3289639" y="806005"/>
                        </a:lnTo>
                        <a:cubicBezTo>
                          <a:pt x="3322976" y="806005"/>
                          <a:pt x="3350122" y="833056"/>
                          <a:pt x="3350122" y="866585"/>
                        </a:cubicBezTo>
                        <a:close/>
                      </a:path>
                    </a:pathLst>
                  </a:custGeom>
                  <a:solidFill>
                    <a:srgbClr val="FF8886"/>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2556331" y="6037707"/>
                    <a:ext cx="3049226" cy="684847"/>
                  </a:xfrm>
                  <a:custGeom>
                    <a:avLst/>
                    <a:gdLst/>
                    <a:ahLst/>
                    <a:cxnLst/>
                    <a:rect l="l" t="t" r="r" b="b"/>
                    <a:pathLst>
                      <a:path w="3049226" h="684847">
                        <a:moveTo>
                          <a:pt x="3049226" y="0"/>
                        </a:moveTo>
                        <a:lnTo>
                          <a:pt x="3049226" y="684847"/>
                        </a:lnTo>
                        <a:lnTo>
                          <a:pt x="128671" y="684847"/>
                        </a:lnTo>
                        <a:cubicBezTo>
                          <a:pt x="8084" y="524256"/>
                          <a:pt x="-28015" y="360331"/>
                          <a:pt x="21515" y="196882"/>
                        </a:cubicBezTo>
                        <a:cubicBezTo>
                          <a:pt x="48470" y="108013"/>
                          <a:pt x="94952" y="38767"/>
                          <a:pt x="125432" y="95"/>
                        </a:cubicBezTo>
                        <a:lnTo>
                          <a:pt x="3049226" y="95"/>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50" name="Freeform 50"/>
                <p:cNvSpPr/>
                <p:nvPr/>
              </p:nvSpPr>
              <p:spPr>
                <a:xfrm>
                  <a:off x="3237166" y="6248209"/>
                  <a:ext cx="2121979" cy="9525"/>
                </a:xfrm>
                <a:custGeom>
                  <a:avLst/>
                  <a:gdLst/>
                  <a:ahLst/>
                  <a:cxnLst/>
                  <a:rect l="l" t="t" r="r" b="b"/>
                  <a:pathLst>
                    <a:path w="2121979" h="9525">
                      <a:moveTo>
                        <a:pt x="2121980"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1" name="Freeform 51"/>
                <p:cNvSpPr/>
                <p:nvPr/>
              </p:nvSpPr>
              <p:spPr>
                <a:xfrm>
                  <a:off x="3990117" y="6372987"/>
                  <a:ext cx="1357026" cy="9525"/>
                </a:xfrm>
                <a:custGeom>
                  <a:avLst/>
                  <a:gdLst/>
                  <a:ahLst/>
                  <a:cxnLst/>
                  <a:rect l="l" t="t" r="r" b="b"/>
                  <a:pathLst>
                    <a:path w="1357026" h="9525">
                      <a:moveTo>
                        <a:pt x="0" y="0"/>
                      </a:moveTo>
                      <a:lnTo>
                        <a:pt x="135702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2" name="Freeform 52"/>
                <p:cNvSpPr/>
                <p:nvPr/>
              </p:nvSpPr>
              <p:spPr>
                <a:xfrm>
                  <a:off x="2849975" y="6592443"/>
                  <a:ext cx="2634805" cy="9525"/>
                </a:xfrm>
                <a:custGeom>
                  <a:avLst/>
                  <a:gdLst/>
                  <a:ahLst/>
                  <a:cxnLst/>
                  <a:rect l="l" t="t" r="r" b="b"/>
                  <a:pathLst>
                    <a:path w="2634805" h="9525">
                      <a:moveTo>
                        <a:pt x="2634806"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3" name="Freeform 53"/>
                <p:cNvSpPr/>
                <p:nvPr/>
              </p:nvSpPr>
              <p:spPr>
                <a:xfrm>
                  <a:off x="3217735" y="6237065"/>
                  <a:ext cx="328041" cy="255841"/>
                </a:xfrm>
                <a:custGeom>
                  <a:avLst/>
                  <a:gdLst/>
                  <a:ahLst/>
                  <a:cxnLst/>
                  <a:rect l="l" t="t" r="r" b="b"/>
                  <a:pathLst>
                    <a:path w="328041" h="255841">
                      <a:moveTo>
                        <a:pt x="328041" y="255842"/>
                      </a:moveTo>
                      <a:lnTo>
                        <a:pt x="194405" y="190119"/>
                      </a:lnTo>
                      <a:lnTo>
                        <a:pt x="94964" y="255842"/>
                      </a:lnTo>
                      <a:lnTo>
                        <a:pt x="0" y="0"/>
                      </a:lnTo>
                      <a:lnTo>
                        <a:pt x="233077" y="0"/>
                      </a:lnTo>
                      <a:close/>
                    </a:path>
                  </a:pathLst>
                </a:custGeom>
                <a:solidFill>
                  <a:srgbClr val="0C1A44"/>
                </a:solidFill>
                <a:ln cap="flat">
                  <a:prstDash val="solid"/>
                </a:ln>
              </p:spPr>
              <p:txBody>
                <a:bodyPr vert="horz" lIns="91440" tIns="45720" rIns="91440" bIns="45720" anchor="ctr">
                  <a:normAutofit/>
                </a:bodyPr>
                <a:lstStyle/>
                <a:p>
                  <a:pPr marL="0" algn="l"/>
                  <a:endParaRPr/>
                </a:p>
              </p:txBody>
            </p:sp>
          </p:grpSp>
          <p:grpSp>
            <p:nvGrpSpPr>
              <p:cNvPr id="54" name="Group 54"/>
              <p:cNvGrpSpPr/>
              <p:nvPr/>
            </p:nvGrpSpPr>
            <p:grpSpPr>
              <a:xfrm>
                <a:off x="2624020" y="4861325"/>
                <a:ext cx="2975250" cy="1038848"/>
                <a:chOff x="2624020" y="4861325"/>
                <a:chExt cx="2975250" cy="1038848"/>
              </a:xfrm>
            </p:grpSpPr>
            <p:sp>
              <p:nvSpPr>
                <p:cNvPr id="55" name="Freeform 55"/>
                <p:cNvSpPr/>
                <p:nvPr/>
              </p:nvSpPr>
              <p:spPr>
                <a:xfrm rot="-4846898">
                  <a:off x="2624020" y="4861325"/>
                  <a:ext cx="1038621" cy="1038621"/>
                </a:xfrm>
                <a:custGeom>
                  <a:avLst/>
                  <a:gdLst/>
                  <a:ahLst/>
                  <a:cxnLst/>
                  <a:rect l="l" t="t" r="r" b="b"/>
                  <a:pathLst>
                    <a:path w="1038621" h="1038621">
                      <a:moveTo>
                        <a:pt x="1038622" y="519311"/>
                      </a:moveTo>
                      <a:cubicBezTo>
                        <a:pt x="1038622" y="806119"/>
                        <a:pt x="806118" y="1038622"/>
                        <a:pt x="519311" y="1038622"/>
                      </a:cubicBezTo>
                      <a:cubicBezTo>
                        <a:pt x="232503" y="1038622"/>
                        <a:pt x="0" y="806119"/>
                        <a:pt x="0" y="519311"/>
                      </a:cubicBezTo>
                      <a:cubicBezTo>
                        <a:pt x="0" y="232504"/>
                        <a:pt x="232503" y="0"/>
                        <a:pt x="519311" y="0"/>
                      </a:cubicBezTo>
                      <a:cubicBezTo>
                        <a:pt x="806118" y="0"/>
                        <a:pt x="1038622" y="232504"/>
                        <a:pt x="1038622" y="519311"/>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6" name="Freeform 56"/>
                <p:cNvSpPr/>
                <p:nvPr/>
              </p:nvSpPr>
              <p:spPr>
                <a:xfrm rot="-4644133">
                  <a:off x="3938815" y="4861594"/>
                  <a:ext cx="1038579" cy="1038579"/>
                </a:xfrm>
                <a:custGeom>
                  <a:avLst/>
                  <a:gdLst/>
                  <a:ahLst/>
                  <a:cxnLst/>
                  <a:rect l="l" t="t" r="r" b="b"/>
                  <a:pathLst>
                    <a:path w="1038579" h="1038579">
                      <a:moveTo>
                        <a:pt x="1038579" y="519290"/>
                      </a:moveTo>
                      <a:cubicBezTo>
                        <a:pt x="1038579" y="806086"/>
                        <a:pt x="806085" y="1038579"/>
                        <a:pt x="519290" y="1038579"/>
                      </a:cubicBezTo>
                      <a:cubicBezTo>
                        <a:pt x="232494" y="1038579"/>
                        <a:pt x="0" y="806086"/>
                        <a:pt x="0" y="519290"/>
                      </a:cubicBezTo>
                      <a:cubicBezTo>
                        <a:pt x="0" y="232494"/>
                        <a:pt x="232494" y="0"/>
                        <a:pt x="519290" y="0"/>
                      </a:cubicBezTo>
                      <a:cubicBezTo>
                        <a:pt x="806085" y="0"/>
                        <a:pt x="1038579" y="232494"/>
                        <a:pt x="1038579" y="519290"/>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7" name="Freeform 57"/>
                <p:cNvSpPr/>
                <p:nvPr/>
              </p:nvSpPr>
              <p:spPr>
                <a:xfrm>
                  <a:off x="3662553" y="5380577"/>
                  <a:ext cx="276320" cy="9525"/>
                </a:xfrm>
                <a:custGeom>
                  <a:avLst/>
                  <a:gdLst/>
                  <a:ahLst/>
                  <a:cxnLst/>
                  <a:rect l="l" t="t" r="r" b="b"/>
                  <a:pathLst>
                    <a:path w="276320" h="9525">
                      <a:moveTo>
                        <a:pt x="0" y="0"/>
                      </a:moveTo>
                      <a:lnTo>
                        <a:pt x="27632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8" name="Freeform 58"/>
                <p:cNvSpPr/>
                <p:nvPr/>
              </p:nvSpPr>
              <p:spPr>
                <a:xfrm>
                  <a:off x="2625566" y="5423916"/>
                  <a:ext cx="1784413" cy="476059"/>
                </a:xfrm>
                <a:custGeom>
                  <a:avLst/>
                  <a:gdLst/>
                  <a:ahLst/>
                  <a:cxnLst/>
                  <a:rect l="l" t="t" r="r" b="b"/>
                  <a:pathLst>
                    <a:path w="1784413" h="476059">
                      <a:moveTo>
                        <a:pt x="0" y="0"/>
                      </a:moveTo>
                      <a:lnTo>
                        <a:pt x="1667161" y="94964"/>
                      </a:lnTo>
                      <a:cubicBezTo>
                        <a:pt x="1732979" y="98679"/>
                        <a:pt x="1784414" y="153162"/>
                        <a:pt x="1784414" y="219170"/>
                      </a:cubicBezTo>
                      <a:lnTo>
                        <a:pt x="1784414" y="476060"/>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9" name="Freeform 59"/>
                <p:cNvSpPr/>
                <p:nvPr/>
              </p:nvSpPr>
              <p:spPr>
                <a:xfrm>
                  <a:off x="4980432" y="5469159"/>
                  <a:ext cx="618838" cy="430720"/>
                </a:xfrm>
                <a:custGeom>
                  <a:avLst/>
                  <a:gdLst/>
                  <a:ahLst/>
                  <a:cxnLst/>
                  <a:rect l="l" t="t" r="r" b="b"/>
                  <a:pathLst>
                    <a:path w="618838" h="430720">
                      <a:moveTo>
                        <a:pt x="0" y="0"/>
                      </a:moveTo>
                      <a:lnTo>
                        <a:pt x="501586" y="49625"/>
                      </a:lnTo>
                      <a:cubicBezTo>
                        <a:pt x="567404" y="53340"/>
                        <a:pt x="618839" y="107823"/>
                        <a:pt x="618839" y="173831"/>
                      </a:cubicBezTo>
                      <a:lnTo>
                        <a:pt x="618839" y="430721"/>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0" name="Group 60"/>
              <p:cNvGrpSpPr/>
              <p:nvPr/>
            </p:nvGrpSpPr>
            <p:grpSpPr>
              <a:xfrm>
                <a:off x="1593913" y="3974306"/>
                <a:ext cx="625887" cy="2884265"/>
                <a:chOff x="1593913" y="3974306"/>
                <a:chExt cx="625887" cy="2884265"/>
              </a:xfrm>
            </p:grpSpPr>
            <p:sp>
              <p:nvSpPr>
                <p:cNvPr id="61" name="Freeform 61"/>
                <p:cNvSpPr/>
                <p:nvPr/>
              </p:nvSpPr>
              <p:spPr>
                <a:xfrm>
                  <a:off x="1593913" y="3974306"/>
                  <a:ext cx="625887" cy="2884265"/>
                </a:xfrm>
                <a:custGeom>
                  <a:avLst/>
                  <a:gdLst/>
                  <a:ahLst/>
                  <a:cxnLst/>
                  <a:rect l="l" t="t" r="r" b="b"/>
                  <a:pathLst>
                    <a:path w="625887" h="2884265">
                      <a:moveTo>
                        <a:pt x="0" y="0"/>
                      </a:moveTo>
                      <a:lnTo>
                        <a:pt x="625888" y="0"/>
                      </a:lnTo>
                      <a:lnTo>
                        <a:pt x="625888" y="2884265"/>
                      </a:lnTo>
                      <a:lnTo>
                        <a:pt x="0" y="2884265"/>
                      </a:ln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1778698" y="4233672"/>
                  <a:ext cx="214693" cy="2412777"/>
                </a:xfrm>
                <a:custGeom>
                  <a:avLst/>
                  <a:gdLst/>
                  <a:ahLst/>
                  <a:cxnLst/>
                  <a:rect l="l" t="t" r="r" b="b"/>
                  <a:pathLst>
                    <a:path w="214693" h="2412777">
                      <a:moveTo>
                        <a:pt x="0" y="0"/>
                      </a:moveTo>
                      <a:lnTo>
                        <a:pt x="214693" y="0"/>
                      </a:lnTo>
                      <a:lnTo>
                        <a:pt x="214693" y="2412778"/>
                      </a:lnTo>
                      <a:lnTo>
                        <a:pt x="0" y="2412778"/>
                      </a:ln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3" name="Group 63"/>
              <p:cNvGrpSpPr/>
              <p:nvPr/>
            </p:nvGrpSpPr>
            <p:grpSpPr>
              <a:xfrm>
                <a:off x="0" y="3109817"/>
                <a:ext cx="625792" cy="3748754"/>
                <a:chOff x="0" y="3109817"/>
                <a:chExt cx="625792" cy="3748754"/>
              </a:xfrm>
            </p:grpSpPr>
            <p:sp>
              <p:nvSpPr>
                <p:cNvPr id="64" name="Freeform 64"/>
                <p:cNvSpPr/>
                <p:nvPr/>
              </p:nvSpPr>
              <p:spPr>
                <a:xfrm>
                  <a:off x="0" y="3109817"/>
                  <a:ext cx="625792" cy="3748754"/>
                </a:xfrm>
                <a:custGeom>
                  <a:avLst/>
                  <a:gdLst/>
                  <a:ahLst/>
                  <a:cxnLst/>
                  <a:rect l="l" t="t" r="r" b="b"/>
                  <a:pathLst>
                    <a:path w="625792" h="3748754">
                      <a:moveTo>
                        <a:pt x="0" y="0"/>
                      </a:moveTo>
                      <a:lnTo>
                        <a:pt x="625793" y="0"/>
                      </a:lnTo>
                      <a:lnTo>
                        <a:pt x="625793" y="3748754"/>
                      </a:lnTo>
                      <a:lnTo>
                        <a:pt x="0" y="3748754"/>
                      </a:lnTo>
                      <a:close/>
                    </a:path>
                  </a:pathLst>
                </a:custGeom>
                <a:solidFill>
                  <a:srgbClr val="FF8886"/>
                </a:solidFill>
                <a:ln cap="flat">
                  <a:prstDash val="solid"/>
                </a:ln>
              </p:spPr>
              <p:txBody>
                <a:bodyPr vert="horz" lIns="91440" tIns="45720" rIns="91440" bIns="45720" anchor="ctr">
                  <a:normAutofit/>
                </a:bodyPr>
                <a:lstStyle/>
                <a:p>
                  <a:pPr marL="0" algn="l"/>
                  <a:endParaRPr/>
                </a:p>
              </p:txBody>
            </p:sp>
            <p:grpSp>
              <p:nvGrpSpPr>
                <p:cNvPr id="65" name="Group 65"/>
                <p:cNvGrpSpPr/>
                <p:nvPr/>
              </p:nvGrpSpPr>
              <p:grpSpPr>
                <a:xfrm>
                  <a:off x="0" y="3306413"/>
                  <a:ext cx="625792" cy="283083"/>
                  <a:chOff x="0" y="3306413"/>
                  <a:chExt cx="625792" cy="283083"/>
                </a:xfrm>
                <a:solidFill>
                  <a:srgbClr val="FFFFFF"/>
                </a:solidFill>
              </p:grpSpPr>
              <p:sp>
                <p:nvSpPr>
                  <p:cNvPr id="66" name="Freeform 66"/>
                  <p:cNvSpPr/>
                  <p:nvPr/>
                </p:nvSpPr>
                <p:spPr>
                  <a:xfrm>
                    <a:off x="0" y="3306413"/>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0" y="3479482"/>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grpSp>
              <p:nvGrpSpPr>
                <p:cNvPr id="68" name="Group 68"/>
                <p:cNvGrpSpPr/>
                <p:nvPr/>
              </p:nvGrpSpPr>
              <p:grpSpPr>
                <a:xfrm>
                  <a:off x="0" y="6376130"/>
                  <a:ext cx="625792" cy="283178"/>
                  <a:chOff x="0" y="6376130"/>
                  <a:chExt cx="625792" cy="283178"/>
                </a:xfrm>
                <a:solidFill>
                  <a:srgbClr val="FFFFFF"/>
                </a:solidFill>
              </p:grpSpPr>
              <p:sp>
                <p:nvSpPr>
                  <p:cNvPr id="69" name="Freeform 69"/>
                  <p:cNvSpPr/>
                  <p:nvPr/>
                </p:nvSpPr>
                <p:spPr>
                  <a:xfrm>
                    <a:off x="0" y="6376130"/>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0" y="6549294"/>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71" name="Freeform 71"/>
                <p:cNvSpPr/>
                <p:nvPr/>
              </p:nvSpPr>
              <p:spPr>
                <a:xfrm>
                  <a:off x="301847" y="3864483"/>
                  <a:ext cx="25812" cy="2180939"/>
                </a:xfrm>
                <a:custGeom>
                  <a:avLst/>
                  <a:gdLst/>
                  <a:ahLst/>
                  <a:cxnLst/>
                  <a:rect l="l" t="t" r="r" b="b"/>
                  <a:pathLst>
                    <a:path w="25812" h="2180939">
                      <a:moveTo>
                        <a:pt x="0" y="0"/>
                      </a:moveTo>
                      <a:lnTo>
                        <a:pt x="25813" y="2180939"/>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72" name="Group 72"/>
              <p:cNvGrpSpPr/>
              <p:nvPr/>
            </p:nvGrpSpPr>
            <p:grpSpPr>
              <a:xfrm>
                <a:off x="592836" y="3114389"/>
                <a:ext cx="1004506" cy="3739229"/>
                <a:chOff x="592836" y="3114389"/>
                <a:chExt cx="1004506" cy="3739229"/>
              </a:xfrm>
            </p:grpSpPr>
            <p:sp>
              <p:nvSpPr>
                <p:cNvPr id="73" name="Freeform 73"/>
                <p:cNvSpPr/>
                <p:nvPr/>
              </p:nvSpPr>
              <p:spPr>
                <a:xfrm>
                  <a:off x="592836" y="3114389"/>
                  <a:ext cx="1004506" cy="3739229"/>
                </a:xfrm>
                <a:custGeom>
                  <a:avLst/>
                  <a:gdLst/>
                  <a:ahLst/>
                  <a:cxnLst/>
                  <a:rect l="l" t="t" r="r" b="b"/>
                  <a:pathLst>
                    <a:path w="1004506" h="3739229">
                      <a:moveTo>
                        <a:pt x="0" y="0"/>
                      </a:moveTo>
                      <a:lnTo>
                        <a:pt x="1004507" y="0"/>
                      </a:lnTo>
                      <a:lnTo>
                        <a:pt x="1004507" y="3739229"/>
                      </a:lnTo>
                      <a:lnTo>
                        <a:pt x="0" y="3739229"/>
                      </a:ln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974502" y="3673411"/>
                  <a:ext cx="206502" cy="2605278"/>
                </a:xfrm>
                <a:custGeom>
                  <a:avLst/>
                  <a:gdLst/>
                  <a:ahLst/>
                  <a:cxnLst/>
                  <a:rect l="l" t="t" r="r" b="b"/>
                  <a:pathLst>
                    <a:path w="206502" h="2605278">
                      <a:moveTo>
                        <a:pt x="0" y="0"/>
                      </a:moveTo>
                      <a:lnTo>
                        <a:pt x="206502" y="0"/>
                      </a:lnTo>
                      <a:lnTo>
                        <a:pt x="206502" y="2605278"/>
                      </a:lnTo>
                      <a:lnTo>
                        <a:pt x="0" y="2605278"/>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592836" y="3114389"/>
                  <a:ext cx="1004506" cy="471487"/>
                </a:xfrm>
                <a:custGeom>
                  <a:avLst/>
                  <a:gdLst/>
                  <a:ahLst/>
                  <a:cxnLst/>
                  <a:rect l="l" t="t" r="r" b="b"/>
                  <a:pathLst>
                    <a:path w="1004506" h="471487">
                      <a:moveTo>
                        <a:pt x="0" y="0"/>
                      </a:moveTo>
                      <a:lnTo>
                        <a:pt x="1004507" y="0"/>
                      </a:lnTo>
                      <a:lnTo>
                        <a:pt x="1004507" y="471488"/>
                      </a:lnTo>
                      <a:lnTo>
                        <a:pt x="0" y="471488"/>
                      </a:ln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592836" y="6380130"/>
                  <a:ext cx="1004506" cy="473487"/>
                </a:xfrm>
                <a:custGeom>
                  <a:avLst/>
                  <a:gdLst/>
                  <a:ahLst/>
                  <a:cxnLst/>
                  <a:rect l="l" t="t" r="r" b="b"/>
                  <a:pathLst>
                    <a:path w="1004506" h="473487">
                      <a:moveTo>
                        <a:pt x="0" y="0"/>
                      </a:moveTo>
                      <a:lnTo>
                        <a:pt x="1004507" y="0"/>
                      </a:lnTo>
                      <a:lnTo>
                        <a:pt x="1004507" y="473488"/>
                      </a:lnTo>
                      <a:lnTo>
                        <a:pt x="0" y="473488"/>
                      </a:lnTo>
                      <a:close/>
                    </a:path>
                  </a:pathLst>
                </a:custGeom>
                <a:solidFill>
                  <a:srgbClr val="284499"/>
                </a:solidFill>
                <a:ln cap="flat">
                  <a:prstDash val="solid"/>
                </a:ln>
              </p:spPr>
              <p:txBody>
                <a:bodyPr vert="horz" lIns="91440" tIns="45720" rIns="91440" bIns="45720" anchor="ctr">
                  <a:normAutofit/>
                </a:bodyPr>
                <a:lstStyle/>
                <a:p>
                  <a:pPr marL="0" algn="l"/>
                  <a:endParaRPr/>
                </a:p>
              </p:txBody>
            </p:sp>
          </p:grpSp>
          <p:grpSp>
            <p:nvGrpSpPr>
              <p:cNvPr id="77" name="Group 77"/>
              <p:cNvGrpSpPr/>
              <p:nvPr/>
            </p:nvGrpSpPr>
            <p:grpSpPr>
              <a:xfrm>
                <a:off x="2051994" y="2856190"/>
                <a:ext cx="3637121" cy="897445"/>
                <a:chOff x="2051994" y="2856190"/>
                <a:chExt cx="3637121" cy="897445"/>
              </a:xfrm>
              <a:solidFill>
                <a:srgbClr val="FFFFFF"/>
              </a:solidFill>
            </p:grpSpPr>
            <p:sp>
              <p:nvSpPr>
                <p:cNvPr id="78" name="Freeform 78"/>
                <p:cNvSpPr/>
                <p:nvPr/>
              </p:nvSpPr>
              <p:spPr>
                <a:xfrm>
                  <a:off x="2051994" y="2856190"/>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9" name="Freeform 79"/>
                <p:cNvSpPr/>
                <p:nvPr/>
              </p:nvSpPr>
              <p:spPr>
                <a:xfrm>
                  <a:off x="5462087" y="3526607"/>
                  <a:ext cx="227028" cy="227028"/>
                </a:xfrm>
                <a:custGeom>
                  <a:avLst/>
                  <a:gdLst/>
                  <a:ahLst/>
                  <a:cxnLst/>
                  <a:rect l="l" t="t" r="r" b="b"/>
                  <a:pathLst>
                    <a:path w="227028" h="227028">
                      <a:moveTo>
                        <a:pt x="9358" y="125944"/>
                      </a:moveTo>
                      <a:cubicBezTo>
                        <a:pt x="63556" y="141851"/>
                        <a:pt x="85178" y="163378"/>
                        <a:pt x="101084" y="217670"/>
                      </a:cubicBezTo>
                      <a:cubicBezTo>
                        <a:pt x="104704" y="230148"/>
                        <a:pt x="122325" y="230148"/>
                        <a:pt x="125944" y="217670"/>
                      </a:cubicBezTo>
                      <a:cubicBezTo>
                        <a:pt x="141851" y="163473"/>
                        <a:pt x="163377" y="141851"/>
                        <a:pt x="217670" y="125944"/>
                      </a:cubicBezTo>
                      <a:cubicBezTo>
                        <a:pt x="230148" y="122325"/>
                        <a:pt x="230148" y="104704"/>
                        <a:pt x="217670" y="101084"/>
                      </a:cubicBezTo>
                      <a:cubicBezTo>
                        <a:pt x="163473" y="85177"/>
                        <a:pt x="141851" y="63651"/>
                        <a:pt x="125944" y="9358"/>
                      </a:cubicBezTo>
                      <a:cubicBezTo>
                        <a:pt x="122325" y="-3119"/>
                        <a:pt x="104704" y="-3119"/>
                        <a:pt x="101084" y="9358"/>
                      </a:cubicBezTo>
                      <a:cubicBezTo>
                        <a:pt x="85178" y="63556"/>
                        <a:pt x="63651" y="85177"/>
                        <a:pt x="9358" y="101084"/>
                      </a:cubicBezTo>
                      <a:cubicBezTo>
                        <a:pt x="-3119" y="104799"/>
                        <a:pt x="-3119" y="122325"/>
                        <a:pt x="9358" y="12594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80" name="Freeform 80"/>
              <p:cNvSpPr/>
              <p:nvPr/>
            </p:nvSpPr>
            <p:spPr>
              <a:xfrm>
                <a:off x="4192996" y="3254702"/>
                <a:ext cx="918219" cy="942076"/>
              </a:xfrm>
              <a:custGeom>
                <a:avLst/>
                <a:gdLst/>
                <a:ahLst/>
                <a:cxnLst/>
                <a:rect l="l" t="t" r="r" b="b"/>
                <a:pathLst>
                  <a:path w="918219" h="942076">
                    <a:moveTo>
                      <a:pt x="344713" y="8944"/>
                    </a:moveTo>
                    <a:lnTo>
                      <a:pt x="544834" y="187442"/>
                    </a:lnTo>
                    <a:cubicBezTo>
                      <a:pt x="553501" y="195157"/>
                      <a:pt x="565312" y="198110"/>
                      <a:pt x="576552" y="195348"/>
                    </a:cubicBezTo>
                    <a:lnTo>
                      <a:pt x="836965" y="131721"/>
                    </a:lnTo>
                    <a:cubicBezTo>
                      <a:pt x="865254" y="124768"/>
                      <a:pt x="889162" y="153343"/>
                      <a:pt x="877447" y="180013"/>
                    </a:cubicBezTo>
                    <a:lnTo>
                      <a:pt x="769528" y="425472"/>
                    </a:lnTo>
                    <a:cubicBezTo>
                      <a:pt x="764861" y="436044"/>
                      <a:pt x="765718" y="448236"/>
                      <a:pt x="771814" y="458047"/>
                    </a:cubicBezTo>
                    <a:lnTo>
                      <a:pt x="912879" y="686076"/>
                    </a:lnTo>
                    <a:cubicBezTo>
                      <a:pt x="928215" y="710841"/>
                      <a:pt x="908498" y="742369"/>
                      <a:pt x="879447" y="739511"/>
                    </a:cubicBezTo>
                    <a:lnTo>
                      <a:pt x="612652" y="712746"/>
                    </a:lnTo>
                    <a:cubicBezTo>
                      <a:pt x="601126" y="711603"/>
                      <a:pt x="589792" y="716175"/>
                      <a:pt x="582362" y="725033"/>
                    </a:cubicBezTo>
                    <a:lnTo>
                      <a:pt x="409102" y="929630"/>
                    </a:lnTo>
                    <a:cubicBezTo>
                      <a:pt x="390243" y="951823"/>
                      <a:pt x="354143" y="942870"/>
                      <a:pt x="347952" y="914390"/>
                    </a:cubicBezTo>
                    <a:lnTo>
                      <a:pt x="290992" y="652357"/>
                    </a:lnTo>
                    <a:cubicBezTo>
                      <a:pt x="288516" y="641023"/>
                      <a:pt x="280705" y="631688"/>
                      <a:pt x="269942" y="627307"/>
                    </a:cubicBezTo>
                    <a:lnTo>
                      <a:pt x="21816" y="525675"/>
                    </a:lnTo>
                    <a:cubicBezTo>
                      <a:pt x="-5140" y="514626"/>
                      <a:pt x="-7712" y="477478"/>
                      <a:pt x="17434" y="462810"/>
                    </a:cubicBezTo>
                    <a:lnTo>
                      <a:pt x="248987" y="327650"/>
                    </a:lnTo>
                    <a:cubicBezTo>
                      <a:pt x="258988" y="321840"/>
                      <a:pt x="265465" y="311457"/>
                      <a:pt x="266323" y="299932"/>
                    </a:cubicBezTo>
                    <a:lnTo>
                      <a:pt x="286230" y="32566"/>
                    </a:lnTo>
                    <a:cubicBezTo>
                      <a:pt x="288516" y="3514"/>
                      <a:pt x="322996" y="-10392"/>
                      <a:pt x="344713" y="8944"/>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1" name="Freeform 81"/>
              <p:cNvSpPr/>
              <p:nvPr/>
            </p:nvSpPr>
            <p:spPr>
              <a:xfrm>
                <a:off x="2573924" y="2400014"/>
                <a:ext cx="494489" cy="1314545"/>
              </a:xfrm>
              <a:custGeom>
                <a:avLst/>
                <a:gdLst/>
                <a:ahLst/>
                <a:cxnLst/>
                <a:rect l="l" t="t" r="r" b="b"/>
                <a:pathLst>
                  <a:path w="494489" h="1314545">
                    <a:moveTo>
                      <a:pt x="217091" y="0"/>
                    </a:moveTo>
                    <a:cubicBezTo>
                      <a:pt x="733537" y="224600"/>
                      <a:pt x="425308" y="828104"/>
                      <a:pt x="126128" y="859917"/>
                    </a:cubicBezTo>
                    <a:cubicBezTo>
                      <a:pt x="-173053" y="891731"/>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2" name="Freeform 82"/>
              <p:cNvSpPr/>
              <p:nvPr/>
            </p:nvSpPr>
            <p:spPr>
              <a:xfrm>
                <a:off x="2833592" y="3809809"/>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grpSp>
      <p:sp>
        <p:nvSpPr>
          <p:cNvPr id="83" name="AutoShape 83"/>
          <p:cNvSpPr>
            <a:spLocks noGrp="1"/>
          </p:cNvSpPr>
          <p:nvPr>
            <p:ph type="title"/>
          </p:nvPr>
        </p:nvSpPr>
        <p:spPr>
          <a:xfrm>
            <a:off x="660402" y="1724212"/>
            <a:ext cx="10858498" cy="1886854"/>
          </a:xfrm>
          <a:prstGeom prst="rect">
            <a:avLst/>
          </a:prstGeom>
        </p:spPr>
        <p:txBody>
          <a:bodyPr vert="horz" lIns="91440" tIns="45720" rIns="91440" bIns="45720" anchor="b">
            <a:normAutofit/>
          </a:bodyPr>
          <a:lstStyle/>
          <a:p>
            <a:pPr algn="ctr">
              <a:lnSpc>
                <a:spcPct val="100000"/>
              </a:lnSpc>
              <a:spcBef>
                <a:spcPct val="0"/>
              </a:spcBef>
            </a:pPr>
            <a:r>
              <a:rPr lang="en-US" sz="5400" b="1" i="0" u="none" baseline="0">
                <a:solidFill>
                  <a:srgbClr val="000000"/>
                </a:solidFill>
                <a:latin typeface="Arial"/>
                <a:ea typeface="Arial"/>
              </a:rPr>
              <a:t>Click to add title</a:t>
            </a:r>
          </a:p>
        </p:txBody>
      </p:sp>
      <p:sp>
        <p:nvSpPr>
          <p:cNvPr id="84" name="AutoShape 84"/>
          <p:cNvSpPr>
            <a:spLocks noGrp="1"/>
          </p:cNvSpPr>
          <p:nvPr>
            <p:ph type="body" sz="quarter" idx="1"/>
          </p:nvPr>
        </p:nvSpPr>
        <p:spPr>
          <a:xfrm>
            <a:off x="660402" y="3622918"/>
            <a:ext cx="10858498" cy="1466851"/>
          </a:xfrm>
          <a:prstGeom prst="rect">
            <a:avLst/>
          </a:prstGeom>
        </p:spPr>
        <p:txBody>
          <a:bodyPr vert="horz" lIns="91440" tIns="45720" rIns="91440" bIns="45720" anchor="t">
            <a:normAutofit/>
          </a:bodyPr>
          <a:lstStyle/>
          <a:p>
            <a:pPr marL="0" indent="0" algn="ctr">
              <a:lnSpc>
                <a:spcPct val="120000"/>
              </a:lnSpc>
              <a:spcBef>
                <a:spcPts val="1000"/>
              </a:spcBef>
            </a:pPr>
            <a:r>
              <a:rPr lang="en-US" sz="2000" b="0" i="0" u="none" baseline="0">
                <a:solidFill>
                  <a:srgbClr val="000000"/>
                </a:solidFill>
                <a:latin typeface="Arial"/>
                <a:ea typeface="Arial"/>
              </a:rPr>
              <a:t>Click to add text</a:t>
            </a:r>
          </a:p>
        </p:txBody>
      </p:sp>
      <p:sp>
        <p:nvSpPr>
          <p:cNvPr id="85" name="AutoShape 85"/>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r>
              <a:rPr lang="af-ZA" sz="1200" b="0" i="0" u="none" baseline="0">
                <a:solidFill>
                  <a:srgbClr val="FFFFFF"/>
                </a:solidFill>
                <a:latin typeface="Arial"/>
                <a:ea typeface="Arial"/>
              </a:rPr>
              <a:t>OfficePLUS</a:t>
            </a:r>
          </a:p>
        </p:txBody>
      </p:sp>
      <p:sp>
        <p:nvSpPr>
          <p:cNvPr id="86" name="AutoShape 86"/>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FFFFFF"/>
                </a:solidFill>
                <a:latin typeface="Arial"/>
                <a:ea typeface="Arial"/>
              </a:rPr>
              <a:t>‹#›</a:t>
            </a:fld>
            <a:endParaRPr lang="en-US" sz="1200" b="0" i="0" u="none" baseline="0">
              <a:solidFill>
                <a:srgbClr val="FFFFFF"/>
              </a:solidFill>
              <a:latin typeface="Arial"/>
              <a:ea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3" name="AutoShape 3"/>
          <p:cNvSpPr>
            <a:spLocks noGrp="1"/>
          </p:cNvSpPr>
          <p:nvPr>
            <p:ph type="dt" sz="half" idx="10"/>
          </p:nvPr>
        </p:nvSpPr>
        <p:spPr>
          <a:xfrm>
            <a:off x="4718050" y="6409690"/>
            <a:ext cx="2743200" cy="274320"/>
          </a:xfrm>
        </p:spPr>
        <p:txBody>
          <a:bodyPr vert="horz" lIns="91440" tIns="45720" rIns="91440" bIns="45720" anchor="ctr">
            <a:normAutofit/>
          </a:bodyPr>
          <a:lstStyle/>
          <a:p>
            <a:pPr marL="0" algn="ctr"/>
            <a:endParaRPr/>
          </a:p>
        </p:txBody>
      </p:sp>
      <p:sp>
        <p:nvSpPr>
          <p:cNvPr id="4" name="AutoShape 4"/>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endParaRPr/>
          </a:p>
        </p:txBody>
      </p:sp>
      <p:sp>
        <p:nvSpPr>
          <p:cNvPr id="5" name="AutoShape 5"/>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000000">
                    <a:tint val="75000"/>
                  </a:srgbClr>
                </a:solidFill>
                <a:latin typeface="Arial"/>
                <a:ea typeface="Arial"/>
              </a:rPr>
              <a:t>‹#›</a:t>
            </a:fld>
            <a:endParaRPr lang="en-US" sz="1200" b="0" i="0" u="none" baseline="0">
              <a:solidFill>
                <a:srgbClr val="000000">
                  <a:tint val="75000"/>
                </a:srgbClr>
              </a:solidFill>
              <a:latin typeface="Arial"/>
              <a:ea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1" cy="6858571"/>
            <a:chOff x="0" y="0"/>
            <a:chExt cx="12192001" cy="6858571"/>
          </a:xfrm>
        </p:grpSpPr>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rgbClr val="FFDA80"/>
            </a:solidFill>
            <a:ln cap="flat">
              <a:prstDash val="solid"/>
            </a:ln>
          </p:spPr>
          <p:txBody>
            <a:bodyPr vert="horz" lIns="91440" tIns="45720" rIns="91440" bIns="45720" anchor="ctr">
              <a:normAutofit/>
            </a:bodyPr>
            <a:lstStyle/>
            <a:p>
              <a:pPr marL="0" algn="l"/>
              <a:endParaRPr/>
            </a:p>
          </p:txBody>
        </p:sp>
        <p:sp>
          <p:nvSpPr>
            <p:cNvPr id="4" name="Freeform 4"/>
            <p:cNvSpPr/>
            <p:nvPr/>
          </p:nvSpPr>
          <p:spPr>
            <a:xfrm>
              <a:off x="8345837" y="3457662"/>
              <a:ext cx="1498663" cy="1393126"/>
            </a:xfrm>
            <a:custGeom>
              <a:avLst/>
              <a:gdLst/>
              <a:ahLst/>
              <a:cxnLst/>
              <a:rect l="l" t="t" r="r" b="b"/>
              <a:pathLst>
                <a:path w="1498663" h="1393126">
                  <a:moveTo>
                    <a:pt x="1498663" y="696563"/>
                  </a:moveTo>
                  <a:cubicBezTo>
                    <a:pt x="1498663" y="1081265"/>
                    <a:pt x="1163176" y="1393127"/>
                    <a:pt x="749332" y="1393127"/>
                  </a:cubicBezTo>
                  <a:cubicBezTo>
                    <a:pt x="335487" y="1393127"/>
                    <a:pt x="0" y="1081265"/>
                    <a:pt x="0" y="696563"/>
                  </a:cubicBezTo>
                  <a:cubicBezTo>
                    <a:pt x="0" y="311862"/>
                    <a:pt x="335487" y="0"/>
                    <a:pt x="749332" y="0"/>
                  </a:cubicBezTo>
                  <a:cubicBezTo>
                    <a:pt x="1163176" y="0"/>
                    <a:pt x="1498663" y="311862"/>
                    <a:pt x="1498663" y="696563"/>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sp>
          <p:nvSpPr>
            <p:cNvPr id="5" name="Freeform 5"/>
            <p:cNvSpPr/>
            <p:nvPr/>
          </p:nvSpPr>
          <p:spPr>
            <a:xfrm>
              <a:off x="6444322" y="2105026"/>
              <a:ext cx="5747679" cy="4752975"/>
            </a:xfrm>
            <a:custGeom>
              <a:avLst/>
              <a:gdLst/>
              <a:ahLst/>
              <a:cxnLst/>
              <a:rect l="l" t="t" r="r" b="b"/>
              <a:pathLst>
                <a:path w="5747679" h="4752975">
                  <a:moveTo>
                    <a:pt x="4311133" y="403"/>
                  </a:moveTo>
                  <a:cubicBezTo>
                    <a:pt x="4697936" y="9349"/>
                    <a:pt x="5133063" y="166873"/>
                    <a:pt x="5503933" y="420166"/>
                  </a:cubicBezTo>
                  <a:cubicBezTo>
                    <a:pt x="5571364" y="466220"/>
                    <a:pt x="5631039" y="511608"/>
                    <a:pt x="5683851" y="556204"/>
                  </a:cubicBezTo>
                  <a:lnTo>
                    <a:pt x="5747679" y="616599"/>
                  </a:lnTo>
                  <a:lnTo>
                    <a:pt x="5747679" y="4752975"/>
                  </a:lnTo>
                  <a:lnTo>
                    <a:pt x="0" y="4752975"/>
                  </a:lnTo>
                  <a:lnTo>
                    <a:pt x="31482" y="4554509"/>
                  </a:lnTo>
                  <a:cubicBezTo>
                    <a:pt x="129078" y="4130452"/>
                    <a:pt x="416846" y="3732617"/>
                    <a:pt x="1087858" y="3545129"/>
                  </a:cubicBezTo>
                  <a:cubicBezTo>
                    <a:pt x="2877224" y="3045161"/>
                    <a:pt x="4012794" y="4125201"/>
                    <a:pt x="3407481" y="1941118"/>
                  </a:cubicBezTo>
                  <a:cubicBezTo>
                    <a:pt x="3010369" y="507752"/>
                    <a:pt x="3572691" y="-16677"/>
                    <a:pt x="4311133" y="40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nvGrpSpPr>
            <p:cNvPr id="6" name="Group 6"/>
            <p:cNvGrpSpPr/>
            <p:nvPr/>
          </p:nvGrpSpPr>
          <p:grpSpPr>
            <a:xfrm>
              <a:off x="10211480" y="343483"/>
              <a:ext cx="1636369" cy="1427246"/>
              <a:chOff x="10634688" y="-6006744"/>
              <a:chExt cx="1636369" cy="1427246"/>
            </a:xfrm>
            <a:solidFill>
              <a:srgbClr val="FFCB48"/>
            </a:solidFill>
          </p:grpSpPr>
          <p:sp>
            <p:nvSpPr>
              <p:cNvPr id="7" name="Freeform 7"/>
              <p:cNvSpPr/>
              <p:nvPr/>
            </p:nvSpPr>
            <p:spPr>
              <a:xfrm>
                <a:off x="11690794" y="-6006744"/>
                <a:ext cx="580263" cy="638175"/>
              </a:xfrm>
              <a:custGeom>
                <a:avLst/>
                <a:gdLst/>
                <a:ahLst/>
                <a:cxnLst/>
                <a:rect l="l" t="t" r="r" b="b"/>
                <a:pathLst>
                  <a:path w="580263" h="638175">
                    <a:moveTo>
                      <a:pt x="580263" y="319088"/>
                    </a:moveTo>
                    <a:cubicBezTo>
                      <a:pt x="580263" y="495315"/>
                      <a:pt x="450367" y="638175"/>
                      <a:pt x="290131" y="638175"/>
                    </a:cubicBezTo>
                    <a:cubicBezTo>
                      <a:pt x="129896" y="638175"/>
                      <a:pt x="-1" y="495315"/>
                      <a:pt x="-1" y="319088"/>
                    </a:cubicBezTo>
                    <a:cubicBezTo>
                      <a:pt x="-1" y="142860"/>
                      <a:pt x="129896" y="0"/>
                      <a:pt x="290131" y="0"/>
                    </a:cubicBezTo>
                    <a:cubicBezTo>
                      <a:pt x="450366" y="0"/>
                      <a:pt x="580263" y="142860"/>
                      <a:pt x="580263" y="319088"/>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8" name="Freeform 8"/>
              <p:cNvSpPr/>
              <p:nvPr/>
            </p:nvSpPr>
            <p:spPr>
              <a:xfrm>
                <a:off x="10634688" y="-5146806"/>
                <a:ext cx="602932" cy="567308"/>
              </a:xfrm>
              <a:custGeom>
                <a:avLst/>
                <a:gdLst/>
                <a:ahLst/>
                <a:cxnLst/>
                <a:rect l="l" t="t" r="r" b="b"/>
                <a:pathLst>
                  <a:path w="602932" h="567308">
                    <a:moveTo>
                      <a:pt x="602933" y="283655"/>
                    </a:moveTo>
                    <a:cubicBezTo>
                      <a:pt x="602933" y="440313"/>
                      <a:pt x="467961" y="567309"/>
                      <a:pt x="301466" y="567309"/>
                    </a:cubicBezTo>
                    <a:cubicBezTo>
                      <a:pt x="134971" y="567309"/>
                      <a:pt x="0" y="440313"/>
                      <a:pt x="0" y="283655"/>
                    </a:cubicBezTo>
                    <a:cubicBezTo>
                      <a:pt x="0" y="126996"/>
                      <a:pt x="134971" y="0"/>
                      <a:pt x="301466" y="0"/>
                    </a:cubicBezTo>
                    <a:cubicBezTo>
                      <a:pt x="467961" y="0"/>
                      <a:pt x="602933" y="126996"/>
                      <a:pt x="602933" y="283655"/>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sp>
          <p:nvSpPr>
            <p:cNvPr id="9" name="Freeform 9"/>
            <p:cNvSpPr/>
            <p:nvPr/>
          </p:nvSpPr>
          <p:spPr>
            <a:xfrm>
              <a:off x="9021055" y="2844684"/>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nvGrpSpPr>
            <p:cNvPr id="10" name="Group 10"/>
            <p:cNvGrpSpPr/>
            <p:nvPr/>
          </p:nvGrpSpPr>
          <p:grpSpPr>
            <a:xfrm>
              <a:off x="6856762" y="3892249"/>
              <a:ext cx="5134322" cy="2965751"/>
              <a:chOff x="5365315" y="-5239314"/>
              <a:chExt cx="6253564" cy="3612261"/>
            </a:xfrm>
          </p:grpSpPr>
          <p:grpSp>
            <p:nvGrpSpPr>
              <p:cNvPr id="11" name="Group 11"/>
              <p:cNvGrpSpPr/>
              <p:nvPr/>
            </p:nvGrpSpPr>
            <p:grpSpPr>
              <a:xfrm>
                <a:off x="5365315" y="-2645085"/>
                <a:ext cx="6253564" cy="1018032"/>
                <a:chOff x="5365315" y="-2645085"/>
                <a:chExt cx="6253564" cy="1018032"/>
              </a:xfrm>
            </p:grpSpPr>
            <p:grpSp>
              <p:nvGrpSpPr>
                <p:cNvPr id="12" name="Group 12"/>
                <p:cNvGrpSpPr/>
                <p:nvPr/>
              </p:nvGrpSpPr>
              <p:grpSpPr>
                <a:xfrm>
                  <a:off x="5365315" y="-2645085"/>
                  <a:ext cx="6253564" cy="1018032"/>
                  <a:chOff x="5365315" y="-2645085"/>
                  <a:chExt cx="6253564" cy="1018032"/>
                </a:xfrm>
              </p:grpSpPr>
              <p:sp>
                <p:nvSpPr>
                  <p:cNvPr id="13" name="Freeform 13"/>
                  <p:cNvSpPr/>
                  <p:nvPr/>
                </p:nvSpPr>
                <p:spPr>
                  <a:xfrm>
                    <a:off x="5365315" y="-2645085"/>
                    <a:ext cx="1917594" cy="1017936"/>
                  </a:xfrm>
                  <a:custGeom>
                    <a:avLst/>
                    <a:gdLst/>
                    <a:ahLst/>
                    <a:cxnLst/>
                    <a:rect l="l" t="t" r="r" b="b"/>
                    <a:pathLst>
                      <a:path w="1917594" h="1017936">
                        <a:moveTo>
                          <a:pt x="1917594" y="1017937"/>
                        </a:moveTo>
                        <a:lnTo>
                          <a:pt x="210524" y="1017937"/>
                        </a:lnTo>
                        <a:cubicBezTo>
                          <a:pt x="-263155" y="459486"/>
                          <a:pt x="210524" y="0"/>
                          <a:pt x="210524" y="0"/>
                        </a:cubicBezTo>
                        <a:lnTo>
                          <a:pt x="1917594" y="0"/>
                        </a:lnTo>
                        <a:cubicBezTo>
                          <a:pt x="1917594" y="0"/>
                          <a:pt x="1443916" y="459486"/>
                          <a:pt x="1917594" y="1017937"/>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7072386" y="-2644990"/>
                    <a:ext cx="4546494" cy="1017936"/>
                  </a:xfrm>
                  <a:custGeom>
                    <a:avLst/>
                    <a:gdLst/>
                    <a:ahLst/>
                    <a:cxnLst/>
                    <a:rect l="l" t="t" r="r" b="b"/>
                    <a:pathLst>
                      <a:path w="4546494" h="1017936">
                        <a:moveTo>
                          <a:pt x="156707" y="348996"/>
                        </a:moveTo>
                        <a:cubicBezTo>
                          <a:pt x="102224" y="528542"/>
                          <a:pt x="141848" y="708565"/>
                          <a:pt x="274341" y="884968"/>
                        </a:cubicBezTo>
                        <a:lnTo>
                          <a:pt x="4480010" y="884968"/>
                        </a:lnTo>
                        <a:cubicBezTo>
                          <a:pt x="4516681" y="884968"/>
                          <a:pt x="4546495" y="914686"/>
                          <a:pt x="4546495" y="951452"/>
                        </a:cubicBezTo>
                        <a:lnTo>
                          <a:pt x="4546495" y="951452"/>
                        </a:lnTo>
                        <a:cubicBezTo>
                          <a:pt x="4546495" y="988124"/>
                          <a:pt x="4516777" y="1017937"/>
                          <a:pt x="4480010" y="1017937"/>
                        </a:cubicBezTo>
                        <a:lnTo>
                          <a:pt x="210524" y="1017937"/>
                        </a:lnTo>
                        <a:cubicBezTo>
                          <a:pt x="-263155" y="459486"/>
                          <a:pt x="210524" y="0"/>
                          <a:pt x="210524" y="0"/>
                        </a:cubicBezTo>
                        <a:lnTo>
                          <a:pt x="4480010" y="0"/>
                        </a:lnTo>
                        <a:cubicBezTo>
                          <a:pt x="4516681" y="0"/>
                          <a:pt x="4546495" y="29718"/>
                          <a:pt x="4546495" y="66485"/>
                        </a:cubicBezTo>
                        <a:lnTo>
                          <a:pt x="4546495" y="66485"/>
                        </a:lnTo>
                        <a:cubicBezTo>
                          <a:pt x="4546495" y="103156"/>
                          <a:pt x="4516777" y="132969"/>
                          <a:pt x="4480010" y="132969"/>
                        </a:cubicBezTo>
                        <a:lnTo>
                          <a:pt x="270817" y="132969"/>
                        </a:lnTo>
                        <a:cubicBezTo>
                          <a:pt x="237384" y="175355"/>
                          <a:pt x="186330" y="251365"/>
                          <a:pt x="156707" y="348996"/>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7205406" y="-2512116"/>
                    <a:ext cx="4216211" cy="752093"/>
                  </a:xfrm>
                  <a:custGeom>
                    <a:avLst/>
                    <a:gdLst/>
                    <a:ahLst/>
                    <a:cxnLst/>
                    <a:rect l="l" t="t" r="r" b="b"/>
                    <a:pathLst>
                      <a:path w="4216211" h="752093">
                        <a:moveTo>
                          <a:pt x="4216211" y="0"/>
                        </a:moveTo>
                        <a:lnTo>
                          <a:pt x="4216211" y="752094"/>
                        </a:lnTo>
                        <a:lnTo>
                          <a:pt x="141321" y="752094"/>
                        </a:lnTo>
                        <a:cubicBezTo>
                          <a:pt x="8828" y="575786"/>
                          <a:pt x="-30796" y="395669"/>
                          <a:pt x="23687" y="216122"/>
                        </a:cubicBezTo>
                        <a:cubicBezTo>
                          <a:pt x="53310" y="118491"/>
                          <a:pt x="104364" y="42481"/>
                          <a:pt x="137797" y="0"/>
                        </a:cubicBezTo>
                        <a:lnTo>
                          <a:pt x="4216211" y="0"/>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16" name="Freeform 16"/>
                <p:cNvSpPr/>
                <p:nvPr/>
              </p:nvSpPr>
              <p:spPr>
                <a:xfrm>
                  <a:off x="7953184" y="-2280945"/>
                  <a:ext cx="3197828" cy="9525"/>
                </a:xfrm>
                <a:custGeom>
                  <a:avLst/>
                  <a:gdLst/>
                  <a:ahLst/>
                  <a:cxnLst/>
                  <a:rect l="l" t="t" r="r" b="b"/>
                  <a:pathLst>
                    <a:path w="3197828" h="9525">
                      <a:moveTo>
                        <a:pt x="3197829"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7" name="Freeform 17"/>
                <p:cNvSpPr/>
                <p:nvPr/>
              </p:nvSpPr>
              <p:spPr>
                <a:xfrm>
                  <a:off x="8780144" y="-2143880"/>
                  <a:ext cx="2357723" cy="9525"/>
                </a:xfrm>
                <a:custGeom>
                  <a:avLst/>
                  <a:gdLst/>
                  <a:ahLst/>
                  <a:cxnLst/>
                  <a:rect l="l" t="t" r="r" b="b"/>
                  <a:pathLst>
                    <a:path w="2357723" h="9525">
                      <a:moveTo>
                        <a:pt x="0" y="0"/>
                      </a:moveTo>
                      <a:lnTo>
                        <a:pt x="2357724"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8" name="Freeform 18"/>
                <p:cNvSpPr/>
                <p:nvPr/>
              </p:nvSpPr>
              <p:spPr>
                <a:xfrm>
                  <a:off x="7527988" y="-1902897"/>
                  <a:ext cx="3761041" cy="9525"/>
                </a:xfrm>
                <a:custGeom>
                  <a:avLst/>
                  <a:gdLst/>
                  <a:ahLst/>
                  <a:cxnLst/>
                  <a:rect l="l" t="t" r="r" b="b"/>
                  <a:pathLst>
                    <a:path w="3761041" h="9525">
                      <a:moveTo>
                        <a:pt x="3761042"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19" name="Freeform 19"/>
                <p:cNvSpPr/>
                <p:nvPr/>
              </p:nvSpPr>
              <p:spPr>
                <a:xfrm>
                  <a:off x="8111584" y="-2287803"/>
                  <a:ext cx="430815" cy="336041"/>
                </a:xfrm>
                <a:custGeom>
                  <a:avLst/>
                  <a:gdLst/>
                  <a:ahLst/>
                  <a:cxnLst/>
                  <a:rect l="l" t="t" r="r" b="b"/>
                  <a:pathLst>
                    <a:path w="430815" h="336041">
                      <a:moveTo>
                        <a:pt x="430816" y="336042"/>
                      </a:moveTo>
                      <a:lnTo>
                        <a:pt x="255366" y="249650"/>
                      </a:lnTo>
                      <a:lnTo>
                        <a:pt x="124683" y="336042"/>
                      </a:lnTo>
                      <a:lnTo>
                        <a:pt x="0" y="0"/>
                      </a:lnTo>
                      <a:lnTo>
                        <a:pt x="306134" y="0"/>
                      </a:ln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5757385" y="-2251893"/>
                  <a:ext cx="919733" cy="225361"/>
                </a:xfrm>
                <a:custGeom>
                  <a:avLst/>
                  <a:gdLst/>
                  <a:ahLst/>
                  <a:cxnLst/>
                  <a:rect l="l" t="t" r="r" b="b"/>
                  <a:pathLst>
                    <a:path w="919733" h="225361">
                      <a:moveTo>
                        <a:pt x="919734" y="112681"/>
                      </a:moveTo>
                      <a:cubicBezTo>
                        <a:pt x="919734" y="174913"/>
                        <a:pt x="713845" y="225361"/>
                        <a:pt x="459867" y="225361"/>
                      </a:cubicBezTo>
                      <a:cubicBezTo>
                        <a:pt x="205889" y="225361"/>
                        <a:pt x="0" y="174912"/>
                        <a:pt x="0" y="112681"/>
                      </a:cubicBezTo>
                      <a:cubicBezTo>
                        <a:pt x="0" y="50449"/>
                        <a:pt x="205889" y="0"/>
                        <a:pt x="459867" y="0"/>
                      </a:cubicBezTo>
                      <a:cubicBezTo>
                        <a:pt x="713845" y="0"/>
                        <a:pt x="919734" y="50449"/>
                        <a:pt x="919734" y="112681"/>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nvGrpSpPr>
              <p:cNvPr id="21" name="Group 21"/>
              <p:cNvGrpSpPr/>
              <p:nvPr/>
            </p:nvGrpSpPr>
            <p:grpSpPr>
              <a:xfrm>
                <a:off x="6550754" y="-3503193"/>
                <a:ext cx="4401184" cy="861631"/>
                <a:chOff x="6550754" y="-3503193"/>
                <a:chExt cx="4401184" cy="861631"/>
              </a:xfrm>
            </p:grpSpPr>
            <p:grpSp>
              <p:nvGrpSpPr>
                <p:cNvPr id="22" name="Group 22"/>
                <p:cNvGrpSpPr/>
                <p:nvPr/>
              </p:nvGrpSpPr>
              <p:grpSpPr>
                <a:xfrm>
                  <a:off x="6550754" y="-3503193"/>
                  <a:ext cx="4401184" cy="861631"/>
                  <a:chOff x="6550754" y="-3503193"/>
                  <a:chExt cx="4401184" cy="861631"/>
                </a:xfrm>
              </p:grpSpPr>
              <p:sp>
                <p:nvSpPr>
                  <p:cNvPr id="23" name="Freeform 23"/>
                  <p:cNvSpPr/>
                  <p:nvPr/>
                </p:nvSpPr>
                <p:spPr>
                  <a:xfrm>
                    <a:off x="7752238"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3"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6583520" y="-3503193"/>
                    <a:ext cx="1346803" cy="861631"/>
                  </a:xfrm>
                  <a:custGeom>
                    <a:avLst/>
                    <a:gdLst/>
                    <a:ahLst/>
                    <a:cxnLst/>
                    <a:rect l="l" t="t" r="r" b="b"/>
                    <a:pathLst>
                      <a:path w="1346803" h="861631">
                        <a:moveTo>
                          <a:pt x="1346803" y="861632"/>
                        </a:moveTo>
                        <a:lnTo>
                          <a:pt x="178181" y="861632"/>
                        </a:lnTo>
                        <a:cubicBezTo>
                          <a:pt x="-222726" y="388906"/>
                          <a:pt x="178181" y="0"/>
                          <a:pt x="178181" y="0"/>
                        </a:cubicBezTo>
                        <a:lnTo>
                          <a:pt x="1346803" y="0"/>
                        </a:lnTo>
                        <a:cubicBezTo>
                          <a:pt x="1346803" y="0"/>
                          <a:pt x="945896" y="388906"/>
                          <a:pt x="1346803" y="861632"/>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8028272" y="-3503097"/>
                    <a:ext cx="2923666" cy="861536"/>
                  </a:xfrm>
                  <a:custGeom>
                    <a:avLst/>
                    <a:gdLst/>
                    <a:ahLst/>
                    <a:cxnLst/>
                    <a:rect l="l" t="t" r="r" b="b"/>
                    <a:pathLst>
                      <a:path w="2923666" h="861536">
                        <a:moveTo>
                          <a:pt x="132652" y="295370"/>
                        </a:moveTo>
                        <a:cubicBezTo>
                          <a:pt x="86551" y="447294"/>
                          <a:pt x="120078" y="599694"/>
                          <a:pt x="232188" y="748951"/>
                        </a:cubicBezTo>
                        <a:lnTo>
                          <a:pt x="2867375" y="748951"/>
                        </a:lnTo>
                        <a:cubicBezTo>
                          <a:pt x="2898426" y="748951"/>
                          <a:pt x="2923667" y="774097"/>
                          <a:pt x="2923667" y="805244"/>
                        </a:cubicBezTo>
                        <a:lnTo>
                          <a:pt x="2923667" y="805244"/>
                        </a:lnTo>
                        <a:cubicBezTo>
                          <a:pt x="2923667" y="836295"/>
                          <a:pt x="2898521" y="861536"/>
                          <a:pt x="2867375" y="861536"/>
                        </a:cubicBezTo>
                        <a:lnTo>
                          <a:pt x="178181" y="861536"/>
                        </a:lnTo>
                        <a:cubicBezTo>
                          <a:pt x="-222726" y="388906"/>
                          <a:pt x="178181" y="0"/>
                          <a:pt x="178181" y="0"/>
                        </a:cubicBezTo>
                        <a:lnTo>
                          <a:pt x="2867375" y="0"/>
                        </a:lnTo>
                        <a:cubicBezTo>
                          <a:pt x="2898426" y="0"/>
                          <a:pt x="2923667" y="25146"/>
                          <a:pt x="2923667" y="56293"/>
                        </a:cubicBezTo>
                        <a:lnTo>
                          <a:pt x="2923667" y="56293"/>
                        </a:lnTo>
                        <a:cubicBezTo>
                          <a:pt x="2923667" y="87344"/>
                          <a:pt x="2898521" y="112586"/>
                          <a:pt x="2867375" y="112586"/>
                        </a:cubicBezTo>
                        <a:lnTo>
                          <a:pt x="229235" y="112586"/>
                        </a:lnTo>
                        <a:cubicBezTo>
                          <a:pt x="200946" y="148495"/>
                          <a:pt x="157702" y="212788"/>
                          <a:pt x="132652" y="295370"/>
                        </a:cubicBez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8140881" y="-3390607"/>
                    <a:ext cx="2644085" cy="636555"/>
                  </a:xfrm>
                  <a:custGeom>
                    <a:avLst/>
                    <a:gdLst/>
                    <a:ahLst/>
                    <a:cxnLst/>
                    <a:rect l="l" t="t" r="r" b="b"/>
                    <a:pathLst>
                      <a:path w="2644085" h="636555">
                        <a:moveTo>
                          <a:pt x="2644086" y="0"/>
                        </a:moveTo>
                        <a:lnTo>
                          <a:pt x="2644086" y="636556"/>
                        </a:lnTo>
                        <a:lnTo>
                          <a:pt x="119579" y="636556"/>
                        </a:lnTo>
                        <a:cubicBezTo>
                          <a:pt x="7470" y="487299"/>
                          <a:pt x="-26058" y="334899"/>
                          <a:pt x="20043" y="182975"/>
                        </a:cubicBezTo>
                        <a:cubicBezTo>
                          <a:pt x="45094" y="100298"/>
                          <a:pt x="88337" y="36004"/>
                          <a:pt x="116626" y="0"/>
                        </a:cubicBezTo>
                        <a:lnTo>
                          <a:pt x="2644086" y="0"/>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6550754"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4"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grpSp>
            <p:sp>
              <p:nvSpPr>
                <p:cNvPr id="28" name="Freeform 28"/>
                <p:cNvSpPr/>
                <p:nvPr/>
              </p:nvSpPr>
              <p:spPr>
                <a:xfrm>
                  <a:off x="8773667" y="-3194963"/>
                  <a:ext cx="1782318" cy="9525"/>
                </a:xfrm>
                <a:custGeom>
                  <a:avLst/>
                  <a:gdLst/>
                  <a:ahLst/>
                  <a:cxnLst/>
                  <a:rect l="l" t="t" r="r" b="b"/>
                  <a:pathLst>
                    <a:path w="1782318" h="9525">
                      <a:moveTo>
                        <a:pt x="1782318"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29" name="Freeform 29"/>
                <p:cNvSpPr/>
                <p:nvPr/>
              </p:nvSpPr>
              <p:spPr>
                <a:xfrm>
                  <a:off x="9473564" y="-3078949"/>
                  <a:ext cx="1071276" cy="9525"/>
                </a:xfrm>
                <a:custGeom>
                  <a:avLst/>
                  <a:gdLst/>
                  <a:ahLst/>
                  <a:cxnLst/>
                  <a:rect l="l" t="t" r="r" b="b"/>
                  <a:pathLst>
                    <a:path w="1071276" h="9525">
                      <a:moveTo>
                        <a:pt x="0" y="0"/>
                      </a:moveTo>
                      <a:lnTo>
                        <a:pt x="107127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30" name="Freeform 30"/>
                <p:cNvSpPr/>
                <p:nvPr/>
              </p:nvSpPr>
              <p:spPr>
                <a:xfrm>
                  <a:off x="8413908" y="-2875019"/>
                  <a:ext cx="2258853" cy="9525"/>
                </a:xfrm>
                <a:custGeom>
                  <a:avLst/>
                  <a:gdLst/>
                  <a:ahLst/>
                  <a:cxnLst/>
                  <a:rect l="l" t="t" r="r" b="b"/>
                  <a:pathLst>
                    <a:path w="2258853" h="9525">
                      <a:moveTo>
                        <a:pt x="2258854"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31" name="Group 31"/>
              <p:cNvGrpSpPr/>
              <p:nvPr/>
            </p:nvGrpSpPr>
            <p:grpSpPr>
              <a:xfrm>
                <a:off x="9038137" y="-5239314"/>
                <a:ext cx="1631705" cy="1728487"/>
                <a:chOff x="9038137" y="-5239314"/>
                <a:chExt cx="1631705" cy="1728487"/>
              </a:xfrm>
            </p:grpSpPr>
            <p:grpSp>
              <p:nvGrpSpPr>
                <p:cNvPr id="32" name="Group 32"/>
                <p:cNvGrpSpPr/>
                <p:nvPr/>
              </p:nvGrpSpPr>
              <p:grpSpPr>
                <a:xfrm>
                  <a:off x="9038137" y="-5239314"/>
                  <a:ext cx="1631705" cy="1728487"/>
                  <a:chOff x="9038137" y="-5239314"/>
                  <a:chExt cx="1631705" cy="1728487"/>
                </a:xfrm>
              </p:grpSpPr>
              <p:sp>
                <p:nvSpPr>
                  <p:cNvPr id="33" name="Freeform 33"/>
                  <p:cNvSpPr/>
                  <p:nvPr/>
                </p:nvSpPr>
                <p:spPr>
                  <a:xfrm>
                    <a:off x="9099422" y="-5217209"/>
                    <a:ext cx="753808" cy="392067"/>
                  </a:xfrm>
                  <a:custGeom>
                    <a:avLst/>
                    <a:gdLst/>
                    <a:ahLst/>
                    <a:cxnLst/>
                    <a:rect l="l" t="t" r="r" b="b"/>
                    <a:pathLst>
                      <a:path w="753808" h="392067">
                        <a:moveTo>
                          <a:pt x="0" y="37426"/>
                        </a:moveTo>
                        <a:cubicBezTo>
                          <a:pt x="0" y="37426"/>
                          <a:pt x="114776" y="436142"/>
                          <a:pt x="753808" y="388041"/>
                        </a:cubicBezTo>
                        <a:cubicBezTo>
                          <a:pt x="753808" y="387946"/>
                          <a:pt x="700088" y="-143073"/>
                          <a:pt x="0" y="37426"/>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9713403" y="-5239314"/>
                    <a:ext cx="152788" cy="527399"/>
                  </a:xfrm>
                  <a:custGeom>
                    <a:avLst/>
                    <a:gdLst/>
                    <a:ahLst/>
                    <a:cxnLst/>
                    <a:rect l="l" t="t" r="r" b="b"/>
                    <a:pathLst>
                      <a:path w="152788" h="527399">
                        <a:moveTo>
                          <a:pt x="0" y="0"/>
                        </a:moveTo>
                        <a:cubicBezTo>
                          <a:pt x="0" y="0"/>
                          <a:pt x="242126" y="154876"/>
                          <a:pt x="116777" y="527399"/>
                        </a:cubicBez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35" name="Freeform 35"/>
                  <p:cNvSpPr/>
                  <p:nvPr/>
                </p:nvSpPr>
                <p:spPr>
                  <a:xfrm>
                    <a:off x="9038137" y="-4857608"/>
                    <a:ext cx="1631705" cy="1346781"/>
                  </a:xfrm>
                  <a:custGeom>
                    <a:avLst/>
                    <a:gdLst/>
                    <a:ahLst/>
                    <a:cxnLst/>
                    <a:rect l="l" t="t" r="r" b="b"/>
                    <a:pathLst>
                      <a:path w="1631705" h="1346781">
                        <a:moveTo>
                          <a:pt x="776994" y="138454"/>
                        </a:moveTo>
                        <a:cubicBezTo>
                          <a:pt x="776994" y="138454"/>
                          <a:pt x="29662" y="-226163"/>
                          <a:pt x="1278" y="410679"/>
                        </a:cubicBezTo>
                        <a:cubicBezTo>
                          <a:pt x="-27012" y="1047425"/>
                          <a:pt x="418854" y="1360512"/>
                          <a:pt x="899962" y="1346320"/>
                        </a:cubicBezTo>
                        <a:cubicBezTo>
                          <a:pt x="1381069" y="1332127"/>
                          <a:pt x="1858748" y="641089"/>
                          <a:pt x="1514610" y="173411"/>
                        </a:cubicBezTo>
                        <a:cubicBezTo>
                          <a:pt x="1243338" y="-195206"/>
                          <a:pt x="776994" y="138454"/>
                          <a:pt x="776994" y="138454"/>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grpSp>
            <p:sp>
              <p:nvSpPr>
                <p:cNvPr id="36" name="Freeform 36"/>
                <p:cNvSpPr/>
                <p:nvPr/>
              </p:nvSpPr>
              <p:spPr>
                <a:xfrm>
                  <a:off x="10044112" y="-4788306"/>
                  <a:ext cx="354711" cy="208978"/>
                </a:xfrm>
                <a:custGeom>
                  <a:avLst/>
                  <a:gdLst/>
                  <a:ahLst/>
                  <a:cxnLst/>
                  <a:rect l="l" t="t" r="r" b="b"/>
                  <a:pathLst>
                    <a:path w="354711" h="208978">
                      <a:moveTo>
                        <a:pt x="354711" y="104489"/>
                      </a:moveTo>
                      <a:cubicBezTo>
                        <a:pt x="354711" y="162197"/>
                        <a:pt x="275306" y="208979"/>
                        <a:pt x="177355" y="208979"/>
                      </a:cubicBezTo>
                      <a:cubicBezTo>
                        <a:pt x="79405" y="208979"/>
                        <a:pt x="0" y="162197"/>
                        <a:pt x="0" y="104489"/>
                      </a:cubicBezTo>
                      <a:cubicBezTo>
                        <a:pt x="0" y="46781"/>
                        <a:pt x="79405" y="0"/>
                        <a:pt x="177355" y="0"/>
                      </a:cubicBezTo>
                      <a:cubicBezTo>
                        <a:pt x="275306" y="0"/>
                        <a:pt x="354711" y="46781"/>
                        <a:pt x="354711" y="104489"/>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grpSp>
        </p:grpSp>
        <p:sp>
          <p:nvSpPr>
            <p:cNvPr id="37" name="Freeform 37"/>
            <p:cNvSpPr/>
            <p:nvPr/>
          </p:nvSpPr>
          <p:spPr>
            <a:xfrm>
              <a:off x="7813458" y="3255479"/>
              <a:ext cx="959725" cy="960911"/>
            </a:xfrm>
            <a:custGeom>
              <a:avLst/>
              <a:gdLst/>
              <a:ahLst/>
              <a:cxnLst/>
              <a:rect l="l" t="t" r="r" b="b"/>
              <a:pathLst>
                <a:path w="959725" h="960911">
                  <a:moveTo>
                    <a:pt x="705225" y="36475"/>
                  </a:moveTo>
                  <a:lnTo>
                    <a:pt x="702939" y="312319"/>
                  </a:lnTo>
                  <a:cubicBezTo>
                    <a:pt x="702843" y="324225"/>
                    <a:pt x="708558" y="335369"/>
                    <a:pt x="718369" y="342227"/>
                  </a:cubicBezTo>
                  <a:lnTo>
                    <a:pt x="944302" y="500533"/>
                  </a:lnTo>
                  <a:cubicBezTo>
                    <a:pt x="968877" y="517678"/>
                    <a:pt x="962971" y="555587"/>
                    <a:pt x="934491" y="564636"/>
                  </a:cubicBezTo>
                  <a:lnTo>
                    <a:pt x="671411" y="647694"/>
                  </a:lnTo>
                  <a:cubicBezTo>
                    <a:pt x="660076" y="651314"/>
                    <a:pt x="651218" y="660172"/>
                    <a:pt x="647694" y="671602"/>
                  </a:cubicBezTo>
                  <a:lnTo>
                    <a:pt x="567017" y="935349"/>
                  </a:lnTo>
                  <a:cubicBezTo>
                    <a:pt x="558254" y="964019"/>
                    <a:pt x="520440" y="970115"/>
                    <a:pt x="503009" y="945732"/>
                  </a:cubicBezTo>
                  <a:lnTo>
                    <a:pt x="342703" y="721227"/>
                  </a:lnTo>
                  <a:cubicBezTo>
                    <a:pt x="335750" y="711512"/>
                    <a:pt x="324510" y="705892"/>
                    <a:pt x="312699" y="706082"/>
                  </a:cubicBezTo>
                  <a:lnTo>
                    <a:pt x="36855" y="710845"/>
                  </a:lnTo>
                  <a:cubicBezTo>
                    <a:pt x="6947" y="711321"/>
                    <a:pt x="-10674" y="677317"/>
                    <a:pt x="7137" y="653219"/>
                  </a:cubicBezTo>
                  <a:lnTo>
                    <a:pt x="171158" y="431381"/>
                  </a:lnTo>
                  <a:cubicBezTo>
                    <a:pt x="178206" y="421856"/>
                    <a:pt x="180111" y="409379"/>
                    <a:pt x="176301" y="398139"/>
                  </a:cubicBezTo>
                  <a:lnTo>
                    <a:pt x="86576" y="137249"/>
                  </a:lnTo>
                  <a:cubicBezTo>
                    <a:pt x="76860" y="108960"/>
                    <a:pt x="103816" y="81719"/>
                    <a:pt x="132201" y="91244"/>
                  </a:cubicBezTo>
                  <a:lnTo>
                    <a:pt x="393852" y="178683"/>
                  </a:lnTo>
                  <a:cubicBezTo>
                    <a:pt x="405092" y="182493"/>
                    <a:pt x="417570" y="180398"/>
                    <a:pt x="427095" y="173254"/>
                  </a:cubicBezTo>
                  <a:lnTo>
                    <a:pt x="647408" y="7328"/>
                  </a:lnTo>
                  <a:cubicBezTo>
                    <a:pt x="671316" y="-10674"/>
                    <a:pt x="705510" y="6566"/>
                    <a:pt x="705225" y="36475"/>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8" name="Freeform 38"/>
            <p:cNvSpPr/>
            <p:nvPr/>
          </p:nvSpPr>
          <p:spPr>
            <a:xfrm>
              <a:off x="9462589" y="461102"/>
              <a:ext cx="494489" cy="1314545"/>
            </a:xfrm>
            <a:custGeom>
              <a:avLst/>
              <a:gdLst/>
              <a:ahLst/>
              <a:cxnLst/>
              <a:rect l="l" t="t" r="r" b="b"/>
              <a:pathLst>
                <a:path w="494489" h="1314545">
                  <a:moveTo>
                    <a:pt x="217091" y="0"/>
                  </a:moveTo>
                  <a:cubicBezTo>
                    <a:pt x="733537" y="224599"/>
                    <a:pt x="425308" y="828104"/>
                    <a:pt x="126127" y="859917"/>
                  </a:cubicBezTo>
                  <a:cubicBezTo>
                    <a:pt x="-173053" y="891730"/>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9" name="Freeform 39"/>
            <p:cNvSpPr/>
            <p:nvPr/>
          </p:nvSpPr>
          <p:spPr>
            <a:xfrm>
              <a:off x="1845906" y="782715"/>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nvGrpSpPr>
            <p:cNvPr id="40" name="Group 40"/>
            <p:cNvGrpSpPr/>
            <p:nvPr/>
          </p:nvGrpSpPr>
          <p:grpSpPr>
            <a:xfrm>
              <a:off x="1" y="1063960"/>
              <a:ext cx="5259062" cy="5794611"/>
              <a:chOff x="0" y="257633"/>
              <a:chExt cx="5990867" cy="6600938"/>
            </a:xfrm>
          </p:grpSpPr>
          <p:sp>
            <p:nvSpPr>
              <p:cNvPr id="41" name="Freeform 41"/>
              <p:cNvSpPr/>
              <p:nvPr/>
            </p:nvSpPr>
            <p:spPr>
              <a:xfrm>
                <a:off x="575595" y="257633"/>
                <a:ext cx="2406205" cy="2236469"/>
              </a:xfrm>
              <a:custGeom>
                <a:avLst/>
                <a:gdLst/>
                <a:ahLst/>
                <a:cxnLst/>
                <a:rect l="l" t="t" r="r" b="b"/>
                <a:pathLst>
                  <a:path w="2406205" h="2236470">
                    <a:moveTo>
                      <a:pt x="2406205" y="1118235"/>
                    </a:moveTo>
                    <a:cubicBezTo>
                      <a:pt x="2406205" y="1735819"/>
                      <a:pt x="1867558" y="2236470"/>
                      <a:pt x="1203103" y="2236470"/>
                    </a:cubicBezTo>
                    <a:cubicBezTo>
                      <a:pt x="538647" y="2236470"/>
                      <a:pt x="0" y="1735819"/>
                      <a:pt x="0" y="1118235"/>
                    </a:cubicBezTo>
                    <a:cubicBezTo>
                      <a:pt x="0" y="500651"/>
                      <a:pt x="538647" y="0"/>
                      <a:pt x="1203103" y="0"/>
                    </a:cubicBezTo>
                    <a:cubicBezTo>
                      <a:pt x="1867558" y="0"/>
                      <a:pt x="2406205" y="500651"/>
                      <a:pt x="2406205" y="1118235"/>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grpSp>
            <p:nvGrpSpPr>
              <p:cNvPr id="42" name="Group 42"/>
              <p:cNvGrpSpPr/>
              <p:nvPr/>
            </p:nvGrpSpPr>
            <p:grpSpPr>
              <a:xfrm>
                <a:off x="377571" y="2105025"/>
                <a:ext cx="5613296" cy="4707350"/>
                <a:chOff x="377571" y="2105025"/>
                <a:chExt cx="5613296" cy="4707350"/>
              </a:xfrm>
              <a:solidFill>
                <a:srgbClr val="FFCB48"/>
              </a:solidFill>
            </p:grpSpPr>
            <p:sp>
              <p:nvSpPr>
                <p:cNvPr id="43" name="Freeform 43"/>
                <p:cNvSpPr/>
                <p:nvPr/>
              </p:nvSpPr>
              <p:spPr>
                <a:xfrm>
                  <a:off x="377571" y="2105025"/>
                  <a:ext cx="1482090" cy="1348359"/>
                </a:xfrm>
                <a:custGeom>
                  <a:avLst/>
                  <a:gdLst/>
                  <a:ahLst/>
                  <a:cxnLst/>
                  <a:rect l="l" t="t" r="r" b="b"/>
                  <a:pathLst>
                    <a:path w="1482090" h="1348359">
                      <a:moveTo>
                        <a:pt x="1482090" y="674180"/>
                      </a:moveTo>
                      <a:cubicBezTo>
                        <a:pt x="1482090" y="1046519"/>
                        <a:pt x="1150313" y="1348359"/>
                        <a:pt x="741045" y="1348359"/>
                      </a:cubicBezTo>
                      <a:cubicBezTo>
                        <a:pt x="331777" y="1348359"/>
                        <a:pt x="0" y="1046519"/>
                        <a:pt x="0" y="674180"/>
                      </a:cubicBezTo>
                      <a:cubicBezTo>
                        <a:pt x="0" y="301840"/>
                        <a:pt x="331777" y="0"/>
                        <a:pt x="741045" y="0"/>
                      </a:cubicBezTo>
                      <a:cubicBezTo>
                        <a:pt x="1150313" y="0"/>
                        <a:pt x="1482090" y="301840"/>
                        <a:pt x="1482090" y="674180"/>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912399" y="3318031"/>
                  <a:ext cx="5078467" cy="3494343"/>
                </a:xfrm>
                <a:custGeom>
                  <a:avLst/>
                  <a:gdLst/>
                  <a:ahLst/>
                  <a:cxnLst/>
                  <a:rect l="l" t="t" r="r" b="b"/>
                  <a:pathLst>
                    <a:path w="5078467" h="3494343">
                      <a:moveTo>
                        <a:pt x="149447" y="8193"/>
                      </a:moveTo>
                      <a:cubicBezTo>
                        <a:pt x="149447" y="52294"/>
                        <a:pt x="595503" y="635415"/>
                        <a:pt x="1153001" y="272988"/>
                      </a:cubicBezTo>
                      <a:cubicBezTo>
                        <a:pt x="1710500" y="-89438"/>
                        <a:pt x="2379535" y="-173067"/>
                        <a:pt x="2421350" y="537783"/>
                      </a:cubicBezTo>
                      <a:cubicBezTo>
                        <a:pt x="2463165" y="1248634"/>
                        <a:pt x="2783777" y="1429799"/>
                        <a:pt x="2895219" y="1151003"/>
                      </a:cubicBezTo>
                      <a:cubicBezTo>
                        <a:pt x="3006757" y="872206"/>
                        <a:pt x="3427667" y="861824"/>
                        <a:pt x="3433572" y="1165957"/>
                      </a:cubicBezTo>
                      <a:cubicBezTo>
                        <a:pt x="3439382" y="1470090"/>
                        <a:pt x="3221927" y="1956341"/>
                        <a:pt x="3646265" y="1978725"/>
                      </a:cubicBezTo>
                      <a:cubicBezTo>
                        <a:pt x="4070509" y="2001014"/>
                        <a:pt x="4271486" y="1606583"/>
                        <a:pt x="4532090" y="1904335"/>
                      </a:cubicBezTo>
                      <a:cubicBezTo>
                        <a:pt x="4792599" y="2202087"/>
                        <a:pt x="4152424" y="2015968"/>
                        <a:pt x="4293870" y="2388205"/>
                      </a:cubicBezTo>
                      <a:cubicBezTo>
                        <a:pt x="4435317" y="2760347"/>
                        <a:pt x="4577429" y="2850739"/>
                        <a:pt x="4853274" y="2988661"/>
                      </a:cubicBezTo>
                      <a:cubicBezTo>
                        <a:pt x="5129118" y="3126583"/>
                        <a:pt x="5073968" y="3494343"/>
                        <a:pt x="5073968" y="3494343"/>
                      </a:cubicBezTo>
                      <a:lnTo>
                        <a:pt x="0" y="3494343"/>
                      </a:lnTo>
                      <a:cubicBezTo>
                        <a:pt x="0" y="3494343"/>
                        <a:pt x="149447" y="-19334"/>
                        <a:pt x="149447" y="819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342477" y="4379976"/>
                  <a:ext cx="300799" cy="319087"/>
                </a:xfrm>
                <a:custGeom>
                  <a:avLst/>
                  <a:gdLst/>
                  <a:ahLst/>
                  <a:cxnLst/>
                  <a:rect l="l" t="t" r="r" b="b"/>
                  <a:pathLst>
                    <a:path w="300799" h="319087">
                      <a:moveTo>
                        <a:pt x="300799" y="159544"/>
                      </a:moveTo>
                      <a:cubicBezTo>
                        <a:pt x="300799" y="247657"/>
                        <a:pt x="233463" y="319087"/>
                        <a:pt x="150400" y="319087"/>
                      </a:cubicBezTo>
                      <a:cubicBezTo>
                        <a:pt x="67336" y="319087"/>
                        <a:pt x="0" y="247657"/>
                        <a:pt x="0" y="159544"/>
                      </a:cubicBezTo>
                      <a:cubicBezTo>
                        <a:pt x="0" y="71430"/>
                        <a:pt x="67336" y="0"/>
                        <a:pt x="150400" y="0"/>
                      </a:cubicBezTo>
                      <a:cubicBezTo>
                        <a:pt x="233463" y="0"/>
                        <a:pt x="300799" y="71430"/>
                        <a:pt x="300799" y="159544"/>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grpSp>
            <p:nvGrpSpPr>
              <p:cNvPr id="46" name="Group 46"/>
              <p:cNvGrpSpPr/>
              <p:nvPr/>
            </p:nvGrpSpPr>
            <p:grpSpPr>
              <a:xfrm>
                <a:off x="2435076" y="5916549"/>
                <a:ext cx="3350122" cy="927068"/>
                <a:chOff x="2435076" y="5916549"/>
                <a:chExt cx="3350122" cy="927068"/>
              </a:xfrm>
            </p:grpSpPr>
            <p:grpSp>
              <p:nvGrpSpPr>
                <p:cNvPr id="47" name="Group 47"/>
                <p:cNvGrpSpPr/>
                <p:nvPr/>
              </p:nvGrpSpPr>
              <p:grpSpPr>
                <a:xfrm>
                  <a:off x="2435076" y="5916549"/>
                  <a:ext cx="3350122" cy="927068"/>
                  <a:chOff x="2435076" y="5916549"/>
                  <a:chExt cx="3350122" cy="927068"/>
                </a:xfrm>
              </p:grpSpPr>
              <p:sp>
                <p:nvSpPr>
                  <p:cNvPr id="48" name="Freeform 48"/>
                  <p:cNvSpPr/>
                  <p:nvPr/>
                </p:nvSpPr>
                <p:spPr>
                  <a:xfrm>
                    <a:off x="2435076" y="5916549"/>
                    <a:ext cx="3350122" cy="927068"/>
                  </a:xfrm>
                  <a:custGeom>
                    <a:avLst/>
                    <a:gdLst/>
                    <a:ahLst/>
                    <a:cxnLst/>
                    <a:rect l="l" t="t" r="r" b="b"/>
                    <a:pathLst>
                      <a:path w="3350122" h="927068">
                        <a:moveTo>
                          <a:pt x="3350122" y="866585"/>
                        </a:moveTo>
                        <a:cubicBezTo>
                          <a:pt x="3350122" y="883253"/>
                          <a:pt x="3343265" y="898398"/>
                          <a:pt x="3332406" y="909352"/>
                        </a:cubicBezTo>
                        <a:cubicBezTo>
                          <a:pt x="3321357" y="920210"/>
                          <a:pt x="3306308" y="927068"/>
                          <a:pt x="3289639" y="927068"/>
                        </a:cubicBezTo>
                        <a:lnTo>
                          <a:pt x="191728" y="927068"/>
                        </a:lnTo>
                        <a:cubicBezTo>
                          <a:pt x="-239660" y="418529"/>
                          <a:pt x="191728" y="0"/>
                          <a:pt x="191728" y="0"/>
                        </a:cubicBezTo>
                        <a:lnTo>
                          <a:pt x="3289544" y="0"/>
                        </a:lnTo>
                        <a:cubicBezTo>
                          <a:pt x="3322881" y="0"/>
                          <a:pt x="3350122" y="27146"/>
                          <a:pt x="3350122" y="60579"/>
                        </a:cubicBezTo>
                        <a:cubicBezTo>
                          <a:pt x="3350122" y="77248"/>
                          <a:pt x="3343265" y="92488"/>
                          <a:pt x="3332406" y="103346"/>
                        </a:cubicBezTo>
                        <a:cubicBezTo>
                          <a:pt x="3321357" y="114205"/>
                          <a:pt x="3306308" y="121063"/>
                          <a:pt x="3289639" y="121063"/>
                        </a:cubicBezTo>
                        <a:lnTo>
                          <a:pt x="246592" y="121063"/>
                        </a:lnTo>
                        <a:cubicBezTo>
                          <a:pt x="216302" y="159829"/>
                          <a:pt x="169630" y="228981"/>
                          <a:pt x="142769" y="317945"/>
                        </a:cubicBezTo>
                        <a:cubicBezTo>
                          <a:pt x="93239" y="481394"/>
                          <a:pt x="129244" y="645414"/>
                          <a:pt x="249926" y="806005"/>
                        </a:cubicBezTo>
                        <a:lnTo>
                          <a:pt x="3289639" y="806005"/>
                        </a:lnTo>
                        <a:cubicBezTo>
                          <a:pt x="3322976" y="806005"/>
                          <a:pt x="3350122" y="833056"/>
                          <a:pt x="3350122" y="866585"/>
                        </a:cubicBezTo>
                        <a:close/>
                      </a:path>
                    </a:pathLst>
                  </a:custGeom>
                  <a:solidFill>
                    <a:srgbClr val="FF8886"/>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2556331" y="6037707"/>
                    <a:ext cx="3049226" cy="684847"/>
                  </a:xfrm>
                  <a:custGeom>
                    <a:avLst/>
                    <a:gdLst/>
                    <a:ahLst/>
                    <a:cxnLst/>
                    <a:rect l="l" t="t" r="r" b="b"/>
                    <a:pathLst>
                      <a:path w="3049226" h="684847">
                        <a:moveTo>
                          <a:pt x="3049226" y="0"/>
                        </a:moveTo>
                        <a:lnTo>
                          <a:pt x="3049226" y="684847"/>
                        </a:lnTo>
                        <a:lnTo>
                          <a:pt x="128671" y="684847"/>
                        </a:lnTo>
                        <a:cubicBezTo>
                          <a:pt x="8084" y="524256"/>
                          <a:pt x="-28015" y="360331"/>
                          <a:pt x="21515" y="196882"/>
                        </a:cubicBezTo>
                        <a:cubicBezTo>
                          <a:pt x="48470" y="108013"/>
                          <a:pt x="94952" y="38767"/>
                          <a:pt x="125432" y="95"/>
                        </a:cubicBezTo>
                        <a:lnTo>
                          <a:pt x="3049226" y="95"/>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50" name="Freeform 50"/>
                <p:cNvSpPr/>
                <p:nvPr/>
              </p:nvSpPr>
              <p:spPr>
                <a:xfrm>
                  <a:off x="3237166" y="6248209"/>
                  <a:ext cx="2121979" cy="9525"/>
                </a:xfrm>
                <a:custGeom>
                  <a:avLst/>
                  <a:gdLst/>
                  <a:ahLst/>
                  <a:cxnLst/>
                  <a:rect l="l" t="t" r="r" b="b"/>
                  <a:pathLst>
                    <a:path w="2121979" h="9525">
                      <a:moveTo>
                        <a:pt x="2121980"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1" name="Freeform 51"/>
                <p:cNvSpPr/>
                <p:nvPr/>
              </p:nvSpPr>
              <p:spPr>
                <a:xfrm>
                  <a:off x="3990117" y="6372987"/>
                  <a:ext cx="1357026" cy="9525"/>
                </a:xfrm>
                <a:custGeom>
                  <a:avLst/>
                  <a:gdLst/>
                  <a:ahLst/>
                  <a:cxnLst/>
                  <a:rect l="l" t="t" r="r" b="b"/>
                  <a:pathLst>
                    <a:path w="1357026" h="9525">
                      <a:moveTo>
                        <a:pt x="0" y="0"/>
                      </a:moveTo>
                      <a:lnTo>
                        <a:pt x="1357027"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2" name="Freeform 52"/>
                <p:cNvSpPr/>
                <p:nvPr/>
              </p:nvSpPr>
              <p:spPr>
                <a:xfrm>
                  <a:off x="2849975" y="6592443"/>
                  <a:ext cx="2634805" cy="9525"/>
                </a:xfrm>
                <a:custGeom>
                  <a:avLst/>
                  <a:gdLst/>
                  <a:ahLst/>
                  <a:cxnLst/>
                  <a:rect l="l" t="t" r="r" b="b"/>
                  <a:pathLst>
                    <a:path w="2634805" h="9525">
                      <a:moveTo>
                        <a:pt x="2634806" y="0"/>
                      </a:moveTo>
                      <a:lnTo>
                        <a:pt x="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3" name="Freeform 53"/>
                <p:cNvSpPr/>
                <p:nvPr/>
              </p:nvSpPr>
              <p:spPr>
                <a:xfrm>
                  <a:off x="3217735" y="6237065"/>
                  <a:ext cx="328041" cy="255841"/>
                </a:xfrm>
                <a:custGeom>
                  <a:avLst/>
                  <a:gdLst/>
                  <a:ahLst/>
                  <a:cxnLst/>
                  <a:rect l="l" t="t" r="r" b="b"/>
                  <a:pathLst>
                    <a:path w="328041" h="255841">
                      <a:moveTo>
                        <a:pt x="328041" y="255842"/>
                      </a:moveTo>
                      <a:lnTo>
                        <a:pt x="194405" y="190119"/>
                      </a:lnTo>
                      <a:lnTo>
                        <a:pt x="94964" y="255842"/>
                      </a:lnTo>
                      <a:lnTo>
                        <a:pt x="0" y="0"/>
                      </a:lnTo>
                      <a:lnTo>
                        <a:pt x="233077" y="0"/>
                      </a:lnTo>
                      <a:close/>
                    </a:path>
                  </a:pathLst>
                </a:custGeom>
                <a:solidFill>
                  <a:srgbClr val="0C1A44"/>
                </a:solidFill>
                <a:ln cap="flat">
                  <a:prstDash val="solid"/>
                </a:ln>
              </p:spPr>
              <p:txBody>
                <a:bodyPr vert="horz" lIns="91440" tIns="45720" rIns="91440" bIns="45720" anchor="ctr">
                  <a:normAutofit/>
                </a:bodyPr>
                <a:lstStyle/>
                <a:p>
                  <a:pPr marL="0" algn="l"/>
                  <a:endParaRPr/>
                </a:p>
              </p:txBody>
            </p:sp>
          </p:grpSp>
          <p:grpSp>
            <p:nvGrpSpPr>
              <p:cNvPr id="54" name="Group 54"/>
              <p:cNvGrpSpPr/>
              <p:nvPr/>
            </p:nvGrpSpPr>
            <p:grpSpPr>
              <a:xfrm>
                <a:off x="2624020" y="4861325"/>
                <a:ext cx="2975250" cy="1038848"/>
                <a:chOff x="2624020" y="4861325"/>
                <a:chExt cx="2975250" cy="1038848"/>
              </a:xfrm>
            </p:grpSpPr>
            <p:sp>
              <p:nvSpPr>
                <p:cNvPr id="55" name="Freeform 55"/>
                <p:cNvSpPr/>
                <p:nvPr/>
              </p:nvSpPr>
              <p:spPr>
                <a:xfrm rot="-4846898">
                  <a:off x="2624020" y="4861325"/>
                  <a:ext cx="1038621" cy="1038621"/>
                </a:xfrm>
                <a:custGeom>
                  <a:avLst/>
                  <a:gdLst/>
                  <a:ahLst/>
                  <a:cxnLst/>
                  <a:rect l="l" t="t" r="r" b="b"/>
                  <a:pathLst>
                    <a:path w="1038621" h="1038621">
                      <a:moveTo>
                        <a:pt x="1038622" y="519311"/>
                      </a:moveTo>
                      <a:cubicBezTo>
                        <a:pt x="1038622" y="806119"/>
                        <a:pt x="806118" y="1038622"/>
                        <a:pt x="519311" y="1038622"/>
                      </a:cubicBezTo>
                      <a:cubicBezTo>
                        <a:pt x="232503" y="1038622"/>
                        <a:pt x="0" y="806119"/>
                        <a:pt x="0" y="519311"/>
                      </a:cubicBezTo>
                      <a:cubicBezTo>
                        <a:pt x="0" y="232504"/>
                        <a:pt x="232503" y="0"/>
                        <a:pt x="519311" y="0"/>
                      </a:cubicBezTo>
                      <a:cubicBezTo>
                        <a:pt x="806118" y="0"/>
                        <a:pt x="1038622" y="232504"/>
                        <a:pt x="1038622" y="519311"/>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6" name="Freeform 56"/>
                <p:cNvSpPr/>
                <p:nvPr/>
              </p:nvSpPr>
              <p:spPr>
                <a:xfrm rot="-4644133">
                  <a:off x="3938815" y="4861594"/>
                  <a:ext cx="1038579" cy="1038579"/>
                </a:xfrm>
                <a:custGeom>
                  <a:avLst/>
                  <a:gdLst/>
                  <a:ahLst/>
                  <a:cxnLst/>
                  <a:rect l="l" t="t" r="r" b="b"/>
                  <a:pathLst>
                    <a:path w="1038579" h="1038579">
                      <a:moveTo>
                        <a:pt x="1038579" y="519290"/>
                      </a:moveTo>
                      <a:cubicBezTo>
                        <a:pt x="1038579" y="806086"/>
                        <a:pt x="806085" y="1038579"/>
                        <a:pt x="519290" y="1038579"/>
                      </a:cubicBezTo>
                      <a:cubicBezTo>
                        <a:pt x="232494" y="1038579"/>
                        <a:pt x="0" y="806086"/>
                        <a:pt x="0" y="519290"/>
                      </a:cubicBezTo>
                      <a:cubicBezTo>
                        <a:pt x="0" y="232494"/>
                        <a:pt x="232494" y="0"/>
                        <a:pt x="519290" y="0"/>
                      </a:cubicBezTo>
                      <a:cubicBezTo>
                        <a:pt x="806085" y="0"/>
                        <a:pt x="1038579" y="232494"/>
                        <a:pt x="1038579" y="519290"/>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7" name="Freeform 57"/>
                <p:cNvSpPr/>
                <p:nvPr/>
              </p:nvSpPr>
              <p:spPr>
                <a:xfrm>
                  <a:off x="3662553" y="5380577"/>
                  <a:ext cx="276320" cy="9525"/>
                </a:xfrm>
                <a:custGeom>
                  <a:avLst/>
                  <a:gdLst/>
                  <a:ahLst/>
                  <a:cxnLst/>
                  <a:rect l="l" t="t" r="r" b="b"/>
                  <a:pathLst>
                    <a:path w="276320" h="9525">
                      <a:moveTo>
                        <a:pt x="0" y="0"/>
                      </a:moveTo>
                      <a:lnTo>
                        <a:pt x="276320" y="0"/>
                      </a:lnTo>
                    </a:path>
                  </a:pathLst>
                </a:custGeom>
                <a:ln w="19050" cap="rnd">
                  <a:solidFill>
                    <a:srgbClr val="2C0303"/>
                  </a:solidFill>
                  <a:prstDash val="solid"/>
                </a:ln>
              </p:spPr>
              <p:txBody>
                <a:bodyPr vert="horz" lIns="91440" tIns="45720" rIns="91440" bIns="45720" anchor="ctr">
                  <a:normAutofit/>
                </a:bodyPr>
                <a:lstStyle/>
                <a:p>
                  <a:pPr marL="0" algn="l"/>
                  <a:endParaRPr/>
                </a:p>
              </p:txBody>
            </p:sp>
            <p:sp>
              <p:nvSpPr>
                <p:cNvPr id="58" name="Freeform 58"/>
                <p:cNvSpPr/>
                <p:nvPr/>
              </p:nvSpPr>
              <p:spPr>
                <a:xfrm>
                  <a:off x="2625566" y="5423916"/>
                  <a:ext cx="1784413" cy="476059"/>
                </a:xfrm>
                <a:custGeom>
                  <a:avLst/>
                  <a:gdLst/>
                  <a:ahLst/>
                  <a:cxnLst/>
                  <a:rect l="l" t="t" r="r" b="b"/>
                  <a:pathLst>
                    <a:path w="1784413" h="476059">
                      <a:moveTo>
                        <a:pt x="0" y="0"/>
                      </a:moveTo>
                      <a:lnTo>
                        <a:pt x="1667161" y="94964"/>
                      </a:lnTo>
                      <a:cubicBezTo>
                        <a:pt x="1732979" y="98679"/>
                        <a:pt x="1784414" y="153162"/>
                        <a:pt x="1784414" y="219170"/>
                      </a:cubicBezTo>
                      <a:lnTo>
                        <a:pt x="1784414" y="476060"/>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9" name="Freeform 59"/>
                <p:cNvSpPr/>
                <p:nvPr/>
              </p:nvSpPr>
              <p:spPr>
                <a:xfrm>
                  <a:off x="4980432" y="5469159"/>
                  <a:ext cx="618838" cy="430720"/>
                </a:xfrm>
                <a:custGeom>
                  <a:avLst/>
                  <a:gdLst/>
                  <a:ahLst/>
                  <a:cxnLst/>
                  <a:rect l="l" t="t" r="r" b="b"/>
                  <a:pathLst>
                    <a:path w="618838" h="430720">
                      <a:moveTo>
                        <a:pt x="0" y="0"/>
                      </a:moveTo>
                      <a:lnTo>
                        <a:pt x="501586" y="49625"/>
                      </a:lnTo>
                      <a:cubicBezTo>
                        <a:pt x="567404" y="53340"/>
                        <a:pt x="618839" y="107823"/>
                        <a:pt x="618839" y="173831"/>
                      </a:cubicBezTo>
                      <a:lnTo>
                        <a:pt x="618839" y="430721"/>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0" name="Group 60"/>
              <p:cNvGrpSpPr/>
              <p:nvPr/>
            </p:nvGrpSpPr>
            <p:grpSpPr>
              <a:xfrm>
                <a:off x="1593913" y="3974306"/>
                <a:ext cx="625887" cy="2884265"/>
                <a:chOff x="1593913" y="3974306"/>
                <a:chExt cx="625887" cy="2884265"/>
              </a:xfrm>
            </p:grpSpPr>
            <p:sp>
              <p:nvSpPr>
                <p:cNvPr id="61" name="Freeform 61"/>
                <p:cNvSpPr/>
                <p:nvPr/>
              </p:nvSpPr>
              <p:spPr>
                <a:xfrm>
                  <a:off x="1593913" y="3974306"/>
                  <a:ext cx="625887" cy="2884265"/>
                </a:xfrm>
                <a:custGeom>
                  <a:avLst/>
                  <a:gdLst/>
                  <a:ahLst/>
                  <a:cxnLst/>
                  <a:rect l="l" t="t" r="r" b="b"/>
                  <a:pathLst>
                    <a:path w="625887" h="2884265">
                      <a:moveTo>
                        <a:pt x="0" y="0"/>
                      </a:moveTo>
                      <a:lnTo>
                        <a:pt x="625888" y="0"/>
                      </a:lnTo>
                      <a:lnTo>
                        <a:pt x="625888" y="2884265"/>
                      </a:lnTo>
                      <a:lnTo>
                        <a:pt x="0" y="2884265"/>
                      </a:ln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1778698" y="4233672"/>
                  <a:ext cx="214693" cy="2412777"/>
                </a:xfrm>
                <a:custGeom>
                  <a:avLst/>
                  <a:gdLst/>
                  <a:ahLst/>
                  <a:cxnLst/>
                  <a:rect l="l" t="t" r="r" b="b"/>
                  <a:pathLst>
                    <a:path w="214693" h="2412777">
                      <a:moveTo>
                        <a:pt x="0" y="0"/>
                      </a:moveTo>
                      <a:lnTo>
                        <a:pt x="214693" y="0"/>
                      </a:lnTo>
                      <a:lnTo>
                        <a:pt x="214693" y="2412778"/>
                      </a:lnTo>
                      <a:lnTo>
                        <a:pt x="0" y="2412778"/>
                      </a:ln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3" name="Group 63"/>
              <p:cNvGrpSpPr/>
              <p:nvPr/>
            </p:nvGrpSpPr>
            <p:grpSpPr>
              <a:xfrm>
                <a:off x="0" y="3109817"/>
                <a:ext cx="625792" cy="3748754"/>
                <a:chOff x="0" y="3109817"/>
                <a:chExt cx="625792" cy="3748754"/>
              </a:xfrm>
            </p:grpSpPr>
            <p:sp>
              <p:nvSpPr>
                <p:cNvPr id="64" name="Freeform 64"/>
                <p:cNvSpPr/>
                <p:nvPr/>
              </p:nvSpPr>
              <p:spPr>
                <a:xfrm>
                  <a:off x="0" y="3109817"/>
                  <a:ext cx="625792" cy="3748754"/>
                </a:xfrm>
                <a:custGeom>
                  <a:avLst/>
                  <a:gdLst/>
                  <a:ahLst/>
                  <a:cxnLst/>
                  <a:rect l="l" t="t" r="r" b="b"/>
                  <a:pathLst>
                    <a:path w="625792" h="3748754">
                      <a:moveTo>
                        <a:pt x="0" y="0"/>
                      </a:moveTo>
                      <a:lnTo>
                        <a:pt x="625793" y="0"/>
                      </a:lnTo>
                      <a:lnTo>
                        <a:pt x="625793" y="3748754"/>
                      </a:lnTo>
                      <a:lnTo>
                        <a:pt x="0" y="3748754"/>
                      </a:lnTo>
                      <a:close/>
                    </a:path>
                  </a:pathLst>
                </a:custGeom>
                <a:solidFill>
                  <a:srgbClr val="FF8886"/>
                </a:solidFill>
                <a:ln cap="flat">
                  <a:prstDash val="solid"/>
                </a:ln>
              </p:spPr>
              <p:txBody>
                <a:bodyPr vert="horz" lIns="91440" tIns="45720" rIns="91440" bIns="45720" anchor="ctr">
                  <a:normAutofit/>
                </a:bodyPr>
                <a:lstStyle/>
                <a:p>
                  <a:pPr marL="0" algn="l"/>
                  <a:endParaRPr/>
                </a:p>
              </p:txBody>
            </p:sp>
            <p:grpSp>
              <p:nvGrpSpPr>
                <p:cNvPr id="65" name="Group 65"/>
                <p:cNvGrpSpPr/>
                <p:nvPr/>
              </p:nvGrpSpPr>
              <p:grpSpPr>
                <a:xfrm>
                  <a:off x="0" y="3306413"/>
                  <a:ext cx="625792" cy="283083"/>
                  <a:chOff x="0" y="3306413"/>
                  <a:chExt cx="625792" cy="283083"/>
                </a:xfrm>
                <a:solidFill>
                  <a:srgbClr val="FFFFFF"/>
                </a:solidFill>
              </p:grpSpPr>
              <p:sp>
                <p:nvSpPr>
                  <p:cNvPr id="66" name="Freeform 66"/>
                  <p:cNvSpPr/>
                  <p:nvPr/>
                </p:nvSpPr>
                <p:spPr>
                  <a:xfrm>
                    <a:off x="0" y="3306413"/>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0" y="3479482"/>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grpSp>
              <p:nvGrpSpPr>
                <p:cNvPr id="68" name="Group 68"/>
                <p:cNvGrpSpPr/>
                <p:nvPr/>
              </p:nvGrpSpPr>
              <p:grpSpPr>
                <a:xfrm>
                  <a:off x="0" y="6376130"/>
                  <a:ext cx="625792" cy="283178"/>
                  <a:chOff x="0" y="6376130"/>
                  <a:chExt cx="625792" cy="283178"/>
                </a:xfrm>
                <a:solidFill>
                  <a:srgbClr val="FFFFFF"/>
                </a:solidFill>
              </p:grpSpPr>
              <p:sp>
                <p:nvSpPr>
                  <p:cNvPr id="69" name="Freeform 69"/>
                  <p:cNvSpPr/>
                  <p:nvPr/>
                </p:nvSpPr>
                <p:spPr>
                  <a:xfrm>
                    <a:off x="0" y="6376130"/>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0" y="6549294"/>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71" name="Freeform 71"/>
                <p:cNvSpPr/>
                <p:nvPr/>
              </p:nvSpPr>
              <p:spPr>
                <a:xfrm>
                  <a:off x="301847" y="3864483"/>
                  <a:ext cx="25812" cy="2180939"/>
                </a:xfrm>
                <a:custGeom>
                  <a:avLst/>
                  <a:gdLst/>
                  <a:ahLst/>
                  <a:cxnLst/>
                  <a:rect l="l" t="t" r="r" b="b"/>
                  <a:pathLst>
                    <a:path w="25812" h="2180939">
                      <a:moveTo>
                        <a:pt x="0" y="0"/>
                      </a:moveTo>
                      <a:lnTo>
                        <a:pt x="25813" y="2180939"/>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72" name="Group 72"/>
              <p:cNvGrpSpPr/>
              <p:nvPr/>
            </p:nvGrpSpPr>
            <p:grpSpPr>
              <a:xfrm>
                <a:off x="592836" y="3114389"/>
                <a:ext cx="1004506" cy="3739229"/>
                <a:chOff x="592836" y="3114389"/>
                <a:chExt cx="1004506" cy="3739229"/>
              </a:xfrm>
            </p:grpSpPr>
            <p:sp>
              <p:nvSpPr>
                <p:cNvPr id="73" name="Freeform 73"/>
                <p:cNvSpPr/>
                <p:nvPr/>
              </p:nvSpPr>
              <p:spPr>
                <a:xfrm>
                  <a:off x="592836" y="3114389"/>
                  <a:ext cx="1004506" cy="3739229"/>
                </a:xfrm>
                <a:custGeom>
                  <a:avLst/>
                  <a:gdLst/>
                  <a:ahLst/>
                  <a:cxnLst/>
                  <a:rect l="l" t="t" r="r" b="b"/>
                  <a:pathLst>
                    <a:path w="1004506" h="3739229">
                      <a:moveTo>
                        <a:pt x="0" y="0"/>
                      </a:moveTo>
                      <a:lnTo>
                        <a:pt x="1004507" y="0"/>
                      </a:lnTo>
                      <a:lnTo>
                        <a:pt x="1004507" y="3739229"/>
                      </a:lnTo>
                      <a:lnTo>
                        <a:pt x="0" y="3739229"/>
                      </a:ln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974502" y="3673411"/>
                  <a:ext cx="206502" cy="2605278"/>
                </a:xfrm>
                <a:custGeom>
                  <a:avLst/>
                  <a:gdLst/>
                  <a:ahLst/>
                  <a:cxnLst/>
                  <a:rect l="l" t="t" r="r" b="b"/>
                  <a:pathLst>
                    <a:path w="206502" h="2605278">
                      <a:moveTo>
                        <a:pt x="0" y="0"/>
                      </a:moveTo>
                      <a:lnTo>
                        <a:pt x="206502" y="0"/>
                      </a:lnTo>
                      <a:lnTo>
                        <a:pt x="206502" y="2605278"/>
                      </a:lnTo>
                      <a:lnTo>
                        <a:pt x="0" y="2605278"/>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592836" y="3114389"/>
                  <a:ext cx="1004506" cy="471487"/>
                </a:xfrm>
                <a:custGeom>
                  <a:avLst/>
                  <a:gdLst/>
                  <a:ahLst/>
                  <a:cxnLst/>
                  <a:rect l="l" t="t" r="r" b="b"/>
                  <a:pathLst>
                    <a:path w="1004506" h="471487">
                      <a:moveTo>
                        <a:pt x="0" y="0"/>
                      </a:moveTo>
                      <a:lnTo>
                        <a:pt x="1004507" y="0"/>
                      </a:lnTo>
                      <a:lnTo>
                        <a:pt x="1004507" y="471488"/>
                      </a:lnTo>
                      <a:lnTo>
                        <a:pt x="0" y="471488"/>
                      </a:ln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592836" y="6380130"/>
                  <a:ext cx="1004506" cy="473487"/>
                </a:xfrm>
                <a:custGeom>
                  <a:avLst/>
                  <a:gdLst/>
                  <a:ahLst/>
                  <a:cxnLst/>
                  <a:rect l="l" t="t" r="r" b="b"/>
                  <a:pathLst>
                    <a:path w="1004506" h="473487">
                      <a:moveTo>
                        <a:pt x="0" y="0"/>
                      </a:moveTo>
                      <a:lnTo>
                        <a:pt x="1004507" y="0"/>
                      </a:lnTo>
                      <a:lnTo>
                        <a:pt x="1004507" y="473488"/>
                      </a:lnTo>
                      <a:lnTo>
                        <a:pt x="0" y="473488"/>
                      </a:lnTo>
                      <a:close/>
                    </a:path>
                  </a:pathLst>
                </a:custGeom>
                <a:solidFill>
                  <a:srgbClr val="284499"/>
                </a:solidFill>
                <a:ln cap="flat">
                  <a:prstDash val="solid"/>
                </a:ln>
              </p:spPr>
              <p:txBody>
                <a:bodyPr vert="horz" lIns="91440" tIns="45720" rIns="91440" bIns="45720" anchor="ctr">
                  <a:normAutofit/>
                </a:bodyPr>
                <a:lstStyle/>
                <a:p>
                  <a:pPr marL="0" algn="l"/>
                  <a:endParaRPr/>
                </a:p>
              </p:txBody>
            </p:sp>
          </p:grpSp>
          <p:grpSp>
            <p:nvGrpSpPr>
              <p:cNvPr id="77" name="Group 77"/>
              <p:cNvGrpSpPr/>
              <p:nvPr/>
            </p:nvGrpSpPr>
            <p:grpSpPr>
              <a:xfrm>
                <a:off x="2051994" y="2856190"/>
                <a:ext cx="3637121" cy="897445"/>
                <a:chOff x="2051994" y="2856190"/>
                <a:chExt cx="3637121" cy="897445"/>
              </a:xfrm>
              <a:solidFill>
                <a:srgbClr val="FFFFFF"/>
              </a:solidFill>
            </p:grpSpPr>
            <p:sp>
              <p:nvSpPr>
                <p:cNvPr id="78" name="Freeform 78"/>
                <p:cNvSpPr/>
                <p:nvPr/>
              </p:nvSpPr>
              <p:spPr>
                <a:xfrm>
                  <a:off x="2051994" y="2856190"/>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9" name="Freeform 79"/>
                <p:cNvSpPr/>
                <p:nvPr/>
              </p:nvSpPr>
              <p:spPr>
                <a:xfrm>
                  <a:off x="5462087" y="3526607"/>
                  <a:ext cx="227028" cy="227028"/>
                </a:xfrm>
                <a:custGeom>
                  <a:avLst/>
                  <a:gdLst/>
                  <a:ahLst/>
                  <a:cxnLst/>
                  <a:rect l="l" t="t" r="r" b="b"/>
                  <a:pathLst>
                    <a:path w="227028" h="227028">
                      <a:moveTo>
                        <a:pt x="9358" y="125944"/>
                      </a:moveTo>
                      <a:cubicBezTo>
                        <a:pt x="63556" y="141851"/>
                        <a:pt x="85178" y="163378"/>
                        <a:pt x="101084" y="217670"/>
                      </a:cubicBezTo>
                      <a:cubicBezTo>
                        <a:pt x="104704" y="230148"/>
                        <a:pt x="122325" y="230148"/>
                        <a:pt x="125944" y="217670"/>
                      </a:cubicBezTo>
                      <a:cubicBezTo>
                        <a:pt x="141851" y="163473"/>
                        <a:pt x="163377" y="141851"/>
                        <a:pt x="217670" y="125944"/>
                      </a:cubicBezTo>
                      <a:cubicBezTo>
                        <a:pt x="230148" y="122325"/>
                        <a:pt x="230148" y="104704"/>
                        <a:pt x="217670" y="101084"/>
                      </a:cubicBezTo>
                      <a:cubicBezTo>
                        <a:pt x="163473" y="85177"/>
                        <a:pt x="141851" y="63651"/>
                        <a:pt x="125944" y="9358"/>
                      </a:cubicBezTo>
                      <a:cubicBezTo>
                        <a:pt x="122325" y="-3119"/>
                        <a:pt x="104704" y="-3119"/>
                        <a:pt x="101084" y="9358"/>
                      </a:cubicBezTo>
                      <a:cubicBezTo>
                        <a:pt x="85178" y="63556"/>
                        <a:pt x="63651" y="85177"/>
                        <a:pt x="9358" y="101084"/>
                      </a:cubicBezTo>
                      <a:cubicBezTo>
                        <a:pt x="-3119" y="104799"/>
                        <a:pt x="-3119" y="122325"/>
                        <a:pt x="9358" y="12594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80" name="Freeform 80"/>
              <p:cNvSpPr/>
              <p:nvPr/>
            </p:nvSpPr>
            <p:spPr>
              <a:xfrm>
                <a:off x="4192996" y="3254702"/>
                <a:ext cx="918219" cy="942076"/>
              </a:xfrm>
              <a:custGeom>
                <a:avLst/>
                <a:gdLst/>
                <a:ahLst/>
                <a:cxnLst/>
                <a:rect l="l" t="t" r="r" b="b"/>
                <a:pathLst>
                  <a:path w="918219" h="942076">
                    <a:moveTo>
                      <a:pt x="344713" y="8944"/>
                    </a:moveTo>
                    <a:lnTo>
                      <a:pt x="544834" y="187442"/>
                    </a:lnTo>
                    <a:cubicBezTo>
                      <a:pt x="553501" y="195157"/>
                      <a:pt x="565312" y="198110"/>
                      <a:pt x="576552" y="195348"/>
                    </a:cubicBezTo>
                    <a:lnTo>
                      <a:pt x="836965" y="131721"/>
                    </a:lnTo>
                    <a:cubicBezTo>
                      <a:pt x="865254" y="124768"/>
                      <a:pt x="889162" y="153343"/>
                      <a:pt x="877447" y="180013"/>
                    </a:cubicBezTo>
                    <a:lnTo>
                      <a:pt x="769528" y="425472"/>
                    </a:lnTo>
                    <a:cubicBezTo>
                      <a:pt x="764861" y="436044"/>
                      <a:pt x="765718" y="448236"/>
                      <a:pt x="771814" y="458047"/>
                    </a:cubicBezTo>
                    <a:lnTo>
                      <a:pt x="912879" y="686076"/>
                    </a:lnTo>
                    <a:cubicBezTo>
                      <a:pt x="928215" y="710841"/>
                      <a:pt x="908498" y="742369"/>
                      <a:pt x="879447" y="739511"/>
                    </a:cubicBezTo>
                    <a:lnTo>
                      <a:pt x="612652" y="712746"/>
                    </a:lnTo>
                    <a:cubicBezTo>
                      <a:pt x="601126" y="711603"/>
                      <a:pt x="589792" y="716175"/>
                      <a:pt x="582362" y="725033"/>
                    </a:cubicBezTo>
                    <a:lnTo>
                      <a:pt x="409102" y="929630"/>
                    </a:lnTo>
                    <a:cubicBezTo>
                      <a:pt x="390243" y="951823"/>
                      <a:pt x="354143" y="942870"/>
                      <a:pt x="347952" y="914390"/>
                    </a:cubicBezTo>
                    <a:lnTo>
                      <a:pt x="290992" y="652357"/>
                    </a:lnTo>
                    <a:cubicBezTo>
                      <a:pt x="288516" y="641023"/>
                      <a:pt x="280705" y="631688"/>
                      <a:pt x="269942" y="627307"/>
                    </a:cubicBezTo>
                    <a:lnTo>
                      <a:pt x="21816" y="525675"/>
                    </a:lnTo>
                    <a:cubicBezTo>
                      <a:pt x="-5140" y="514626"/>
                      <a:pt x="-7712" y="477478"/>
                      <a:pt x="17434" y="462810"/>
                    </a:cubicBezTo>
                    <a:lnTo>
                      <a:pt x="248987" y="327650"/>
                    </a:lnTo>
                    <a:cubicBezTo>
                      <a:pt x="258988" y="321840"/>
                      <a:pt x="265465" y="311457"/>
                      <a:pt x="266323" y="299932"/>
                    </a:cubicBezTo>
                    <a:lnTo>
                      <a:pt x="286230" y="32566"/>
                    </a:lnTo>
                    <a:cubicBezTo>
                      <a:pt x="288516" y="3514"/>
                      <a:pt x="322996" y="-10392"/>
                      <a:pt x="344713" y="8944"/>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1" name="Freeform 81"/>
              <p:cNvSpPr/>
              <p:nvPr/>
            </p:nvSpPr>
            <p:spPr>
              <a:xfrm>
                <a:off x="2573924" y="2400014"/>
                <a:ext cx="494489" cy="1314545"/>
              </a:xfrm>
              <a:custGeom>
                <a:avLst/>
                <a:gdLst/>
                <a:ahLst/>
                <a:cxnLst/>
                <a:rect l="l" t="t" r="r" b="b"/>
                <a:pathLst>
                  <a:path w="494489" h="1314545">
                    <a:moveTo>
                      <a:pt x="217091" y="0"/>
                    </a:moveTo>
                    <a:cubicBezTo>
                      <a:pt x="733537" y="224600"/>
                      <a:pt x="425308" y="828104"/>
                      <a:pt x="126128" y="859917"/>
                    </a:cubicBezTo>
                    <a:cubicBezTo>
                      <a:pt x="-173053" y="891731"/>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2" name="Freeform 82"/>
              <p:cNvSpPr/>
              <p:nvPr/>
            </p:nvSpPr>
            <p:spPr>
              <a:xfrm>
                <a:off x="2833592" y="3809809"/>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grpSp>
      <p:sp>
        <p:nvSpPr>
          <p:cNvPr id="83" name="AutoShape 83"/>
          <p:cNvSpPr>
            <a:spLocks noGrp="1"/>
          </p:cNvSpPr>
          <p:nvPr>
            <p:ph type="title"/>
          </p:nvPr>
        </p:nvSpPr>
        <p:spPr>
          <a:xfrm>
            <a:off x="660399" y="1163301"/>
            <a:ext cx="10858500" cy="2649655"/>
          </a:xfrm>
          <a:prstGeom prst="rect">
            <a:avLst/>
          </a:prstGeom>
        </p:spPr>
        <p:txBody>
          <a:bodyPr vert="horz" wrap="square" lIns="91440" tIns="45720" rIns="91440" bIns="45720" anchor="b">
            <a:noAutofit/>
          </a:bodyPr>
          <a:lstStyle/>
          <a:p>
            <a:pPr algn="ctr">
              <a:lnSpc>
                <a:spcPct val="100000"/>
              </a:lnSpc>
              <a:spcBef>
                <a:spcPct val="0"/>
              </a:spcBef>
            </a:pPr>
            <a:r>
              <a:rPr lang="en-US" sz="7200" b="1" i="0" u="none" baseline="0">
                <a:solidFill>
                  <a:srgbClr val="000000"/>
                </a:solidFill>
                <a:latin typeface="Arial"/>
                <a:ea typeface="Arial"/>
              </a:rPr>
              <a:t>Click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Freeform 2"/>
          <p:cNvSpPr/>
          <p:nvPr/>
        </p:nvSpPr>
        <p:spPr>
          <a:xfrm flipH="1" flipV="1">
            <a:off x="1833806" y="4992914"/>
            <a:ext cx="10358194" cy="1865086"/>
          </a:xfrm>
          <a:custGeom>
            <a:avLst/>
            <a:gdLst/>
            <a:ahLst/>
            <a:cxnLst/>
            <a:rect l="l" t="t" r="r" b="b"/>
            <a:pathLst>
              <a:path w="7753350" h="3032718">
                <a:moveTo>
                  <a:pt x="3524250" y="2228850"/>
                </a:moveTo>
                <a:cubicBezTo>
                  <a:pt x="1696022" y="3831146"/>
                  <a:pt x="0" y="2543175"/>
                  <a:pt x="0" y="2543175"/>
                </a:cubicBezTo>
                <a:lnTo>
                  <a:pt x="0" y="0"/>
                </a:lnTo>
                <a:lnTo>
                  <a:pt x="7753350" y="0"/>
                </a:lnTo>
                <a:cubicBezTo>
                  <a:pt x="7753350" y="0"/>
                  <a:pt x="6067425" y="0"/>
                  <a:pt x="3524250" y="2228850"/>
                </a:cubicBezTo>
                <a:close/>
              </a:path>
            </a:pathLst>
          </a:custGeom>
          <a:solidFill>
            <a:schemeClr val="accent2">
              <a:lumMod val="60000"/>
              <a:lumOff val="40000"/>
            </a:schemeClr>
          </a:solidFill>
          <a:ln cap="flat">
            <a:prstDash val="solid"/>
          </a:ln>
        </p:spPr>
        <p:txBody>
          <a:bodyPr vert="horz" lIns="91440" tIns="45720" rIns="91440" bIns="45720" anchor="ctr">
            <a:normAutofit/>
          </a:bodyPr>
          <a:lstStyle/>
          <a:p>
            <a:pPr marL="0" algn="l"/>
            <a:endParaRPr/>
          </a:p>
        </p:txBody>
      </p:sp>
      <p:sp>
        <p:nvSpPr>
          <p:cNvPr id="3" name="Freeform 3"/>
          <p:cNvSpPr/>
          <p:nvPr/>
        </p:nvSpPr>
        <p:spPr>
          <a:xfrm flipH="1" flipV="1">
            <a:off x="0" y="5568683"/>
            <a:ext cx="3729839" cy="1160730"/>
          </a:xfrm>
          <a:custGeom>
            <a:avLst/>
            <a:gdLst/>
            <a:ahLst/>
            <a:cxnLst/>
            <a:rect l="l" t="t" r="r" b="b"/>
            <a:pathLst>
              <a:path w="2791872" h="1160730">
                <a:moveTo>
                  <a:pt x="2791873" y="1160731"/>
                </a:moveTo>
                <a:lnTo>
                  <a:pt x="2579656" y="938131"/>
                </a:lnTo>
                <a:cubicBezTo>
                  <a:pt x="2108169" y="443593"/>
                  <a:pt x="1447419" y="174703"/>
                  <a:pt x="764667" y="199468"/>
                </a:cubicBezTo>
                <a:lnTo>
                  <a:pt x="0" y="227281"/>
                </a:lnTo>
                <a:lnTo>
                  <a:pt x="668845" y="70309"/>
                </a:lnTo>
                <a:cubicBezTo>
                  <a:pt x="1333976" y="-85711"/>
                  <a:pt x="2033588" y="20112"/>
                  <a:pt x="2622709" y="366060"/>
                </a:cubicBezTo>
                <a:lnTo>
                  <a:pt x="2791873" y="465406"/>
                </a:lnTo>
                <a:lnTo>
                  <a:pt x="2791873" y="1160731"/>
                </a:lnTo>
                <a:close/>
              </a:path>
            </a:pathLst>
          </a:custGeom>
          <a:solidFill>
            <a:schemeClr val="accent2">
              <a:lumMod val="60000"/>
              <a:lumOff val="40000"/>
            </a:schemeClr>
          </a:solidFill>
          <a:ln cap="flat">
            <a:prstDash val="solid"/>
          </a:ln>
        </p:spPr>
        <p:txBody>
          <a:bodyPr vert="horz" lIns="91440" tIns="45720" rIns="91440" bIns="45720" anchor="ctr">
            <a:normAutofit/>
          </a:bodyPr>
          <a:lstStyle/>
          <a:p>
            <a:pPr marL="0" algn="l"/>
            <a:endParaRPr/>
          </a:p>
        </p:txBody>
      </p:sp>
      <p:sp>
        <p:nvSpPr>
          <p:cNvPr id="4" name="AutoShape 4"/>
          <p:cNvSpPr>
            <a:spLocks noGrp="1"/>
          </p:cNvSpPr>
          <p:nvPr>
            <p:ph type="title"/>
          </p:nvPr>
        </p:nvSpPr>
        <p:spPr>
          <a:xfrm>
            <a:off x="660400" y="128587"/>
            <a:ext cx="10858500" cy="900112"/>
          </a:xfrm>
          <a:prstGeom prst="rect">
            <a:avLst/>
          </a:prstGeom>
        </p:spPr>
        <p:txBody>
          <a:bodyPr vert="horz" lIns="91440" tIns="45720" rIns="91440" bIns="45720" anchor="b">
            <a:normAutofit/>
          </a:bodyPr>
          <a:lstStyle/>
          <a:p>
            <a:pPr algn="l">
              <a:lnSpc>
                <a:spcPct val="100000"/>
              </a:lnSpc>
              <a:spcBef>
                <a:spcPct val="0"/>
              </a:spcBef>
            </a:pPr>
            <a:r>
              <a:rPr lang="en-US" sz="2800" b="1" i="0" u="none" baseline="0">
                <a:solidFill>
                  <a:srgbClr val="000000"/>
                </a:solidFill>
                <a:latin typeface="Arial"/>
                <a:ea typeface="Arial"/>
              </a:rPr>
              <a:t>Click to add title</a:t>
            </a:r>
          </a:p>
        </p:txBody>
      </p:sp>
      <p:sp>
        <p:nvSpPr>
          <p:cNvPr id="5" name="AutoShape 5"/>
          <p:cNvSpPr>
            <a:spLocks noGrp="1"/>
          </p:cNvSpPr>
          <p:nvPr>
            <p:ph type="body" idx="1"/>
          </p:nvPr>
        </p:nvSpPr>
        <p:spPr>
          <a:xfrm>
            <a:off x="660400" y="1130300"/>
            <a:ext cx="10858500" cy="5003800"/>
          </a:xfrm>
          <a:prstGeom prst="rect">
            <a:avLst/>
          </a:prstGeom>
        </p:spPr>
        <p:txBody>
          <a:bodyPr vert="horz" lIns="91440" tIns="45720" rIns="91440" bIns="45720" anchor="t">
            <a:normAutofit/>
          </a:bodyPr>
          <a:lstStyle/>
          <a:p>
            <a:pPr marL="228600" indent="-228600" algn="l">
              <a:lnSpc>
                <a:spcPct val="120000"/>
              </a:lnSpc>
              <a:spcBef>
                <a:spcPts val="1000"/>
              </a:spcBef>
            </a:pPr>
            <a:r>
              <a:rPr lang="en-US" sz="1800" b="0" i="0" u="none" baseline="0">
                <a:solidFill>
                  <a:srgbClr val="000000"/>
                </a:solidFill>
                <a:latin typeface="Arial"/>
                <a:ea typeface="Arial"/>
              </a:rPr>
              <a:t>Click to add text</a:t>
            </a:r>
          </a:p>
          <a:p>
            <a:pPr marL="685800" lvl="1" indent="-228600" algn="l">
              <a:lnSpc>
                <a:spcPct val="120000"/>
              </a:lnSpc>
              <a:spcBef>
                <a:spcPts val="500"/>
              </a:spcBef>
            </a:pPr>
            <a:r>
              <a:rPr lang="en-US" sz="1600" b="0" i="0" u="none" baseline="0">
                <a:solidFill>
                  <a:srgbClr val="000000"/>
                </a:solidFill>
                <a:latin typeface="Arial"/>
                <a:ea typeface="Arial"/>
              </a:rPr>
              <a:t>Second level</a:t>
            </a:r>
          </a:p>
          <a:p>
            <a:pPr marL="1143000" lvl="2" indent="-228600" algn="l">
              <a:lnSpc>
                <a:spcPct val="120000"/>
              </a:lnSpc>
              <a:spcBef>
                <a:spcPts val="500"/>
              </a:spcBef>
            </a:pPr>
            <a:r>
              <a:rPr lang="en-US" sz="1400" b="0" i="0" u="none" baseline="0">
                <a:solidFill>
                  <a:srgbClr val="000000"/>
                </a:solidFill>
                <a:latin typeface="Arial"/>
                <a:ea typeface="Arial"/>
              </a:rPr>
              <a:t>Third level</a:t>
            </a:r>
          </a:p>
          <a:p>
            <a:pPr marL="1600200" lvl="3" indent="-228600" algn="l">
              <a:lnSpc>
                <a:spcPct val="120000"/>
              </a:lnSpc>
              <a:spcBef>
                <a:spcPts val="500"/>
              </a:spcBef>
            </a:pPr>
            <a:r>
              <a:rPr lang="en-US" sz="1200" b="0" i="0" u="none" baseline="0">
                <a:solidFill>
                  <a:srgbClr val="000000"/>
                </a:solidFill>
                <a:latin typeface="Arial"/>
                <a:ea typeface="Arial"/>
              </a:rPr>
              <a:t>Fourth level</a:t>
            </a:r>
          </a:p>
          <a:p>
            <a:pPr marL="2057400" lvl="4" indent="-228600" algn="l">
              <a:lnSpc>
                <a:spcPct val="120000"/>
              </a:lnSpc>
              <a:spcBef>
                <a:spcPts val="500"/>
              </a:spcBef>
            </a:pPr>
            <a:r>
              <a:rPr lang="en-US" sz="1200" b="0" i="0" u="none" baseline="0">
                <a:solidFill>
                  <a:srgbClr val="000000"/>
                </a:solidFill>
                <a:latin typeface="Arial"/>
                <a:ea typeface="Arial"/>
              </a:rPr>
              <a:t>Fifth level</a:t>
            </a:r>
          </a:p>
        </p:txBody>
      </p:sp>
      <p:sp>
        <p:nvSpPr>
          <p:cNvPr id="6" name="AutoShape 6"/>
          <p:cNvSpPr>
            <a:spLocks noGrp="1"/>
          </p:cNvSpPr>
          <p:nvPr>
            <p:ph type="dt" sz="half" idx="2"/>
          </p:nvPr>
        </p:nvSpPr>
        <p:spPr>
          <a:xfrm>
            <a:off x="4718050" y="6409690"/>
            <a:ext cx="2743200" cy="274320"/>
          </a:xfrm>
          <a:prstGeom prst="rect">
            <a:avLst/>
          </a:prstGeom>
        </p:spPr>
        <p:txBody>
          <a:bodyPr vert="horz" lIns="91440" tIns="45720" rIns="91440" bIns="45720" anchor="ctr">
            <a:normAutofit/>
          </a:bodyPr>
          <a:lstStyle/>
          <a:p>
            <a:pPr marL="0" algn="l"/>
            <a:endParaRPr/>
          </a:p>
        </p:txBody>
      </p:sp>
      <p:sp>
        <p:nvSpPr>
          <p:cNvPr id="7" name="AutoShape 7"/>
          <p:cNvSpPr>
            <a:spLocks noGrp="1"/>
          </p:cNvSpPr>
          <p:nvPr>
            <p:ph type="ftr" sz="quarter" idx="3"/>
          </p:nvPr>
        </p:nvSpPr>
        <p:spPr>
          <a:xfrm>
            <a:off x="660399" y="6409690"/>
            <a:ext cx="3657600" cy="274320"/>
          </a:xfrm>
          <a:prstGeom prst="rect">
            <a:avLst/>
          </a:prstGeom>
        </p:spPr>
        <p:txBody>
          <a:bodyPr vert="horz" lIns="91440" tIns="45720" rIns="91440" bIns="45720" anchor="ctr">
            <a:normAutofit/>
          </a:bodyPr>
          <a:lstStyle/>
          <a:p>
            <a:pPr marL="0" algn="l"/>
            <a:endParaRPr/>
          </a:p>
        </p:txBody>
      </p:sp>
      <p:sp>
        <p:nvSpPr>
          <p:cNvPr id="8" name="AutoShape 8"/>
          <p:cNvSpPr>
            <a:spLocks noGrp="1"/>
          </p:cNvSpPr>
          <p:nvPr>
            <p:ph type="sldNum" sz="quarter" idx="4"/>
          </p:nvPr>
        </p:nvSpPr>
        <p:spPr>
          <a:xfrm>
            <a:off x="7861300" y="6409690"/>
            <a:ext cx="3657600" cy="274320"/>
          </a:xfrm>
          <a:prstGeom prst="rect">
            <a:avLst/>
          </a:prstGeom>
        </p:spPr>
        <p:txBody>
          <a:bodyPr vert="horz" lIns="91440" tIns="45720" rIns="91440" bIns="45720" anchor="ctr">
            <a:normAutofit/>
          </a:bodyPr>
          <a:lstStyle/>
          <a:p>
            <a:pPr marL="0" algn="l"/>
            <a:fld id="{3386411A-70EE-422D-B97C-F56BEE3FF077}" type="slidenum">
              <a:rPr lang="en-US" sz="1800" b="0" i="0" u="none" baseline="0">
                <a:solidFill>
                  <a:srgbClr val="000000"/>
                </a:solidFill>
                <a:latin typeface="Arial"/>
                <a:ea typeface="Arial"/>
              </a:rPr>
              <a:t>‹#›</a:t>
            </a:fld>
            <a:endParaRPr lang="en-US" sz="1800" b="0" i="0" u="none" baseline="0">
              <a:solidFill>
                <a:srgbClr val="000000"/>
              </a:solidFill>
              <a:latin typeface="Arial"/>
              <a:ea typeface="Arial"/>
            </a:endParaRP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ctrTitle"/>
          </p:nvPr>
        </p:nvSpPr>
        <p:spPr>
          <a:xfrm>
            <a:off x="660399" y="1180512"/>
            <a:ext cx="10858500" cy="2174216"/>
          </a:xfrm>
        </p:spPr>
        <p:txBody>
          <a:bodyPr vert="horz" lIns="91440" tIns="45720" rIns="91440" bIns="45720" anchor="b">
            <a:normAutofit/>
          </a:bodyPr>
          <a:lstStyle/>
          <a:p>
            <a:pPr algn="ctr">
              <a:lnSpc>
                <a:spcPct val="100000"/>
              </a:lnSpc>
              <a:spcBef>
                <a:spcPct val="0"/>
              </a:spcBef>
            </a:pPr>
            <a:r>
              <a:rPr lang="zh-CN" altLang="en-US" sz="4800" b="1" i="0" u="none" baseline="0" dirty="0">
                <a:solidFill>
                  <a:srgbClr val="000000"/>
                </a:solidFill>
                <a:latin typeface="微软雅黑"/>
                <a:ea typeface="微软雅黑"/>
              </a:rPr>
              <a:t>Web Programming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8930292" y="0"/>
                </a:moveTo>
                <a:lnTo>
                  <a:pt x="12192000" y="0"/>
                </a:lnTo>
                <a:lnTo>
                  <a:pt x="12192000" y="6858000"/>
                </a:lnTo>
                <a:lnTo>
                  <a:pt x="1567087" y="6858000"/>
                </a:lnTo>
                <a:lnTo>
                  <a:pt x="1958321" y="6735643"/>
                </a:lnTo>
                <a:cubicBezTo>
                  <a:pt x="5111444" y="5668530"/>
                  <a:pt x="7614512" y="3354951"/>
                  <a:pt x="8769025" y="440529"/>
                </a:cubicBezTo>
                <a:close/>
                <a:moveTo>
                  <a:pt x="0" y="0"/>
                </a:moveTo>
                <a:lnTo>
                  <a:pt x="1" y="0"/>
                </a:lnTo>
                <a:lnTo>
                  <a:pt x="1" y="6858000"/>
                </a:lnTo>
                <a:lnTo>
                  <a:pt x="0" y="6858000"/>
                </a:lnTo>
                <a:close/>
              </a:path>
            </a:pathLst>
          </a:custGeom>
          <a:solidFill>
            <a:schemeClr val="accent1">
              <a:alpha val="15000"/>
            </a:schemeClr>
          </a:solidFill>
          <a:ln cap="flat" cmpd="sng">
            <a:prstDash val="solid"/>
          </a:ln>
        </p:spPr>
        <p:txBody>
          <a:bodyPr vert="horz" wrap="square" lIns="91440" tIns="45720" rIns="91440" bIns="45720" anchor="ctr">
            <a:noAutofit/>
          </a:bodyPr>
          <a:lstStyle/>
          <a:p>
            <a:pPr marL="0" algn="ctr"/>
            <a:endParaRPr/>
          </a:p>
        </p:txBody>
      </p:sp>
      <p:sp>
        <p:nvSpPr>
          <p:cNvPr id="3" name="AutoShape 3"/>
          <p:cNvSpPr/>
          <p:nvPr/>
        </p:nvSpPr>
        <p:spPr>
          <a:xfrm>
            <a:off x="8037285" y="810451"/>
            <a:ext cx="3494314"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4" name="AutoShape 4"/>
          <p:cNvSpPr/>
          <p:nvPr/>
        </p:nvSpPr>
        <p:spPr>
          <a:xfrm>
            <a:off x="8045397" y="769715"/>
            <a:ext cx="721171" cy="721169"/>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01</a:t>
            </a:r>
          </a:p>
        </p:txBody>
      </p:sp>
      <p:sp>
        <p:nvSpPr>
          <p:cNvPr id="5" name="AutoShape 5"/>
          <p:cNvSpPr/>
          <p:nvPr/>
        </p:nvSpPr>
        <p:spPr>
          <a:xfrm>
            <a:off x="7676699" y="179093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6" name="AutoShape 6"/>
          <p:cNvSpPr/>
          <p:nvPr/>
        </p:nvSpPr>
        <p:spPr>
          <a:xfrm>
            <a:off x="7684811" y="1702426"/>
            <a:ext cx="721171" cy="721169"/>
          </a:xfrm>
          <a:prstGeom prst="roundRect">
            <a:avLst>
              <a:gd name="adj" fmla="val 50000"/>
            </a:avLst>
          </a:prstGeom>
          <a:gradFill>
            <a:gsLst>
              <a:gs pos="0">
                <a:srgbClr val="FFC717">
                  <a:lumMod val="60000"/>
                  <a:lumOff val="40000"/>
                </a:srgbClr>
              </a:gs>
              <a:gs pos="50000">
                <a:srgbClr val="FFC717"/>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02</a:t>
            </a:r>
          </a:p>
        </p:txBody>
      </p:sp>
      <p:sp>
        <p:nvSpPr>
          <p:cNvPr id="7" name="AutoShape 7"/>
          <p:cNvSpPr/>
          <p:nvPr/>
        </p:nvSpPr>
        <p:spPr>
          <a:xfrm>
            <a:off x="7072543" y="277141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8" name="AutoShape 8"/>
          <p:cNvSpPr/>
          <p:nvPr/>
        </p:nvSpPr>
        <p:spPr>
          <a:xfrm>
            <a:off x="7080655" y="2674471"/>
            <a:ext cx="721171" cy="721169"/>
          </a:xfrm>
          <a:prstGeom prst="roundRect">
            <a:avLst>
              <a:gd name="adj" fmla="val 50000"/>
            </a:avLst>
          </a:prstGeom>
          <a:gradFill>
            <a:gsLst>
              <a:gs pos="0">
                <a:srgbClr val="FF5900">
                  <a:lumMod val="60000"/>
                  <a:lumOff val="40000"/>
                </a:srgbClr>
              </a:gs>
              <a:gs pos="50000">
                <a:srgbClr val="FF5900"/>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03</a:t>
            </a:r>
          </a:p>
        </p:txBody>
      </p:sp>
      <p:sp>
        <p:nvSpPr>
          <p:cNvPr id="9" name="AutoShape 9"/>
          <p:cNvSpPr/>
          <p:nvPr/>
        </p:nvSpPr>
        <p:spPr>
          <a:xfrm>
            <a:off x="5999714" y="375189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10" name="AutoShape 10"/>
          <p:cNvSpPr/>
          <p:nvPr/>
        </p:nvSpPr>
        <p:spPr>
          <a:xfrm>
            <a:off x="6007826" y="3752857"/>
            <a:ext cx="721171" cy="721169"/>
          </a:xfrm>
          <a:prstGeom prst="roundRect">
            <a:avLst>
              <a:gd name="adj" fmla="val 50000"/>
            </a:avLst>
          </a:prstGeom>
          <a:gradFill>
            <a:gsLst>
              <a:gs pos="0">
                <a:srgbClr val="2B4BA9">
                  <a:lumMod val="60000"/>
                  <a:lumOff val="40000"/>
                </a:srgbClr>
              </a:gs>
              <a:gs pos="50000">
                <a:srgbClr val="2B4BA9"/>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04</a:t>
            </a:r>
          </a:p>
        </p:txBody>
      </p:sp>
      <p:sp>
        <p:nvSpPr>
          <p:cNvPr id="11" name="AutoShape 11"/>
          <p:cNvSpPr/>
          <p:nvPr/>
        </p:nvSpPr>
        <p:spPr>
          <a:xfrm>
            <a:off x="660401" y="1162407"/>
            <a:ext cx="3653621" cy="1017068"/>
          </a:xfrm>
          <a:prstGeom prst="rect">
            <a:avLst/>
          </a:prstGeom>
        </p:spPr>
        <p:txBody>
          <a:bodyPr vert="horz" wrap="none" lIns="91440" tIns="45720" rIns="91440" bIns="45720" anchor="b">
            <a:normAutofit lnSpcReduction="10000"/>
          </a:bodyPr>
          <a:lstStyle/>
          <a:p>
            <a:pPr marL="0" algn="l"/>
            <a:r>
              <a:rPr lang="en-US" altLang="zh-CN" sz="6600" b="1" i="0" u="none" baseline="0" dirty="0" err="1">
                <a:solidFill>
                  <a:srgbClr val="000000"/>
                </a:solidFill>
                <a:latin typeface="微软雅黑"/>
                <a:ea typeface="微软雅黑"/>
              </a:rPr>
              <a:t>Pembahasan</a:t>
            </a:r>
            <a:endParaRPr lang="zh-CN" altLang="en-US" sz="6600" b="1" i="0" u="none" baseline="0" dirty="0">
              <a:solidFill>
                <a:srgbClr val="000000"/>
              </a:solidFill>
              <a:latin typeface="微软雅黑"/>
              <a:ea typeface="微软雅黑"/>
            </a:endParaRPr>
          </a:p>
        </p:txBody>
      </p:sp>
      <p:sp>
        <p:nvSpPr>
          <p:cNvPr id="12" name="Freeform 12"/>
          <p:cNvSpPr/>
          <p:nvPr/>
        </p:nvSpPr>
        <p:spPr>
          <a:xfrm>
            <a:off x="2396639" y="3733732"/>
            <a:ext cx="160380" cy="19324"/>
          </a:xfrm>
          <a:custGeom>
            <a:avLst/>
            <a:gdLst/>
            <a:ahLst/>
            <a:cxnLst/>
            <a:rect l="l" t="t" r="r" b="b"/>
            <a:pathLst>
              <a:path w="358047" h="43141">
                <a:moveTo>
                  <a:pt x="0" y="1922"/>
                </a:moveTo>
                <a:lnTo>
                  <a:pt x="297417" y="146"/>
                </a:lnTo>
                <a:cubicBezTo>
                  <a:pt x="297417" y="146"/>
                  <a:pt x="365464" y="-3230"/>
                  <a:pt x="357380" y="22532"/>
                </a:cubicBezTo>
                <a:cubicBezTo>
                  <a:pt x="349296" y="48294"/>
                  <a:pt x="299460" y="42608"/>
                  <a:pt x="299460" y="42608"/>
                </a:cubicBezTo>
                <a:lnTo>
                  <a:pt x="14391" y="42697"/>
                </a:lnTo>
                <a:lnTo>
                  <a:pt x="0" y="1922"/>
                </a:ln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1283735" y="4214030"/>
            <a:ext cx="557528" cy="1702475"/>
          </a:xfrm>
          <a:custGeom>
            <a:avLst/>
            <a:gdLst/>
            <a:ahLst/>
            <a:cxnLst/>
            <a:rect l="l" t="t" r="r" b="b"/>
            <a:pathLst>
              <a:path w="1244680" h="3800769">
                <a:moveTo>
                  <a:pt x="233939" y="6507"/>
                </a:moveTo>
                <a:cubicBezTo>
                  <a:pt x="474058" y="-44040"/>
                  <a:pt x="704405" y="216511"/>
                  <a:pt x="704405" y="216511"/>
                </a:cubicBezTo>
                <a:cubicBezTo>
                  <a:pt x="704405" y="216511"/>
                  <a:pt x="1179846" y="1083355"/>
                  <a:pt x="1240875" y="1654292"/>
                </a:cubicBezTo>
                <a:cubicBezTo>
                  <a:pt x="1295508" y="2164467"/>
                  <a:pt x="744025" y="3765526"/>
                  <a:pt x="730523" y="3790044"/>
                </a:cubicBezTo>
                <a:cubicBezTo>
                  <a:pt x="717020" y="3814473"/>
                  <a:pt x="596383" y="3792887"/>
                  <a:pt x="590697" y="3768013"/>
                </a:cubicBezTo>
                <a:cubicBezTo>
                  <a:pt x="584923" y="3743139"/>
                  <a:pt x="623388" y="1929767"/>
                  <a:pt x="617436" y="1850882"/>
                </a:cubicBezTo>
                <a:cubicBezTo>
                  <a:pt x="613172" y="1794472"/>
                  <a:pt x="141907" y="811433"/>
                  <a:pt x="30776" y="470043"/>
                </a:cubicBezTo>
                <a:cubicBezTo>
                  <a:pt x="-35584" y="266258"/>
                  <a:pt x="-6180" y="57053"/>
                  <a:pt x="233939" y="6507"/>
                </a:cubicBezTo>
                <a:close/>
              </a:path>
            </a:pathLst>
          </a:custGeom>
          <a:solidFill>
            <a:srgbClr val="040408"/>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1017400" y="4146833"/>
            <a:ext cx="445164" cy="1881835"/>
          </a:xfrm>
          <a:custGeom>
            <a:avLst/>
            <a:gdLst/>
            <a:ahLst/>
            <a:cxnLst/>
            <a:rect l="l" t="t" r="r" b="b"/>
            <a:pathLst>
              <a:path w="993826" h="4201190">
                <a:moveTo>
                  <a:pt x="231121" y="0"/>
                </a:moveTo>
                <a:cubicBezTo>
                  <a:pt x="231121" y="0"/>
                  <a:pt x="-11397" y="195346"/>
                  <a:pt x="418" y="598831"/>
                </a:cubicBezTo>
                <a:cubicBezTo>
                  <a:pt x="15253" y="1103321"/>
                  <a:pt x="390756" y="2014937"/>
                  <a:pt x="385514" y="2059443"/>
                </a:cubicBezTo>
                <a:cubicBezTo>
                  <a:pt x="311249" y="2686790"/>
                  <a:pt x="160764" y="4057502"/>
                  <a:pt x="164228" y="4184535"/>
                </a:cubicBezTo>
                <a:cubicBezTo>
                  <a:pt x="164850" y="4206033"/>
                  <a:pt x="313203" y="4211363"/>
                  <a:pt x="329282" y="4172187"/>
                </a:cubicBezTo>
                <a:cubicBezTo>
                  <a:pt x="345361" y="4133011"/>
                  <a:pt x="945969" y="2567753"/>
                  <a:pt x="981325" y="2078187"/>
                </a:cubicBezTo>
                <a:cubicBezTo>
                  <a:pt x="1003445" y="1772065"/>
                  <a:pt x="1014283" y="690419"/>
                  <a:pt x="852072" y="367329"/>
                </a:cubicBezTo>
                <a:cubicBezTo>
                  <a:pt x="689860" y="44240"/>
                  <a:pt x="231121" y="0"/>
                  <a:pt x="231121" y="0"/>
                </a:cubicBezTo>
                <a:close/>
              </a:path>
            </a:pathLst>
          </a:custGeom>
          <a:solidFill>
            <a:srgbClr val="040408"/>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1926193" y="3663082"/>
            <a:ext cx="487143" cy="912810"/>
          </a:xfrm>
          <a:custGeom>
            <a:avLst/>
            <a:gdLst/>
            <a:ahLst/>
            <a:cxnLst/>
            <a:rect l="l" t="t" r="r" b="b"/>
            <a:pathLst>
              <a:path w="1087544" h="2037845">
                <a:moveTo>
                  <a:pt x="856433" y="616701"/>
                </a:moveTo>
                <a:cubicBezTo>
                  <a:pt x="870291" y="584454"/>
                  <a:pt x="1072744" y="610127"/>
                  <a:pt x="1084825" y="632069"/>
                </a:cubicBezTo>
                <a:cubicBezTo>
                  <a:pt x="1096996" y="654011"/>
                  <a:pt x="1077896" y="1949747"/>
                  <a:pt x="824452" y="2033695"/>
                </a:cubicBezTo>
                <a:cubicBezTo>
                  <a:pt x="571008" y="2117644"/>
                  <a:pt x="1404" y="902125"/>
                  <a:pt x="71" y="740003"/>
                </a:cubicBezTo>
                <a:cubicBezTo>
                  <a:pt x="-1262" y="577792"/>
                  <a:pt x="15528" y="477853"/>
                  <a:pt x="108093" y="309956"/>
                </a:cubicBezTo>
                <a:cubicBezTo>
                  <a:pt x="200659" y="142149"/>
                  <a:pt x="504294" y="-75850"/>
                  <a:pt x="552087" y="26131"/>
                </a:cubicBezTo>
                <a:cubicBezTo>
                  <a:pt x="620489" y="172175"/>
                  <a:pt x="782523" y="1345230"/>
                  <a:pt x="782523" y="1345230"/>
                </a:cubicBezTo>
                <a:cubicBezTo>
                  <a:pt x="782523" y="1345230"/>
                  <a:pt x="842486" y="648948"/>
                  <a:pt x="856433" y="616701"/>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1018781" y="3487043"/>
            <a:ext cx="1179032" cy="930570"/>
          </a:xfrm>
          <a:custGeom>
            <a:avLst/>
            <a:gdLst/>
            <a:ahLst/>
            <a:cxnLst/>
            <a:rect l="l" t="t" r="r" b="b"/>
            <a:pathLst>
              <a:path w="2632184" h="2077493">
                <a:moveTo>
                  <a:pt x="0" y="1680227"/>
                </a:moveTo>
                <a:cubicBezTo>
                  <a:pt x="0" y="1680227"/>
                  <a:pt x="56410" y="1109112"/>
                  <a:pt x="1140365" y="436904"/>
                </a:cubicBezTo>
                <a:cubicBezTo>
                  <a:pt x="1506717" y="209755"/>
                  <a:pt x="2121982" y="-37027"/>
                  <a:pt x="2287481" y="4637"/>
                </a:cubicBezTo>
                <a:cubicBezTo>
                  <a:pt x="2452890" y="46389"/>
                  <a:pt x="2637487" y="487006"/>
                  <a:pt x="2632068" y="703851"/>
                </a:cubicBezTo>
                <a:cubicBezTo>
                  <a:pt x="2626649" y="920695"/>
                  <a:pt x="2096665" y="1328711"/>
                  <a:pt x="1923349" y="1536227"/>
                </a:cubicBezTo>
                <a:cubicBezTo>
                  <a:pt x="1677101" y="1831068"/>
                  <a:pt x="1427299" y="2077494"/>
                  <a:pt x="1427299" y="2077494"/>
                </a:cubicBezTo>
                <a:cubicBezTo>
                  <a:pt x="1427299" y="2077494"/>
                  <a:pt x="541089" y="1817210"/>
                  <a:pt x="0" y="1680227"/>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2090680" y="3473743"/>
            <a:ext cx="294448" cy="199492"/>
          </a:xfrm>
          <a:custGeom>
            <a:avLst/>
            <a:gdLst/>
            <a:ahLst/>
            <a:cxnLst/>
            <a:rect l="l" t="t" r="r" b="b"/>
            <a:pathLst>
              <a:path w="657354" h="445365">
                <a:moveTo>
                  <a:pt x="138054" y="445366"/>
                </a:moveTo>
                <a:lnTo>
                  <a:pt x="315989" y="316556"/>
                </a:lnTo>
                <a:cubicBezTo>
                  <a:pt x="315989" y="316556"/>
                  <a:pt x="349480" y="347293"/>
                  <a:pt x="400915" y="346138"/>
                </a:cubicBezTo>
                <a:cubicBezTo>
                  <a:pt x="444799" y="345161"/>
                  <a:pt x="522973" y="286619"/>
                  <a:pt x="522973" y="286619"/>
                </a:cubicBezTo>
                <a:lnTo>
                  <a:pt x="546692" y="313714"/>
                </a:lnTo>
                <a:cubicBezTo>
                  <a:pt x="546692" y="313714"/>
                  <a:pt x="628419" y="249842"/>
                  <a:pt x="651249" y="168825"/>
                </a:cubicBezTo>
                <a:cubicBezTo>
                  <a:pt x="673991" y="87719"/>
                  <a:pt x="636147" y="-32029"/>
                  <a:pt x="487705" y="7946"/>
                </a:cubicBezTo>
                <a:cubicBezTo>
                  <a:pt x="339175" y="47922"/>
                  <a:pt x="1871" y="167048"/>
                  <a:pt x="1871" y="167048"/>
                </a:cubicBezTo>
                <a:cubicBezTo>
                  <a:pt x="1871" y="167048"/>
                  <a:pt x="-8878" y="229144"/>
                  <a:pt x="21148" y="294703"/>
                </a:cubicBezTo>
                <a:cubicBezTo>
                  <a:pt x="59791" y="379629"/>
                  <a:pt x="138054" y="445366"/>
                  <a:pt x="138054" y="445366"/>
                </a:cubicBezTo>
                <a:close/>
              </a:path>
            </a:pathLst>
          </a:custGeom>
          <a:solidFill>
            <a:srgbClr val="FF972A"/>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2319728" y="3854595"/>
            <a:ext cx="77204" cy="108942"/>
          </a:xfrm>
          <a:custGeom>
            <a:avLst/>
            <a:gdLst/>
            <a:ahLst/>
            <a:cxnLst/>
            <a:rect l="l" t="t" r="r" b="b"/>
            <a:pathLst>
              <a:path w="172357" h="243213">
                <a:moveTo>
                  <a:pt x="5138" y="215976"/>
                </a:moveTo>
                <a:cubicBezTo>
                  <a:pt x="430" y="199275"/>
                  <a:pt x="-9964" y="15122"/>
                  <a:pt x="25392" y="5261"/>
                </a:cubicBezTo>
                <a:cubicBezTo>
                  <a:pt x="60748" y="-4599"/>
                  <a:pt x="155446" y="-1756"/>
                  <a:pt x="163885" y="23739"/>
                </a:cubicBezTo>
                <a:cubicBezTo>
                  <a:pt x="172324" y="49323"/>
                  <a:pt x="176944" y="229479"/>
                  <a:pt x="165662" y="240050"/>
                </a:cubicBezTo>
                <a:cubicBezTo>
                  <a:pt x="154380" y="250622"/>
                  <a:pt x="9846" y="232677"/>
                  <a:pt x="5138" y="215976"/>
                </a:cubicBezTo>
                <a:close/>
              </a:path>
            </a:pathLst>
          </a:custGeom>
          <a:solidFill>
            <a:srgbClr val="F3EFEC"/>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2330997" y="3703735"/>
            <a:ext cx="134401" cy="189611"/>
          </a:xfrm>
          <a:custGeom>
            <a:avLst/>
            <a:gdLst/>
            <a:ahLst/>
            <a:cxnLst/>
            <a:rect l="l" t="t" r="r" b="b"/>
            <a:pathLst>
              <a:path w="300049" h="423306">
                <a:moveTo>
                  <a:pt x="11693" y="398911"/>
                </a:moveTo>
                <a:cubicBezTo>
                  <a:pt x="11693" y="398911"/>
                  <a:pt x="-32191" y="294086"/>
                  <a:pt x="50070" y="237321"/>
                </a:cubicBezTo>
                <a:cubicBezTo>
                  <a:pt x="132419" y="180645"/>
                  <a:pt x="201976" y="146622"/>
                  <a:pt x="201976" y="146622"/>
                </a:cubicBezTo>
                <a:lnTo>
                  <a:pt x="213081" y="102560"/>
                </a:lnTo>
                <a:cubicBezTo>
                  <a:pt x="213081" y="102560"/>
                  <a:pt x="262472" y="-26250"/>
                  <a:pt x="281039" y="4842"/>
                </a:cubicBezTo>
                <a:cubicBezTo>
                  <a:pt x="299605" y="35934"/>
                  <a:pt x="312753" y="181622"/>
                  <a:pt x="280150" y="227372"/>
                </a:cubicBezTo>
                <a:cubicBezTo>
                  <a:pt x="247459" y="273033"/>
                  <a:pt x="121581" y="325800"/>
                  <a:pt x="104969" y="391982"/>
                </a:cubicBezTo>
                <a:cubicBezTo>
                  <a:pt x="88268" y="458163"/>
                  <a:pt x="11693" y="398911"/>
                  <a:pt x="11693" y="398911"/>
                </a:cubicBezTo>
                <a:close/>
              </a:path>
            </a:pathLst>
          </a:custGeom>
          <a:solidFill>
            <a:srgbClr val="FF972A"/>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2224461" y="3439424"/>
            <a:ext cx="176831" cy="116567"/>
          </a:xfrm>
          <a:custGeom>
            <a:avLst/>
            <a:gdLst/>
            <a:ahLst/>
            <a:cxnLst/>
            <a:rect l="l" t="t" r="r" b="b"/>
            <a:pathLst>
              <a:path w="394775" h="260236">
                <a:moveTo>
                  <a:pt x="0" y="143194"/>
                </a:moveTo>
                <a:cubicBezTo>
                  <a:pt x="0" y="143194"/>
                  <a:pt x="18211" y="168956"/>
                  <a:pt x="164166" y="163448"/>
                </a:cubicBezTo>
                <a:cubicBezTo>
                  <a:pt x="194192" y="162294"/>
                  <a:pt x="147287" y="191787"/>
                  <a:pt x="174293" y="226343"/>
                </a:cubicBezTo>
                <a:cubicBezTo>
                  <a:pt x="204319" y="264808"/>
                  <a:pt x="267835" y="209198"/>
                  <a:pt x="279295" y="222878"/>
                </a:cubicBezTo>
                <a:cubicBezTo>
                  <a:pt x="307277" y="256280"/>
                  <a:pt x="345831" y="266052"/>
                  <a:pt x="360933" y="257080"/>
                </a:cubicBezTo>
                <a:cubicBezTo>
                  <a:pt x="392025" y="238513"/>
                  <a:pt x="411036" y="173309"/>
                  <a:pt x="375769" y="93358"/>
                </a:cubicBezTo>
                <a:cubicBezTo>
                  <a:pt x="339880" y="12075"/>
                  <a:pt x="218888" y="-32076"/>
                  <a:pt x="97096" y="27532"/>
                </a:cubicBezTo>
                <a:cubicBezTo>
                  <a:pt x="18566" y="65908"/>
                  <a:pt x="0" y="143194"/>
                  <a:pt x="0" y="143194"/>
                </a:cubicBezTo>
                <a:close/>
              </a:path>
            </a:pathLst>
          </a:custGeom>
          <a:gradFill>
            <a:gsLst>
              <a:gs pos="0">
                <a:srgbClr val="1B0242"/>
              </a:gs>
              <a:gs pos="50000">
                <a:srgbClr val="1B0242"/>
              </a:gs>
              <a:gs pos="100000">
                <a:srgbClr val="1B0242"/>
              </a:gs>
            </a:gsLst>
            <a:lin ang="10542617"/>
          </a:gradFill>
          <a:ln cap="flat">
            <a:prstDash val="solid"/>
          </a:ln>
        </p:spPr>
        <p:txBody>
          <a:bodyPr vert="horz" lIns="91440" tIns="45720" rIns="91440" bIns="45720" anchor="ctr">
            <a:normAutofit/>
          </a:bodyPr>
          <a:lstStyle/>
          <a:p>
            <a:pPr marL="0" algn="l"/>
            <a:endParaRPr/>
          </a:p>
        </p:txBody>
      </p:sp>
      <p:sp>
        <p:nvSpPr>
          <p:cNvPr id="21" name="Freeform 21"/>
          <p:cNvSpPr/>
          <p:nvPr/>
        </p:nvSpPr>
        <p:spPr>
          <a:xfrm>
            <a:off x="2259270" y="3492090"/>
            <a:ext cx="59631" cy="44230"/>
          </a:xfrm>
          <a:custGeom>
            <a:avLst/>
            <a:gdLst/>
            <a:ahLst/>
            <a:cxnLst/>
            <a:rect l="l" t="t" r="r" b="b"/>
            <a:pathLst>
              <a:path w="133126" h="98743">
                <a:moveTo>
                  <a:pt x="113994" y="70834"/>
                </a:moveTo>
                <a:cubicBezTo>
                  <a:pt x="132827" y="50491"/>
                  <a:pt x="144020" y="19843"/>
                  <a:pt x="117192" y="5630"/>
                </a:cubicBezTo>
                <a:cubicBezTo>
                  <a:pt x="75528" y="-16579"/>
                  <a:pt x="-6910" y="31125"/>
                  <a:pt x="463" y="75364"/>
                </a:cubicBezTo>
                <a:cubicBezTo>
                  <a:pt x="7926" y="119515"/>
                  <a:pt x="95161" y="91266"/>
                  <a:pt x="113994" y="70834"/>
                </a:cubicBezTo>
                <a:close/>
              </a:path>
            </a:pathLst>
          </a:custGeom>
          <a:solidFill>
            <a:srgbClr val="FF972A"/>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2358638" y="3600261"/>
            <a:ext cx="45979" cy="55592"/>
          </a:xfrm>
          <a:custGeom>
            <a:avLst/>
            <a:gdLst/>
            <a:ahLst/>
            <a:cxnLst/>
            <a:rect l="l" t="t" r="r" b="b"/>
            <a:pathLst>
              <a:path w="102649" h="124109">
                <a:moveTo>
                  <a:pt x="0" y="20512"/>
                </a:moveTo>
                <a:cubicBezTo>
                  <a:pt x="0" y="20512"/>
                  <a:pt x="35978" y="-5250"/>
                  <a:pt x="43262" y="968"/>
                </a:cubicBezTo>
                <a:cubicBezTo>
                  <a:pt x="50547" y="7187"/>
                  <a:pt x="117616" y="91668"/>
                  <a:pt x="99583" y="121516"/>
                </a:cubicBezTo>
                <a:cubicBezTo>
                  <a:pt x="93542" y="131466"/>
                  <a:pt x="26295" y="109968"/>
                  <a:pt x="19899" y="104371"/>
                </a:cubicBezTo>
                <a:cubicBezTo>
                  <a:pt x="7018" y="93267"/>
                  <a:pt x="0" y="20512"/>
                  <a:pt x="0" y="20512"/>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2313378" y="3508956"/>
            <a:ext cx="385059" cy="198829"/>
          </a:xfrm>
          <a:custGeom>
            <a:avLst/>
            <a:gdLst/>
            <a:ahLst/>
            <a:cxnLst/>
            <a:rect l="l" t="t" r="r" b="b"/>
            <a:pathLst>
              <a:path w="859644" h="443885">
                <a:moveTo>
                  <a:pt x="38060" y="306345"/>
                </a:moveTo>
                <a:cubicBezTo>
                  <a:pt x="67553" y="296929"/>
                  <a:pt x="760903" y="6885"/>
                  <a:pt x="796970" y="134"/>
                </a:cubicBezTo>
                <a:cubicBezTo>
                  <a:pt x="833037" y="-6617"/>
                  <a:pt x="884472" y="243895"/>
                  <a:pt x="846007" y="256687"/>
                </a:cubicBezTo>
                <a:cubicBezTo>
                  <a:pt x="766678" y="282982"/>
                  <a:pt x="76614" y="441729"/>
                  <a:pt x="48364" y="443861"/>
                </a:cubicBezTo>
                <a:cubicBezTo>
                  <a:pt x="20115" y="445815"/>
                  <a:pt x="-38960" y="330864"/>
                  <a:pt x="38060" y="306345"/>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2612826" y="3348594"/>
            <a:ext cx="496844" cy="303210"/>
          </a:xfrm>
          <a:custGeom>
            <a:avLst/>
            <a:gdLst/>
            <a:ahLst/>
            <a:cxnLst/>
            <a:rect l="l" t="t" r="r" b="b"/>
            <a:pathLst>
              <a:path w="1109202" h="676915">
                <a:moveTo>
                  <a:pt x="6217" y="509959"/>
                </a:moveTo>
                <a:cubicBezTo>
                  <a:pt x="-15458" y="404068"/>
                  <a:pt x="23717" y="334778"/>
                  <a:pt x="59518" y="323940"/>
                </a:cubicBezTo>
                <a:cubicBezTo>
                  <a:pt x="95318" y="313191"/>
                  <a:pt x="940664" y="-14429"/>
                  <a:pt x="958076" y="495"/>
                </a:cubicBezTo>
                <a:cubicBezTo>
                  <a:pt x="975487" y="15508"/>
                  <a:pt x="1139919" y="418371"/>
                  <a:pt x="1104119" y="429031"/>
                </a:cubicBezTo>
                <a:cubicBezTo>
                  <a:pt x="984459" y="464476"/>
                  <a:pt x="270766" y="643388"/>
                  <a:pt x="139468" y="675812"/>
                </a:cubicBezTo>
                <a:cubicBezTo>
                  <a:pt x="92209" y="687450"/>
                  <a:pt x="25672" y="605278"/>
                  <a:pt x="6217" y="509959"/>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2981541" y="3060904"/>
            <a:ext cx="981884" cy="541948"/>
          </a:xfrm>
          <a:custGeom>
            <a:avLst/>
            <a:gdLst/>
            <a:ahLst/>
            <a:cxnLst/>
            <a:rect l="l" t="t" r="r" b="b"/>
            <a:pathLst>
              <a:path w="2192053" h="1209896">
                <a:moveTo>
                  <a:pt x="120885" y="557925"/>
                </a:moveTo>
                <a:cubicBezTo>
                  <a:pt x="179249" y="533407"/>
                  <a:pt x="1762807" y="50237"/>
                  <a:pt x="1881668" y="8841"/>
                </a:cubicBezTo>
                <a:cubicBezTo>
                  <a:pt x="2000528" y="-32556"/>
                  <a:pt x="2110416" y="72801"/>
                  <a:pt x="2167802" y="296042"/>
                </a:cubicBezTo>
                <a:cubicBezTo>
                  <a:pt x="2225189" y="519371"/>
                  <a:pt x="2185658" y="761355"/>
                  <a:pt x="1996086" y="805595"/>
                </a:cubicBezTo>
                <a:cubicBezTo>
                  <a:pt x="1821527" y="846281"/>
                  <a:pt x="241255" y="1195754"/>
                  <a:pt x="177206" y="1208724"/>
                </a:cubicBezTo>
                <a:cubicBezTo>
                  <a:pt x="113156" y="1221694"/>
                  <a:pt x="30807" y="1127441"/>
                  <a:pt x="4512" y="907132"/>
                </a:cubicBezTo>
                <a:cubicBezTo>
                  <a:pt x="-18407" y="713207"/>
                  <a:pt x="49906" y="587596"/>
                  <a:pt x="120885" y="557925"/>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2970272" y="3542361"/>
            <a:ext cx="2666" cy="391906"/>
          </a:xfrm>
          <a:custGeom>
            <a:avLst/>
            <a:gdLst/>
            <a:ahLst/>
            <a:cxnLst/>
            <a:rect l="l" t="t" r="r" b="b"/>
            <a:pathLst>
              <a:path w="5951" h="874928">
                <a:moveTo>
                  <a:pt x="0" y="0"/>
                </a:moveTo>
                <a:lnTo>
                  <a:pt x="5952" y="87492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27" name="Freeform 27"/>
          <p:cNvSpPr/>
          <p:nvPr/>
        </p:nvSpPr>
        <p:spPr>
          <a:xfrm>
            <a:off x="2871931" y="3881789"/>
            <a:ext cx="211828" cy="118137"/>
          </a:xfrm>
          <a:custGeom>
            <a:avLst/>
            <a:gdLst/>
            <a:ahLst/>
            <a:cxnLst/>
            <a:rect l="l" t="t" r="r" b="b"/>
            <a:pathLst>
              <a:path w="472906" h="263741">
                <a:moveTo>
                  <a:pt x="472101" y="137767"/>
                </a:moveTo>
                <a:cubicBezTo>
                  <a:pt x="487470" y="115558"/>
                  <a:pt x="278443" y="-16271"/>
                  <a:pt x="220168" y="1673"/>
                </a:cubicBezTo>
                <a:cubicBezTo>
                  <a:pt x="161892" y="19617"/>
                  <a:pt x="-14266" y="247655"/>
                  <a:pt x="925" y="261602"/>
                </a:cubicBezTo>
                <a:cubicBezTo>
                  <a:pt x="8831" y="268886"/>
                  <a:pt x="116587" y="257693"/>
                  <a:pt x="235003" y="226157"/>
                </a:cubicBezTo>
                <a:cubicBezTo>
                  <a:pt x="344269" y="197197"/>
                  <a:pt x="464817" y="148427"/>
                  <a:pt x="472101" y="137767"/>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2716323" y="3974177"/>
            <a:ext cx="192988" cy="1018700"/>
          </a:xfrm>
          <a:custGeom>
            <a:avLst/>
            <a:gdLst/>
            <a:ahLst/>
            <a:cxnLst/>
            <a:rect l="l" t="t" r="r" b="b"/>
            <a:pathLst>
              <a:path w="430845" h="2274244">
                <a:moveTo>
                  <a:pt x="430846" y="0"/>
                </a:moveTo>
                <a:lnTo>
                  <a:pt x="0" y="2274244"/>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29" name="Freeform 29"/>
          <p:cNvSpPr/>
          <p:nvPr/>
        </p:nvSpPr>
        <p:spPr>
          <a:xfrm>
            <a:off x="3062349" y="3944533"/>
            <a:ext cx="177987" cy="851576"/>
          </a:xfrm>
          <a:custGeom>
            <a:avLst/>
            <a:gdLst/>
            <a:ahLst/>
            <a:cxnLst/>
            <a:rect l="l" t="t" r="r" b="b"/>
            <a:pathLst>
              <a:path w="397355" h="1901140">
                <a:moveTo>
                  <a:pt x="0" y="0"/>
                </a:moveTo>
                <a:lnTo>
                  <a:pt x="397355" y="1901141"/>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0" name="Freeform 30"/>
          <p:cNvSpPr/>
          <p:nvPr/>
        </p:nvSpPr>
        <p:spPr>
          <a:xfrm>
            <a:off x="2580236" y="5022562"/>
            <a:ext cx="152679" cy="832954"/>
          </a:xfrm>
          <a:custGeom>
            <a:avLst/>
            <a:gdLst/>
            <a:ahLst/>
            <a:cxnLst/>
            <a:rect l="l" t="t" r="r" b="b"/>
            <a:pathLst>
              <a:path w="340856" h="1859566">
                <a:moveTo>
                  <a:pt x="340857" y="0"/>
                </a:moveTo>
                <a:lnTo>
                  <a:pt x="0" y="1859566"/>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1" name="Freeform 31"/>
          <p:cNvSpPr/>
          <p:nvPr/>
        </p:nvSpPr>
        <p:spPr>
          <a:xfrm>
            <a:off x="3255218" y="4817636"/>
            <a:ext cx="175042" cy="774858"/>
          </a:xfrm>
          <a:custGeom>
            <a:avLst/>
            <a:gdLst/>
            <a:ahLst/>
            <a:cxnLst/>
            <a:rect l="l" t="t" r="r" b="b"/>
            <a:pathLst>
              <a:path w="390781" h="1729868">
                <a:moveTo>
                  <a:pt x="0" y="0"/>
                </a:moveTo>
                <a:lnTo>
                  <a:pt x="390782" y="172986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2" name="Freeform 32"/>
          <p:cNvSpPr/>
          <p:nvPr/>
        </p:nvSpPr>
        <p:spPr>
          <a:xfrm>
            <a:off x="2963786" y="3932158"/>
            <a:ext cx="6088" cy="802752"/>
          </a:xfrm>
          <a:custGeom>
            <a:avLst/>
            <a:gdLst/>
            <a:ahLst/>
            <a:cxnLst/>
            <a:rect l="l" t="t" r="r" b="b"/>
            <a:pathLst>
              <a:path w="13591" h="1792141">
                <a:moveTo>
                  <a:pt x="13592" y="0"/>
                </a:moveTo>
                <a:lnTo>
                  <a:pt x="0" y="1792141"/>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3" name="Freeform 33"/>
          <p:cNvSpPr/>
          <p:nvPr/>
        </p:nvSpPr>
        <p:spPr>
          <a:xfrm>
            <a:off x="2980418" y="4762804"/>
            <a:ext cx="11500" cy="1042813"/>
          </a:xfrm>
          <a:custGeom>
            <a:avLst/>
            <a:gdLst/>
            <a:ahLst/>
            <a:cxnLst/>
            <a:rect l="l" t="t" r="r" b="b"/>
            <a:pathLst>
              <a:path w="25673" h="2328077">
                <a:moveTo>
                  <a:pt x="0" y="0"/>
                </a:moveTo>
                <a:lnTo>
                  <a:pt x="25673" y="232807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4" name="Freeform 34"/>
          <p:cNvSpPr/>
          <p:nvPr/>
        </p:nvSpPr>
        <p:spPr>
          <a:xfrm>
            <a:off x="1072497" y="6050602"/>
            <a:ext cx="196237" cy="83498"/>
          </a:xfrm>
          <a:custGeom>
            <a:avLst/>
            <a:gdLst/>
            <a:ahLst/>
            <a:cxnLst/>
            <a:rect l="l" t="t" r="r" b="b"/>
            <a:pathLst>
              <a:path w="438098" h="186408">
                <a:moveTo>
                  <a:pt x="1250" y="113288"/>
                </a:moveTo>
                <a:cubicBezTo>
                  <a:pt x="-4791" y="98275"/>
                  <a:pt x="12177" y="16281"/>
                  <a:pt x="28256" y="7842"/>
                </a:cubicBezTo>
                <a:cubicBezTo>
                  <a:pt x="33941" y="4821"/>
                  <a:pt x="106341" y="-10547"/>
                  <a:pt x="166215" y="12372"/>
                </a:cubicBezTo>
                <a:cubicBezTo>
                  <a:pt x="274415" y="53858"/>
                  <a:pt x="429075" y="143580"/>
                  <a:pt x="437959" y="175738"/>
                </a:cubicBezTo>
                <a:cubicBezTo>
                  <a:pt x="446931" y="207896"/>
                  <a:pt x="20527" y="161613"/>
                  <a:pt x="1250" y="113288"/>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35" name="Freeform 35"/>
          <p:cNvSpPr/>
          <p:nvPr/>
        </p:nvSpPr>
        <p:spPr>
          <a:xfrm>
            <a:off x="1534555" y="5934860"/>
            <a:ext cx="202065" cy="81626"/>
          </a:xfrm>
          <a:custGeom>
            <a:avLst/>
            <a:gdLst/>
            <a:ahLst/>
            <a:cxnLst/>
            <a:rect l="l" t="t" r="r" b="b"/>
            <a:pathLst>
              <a:path w="451109" h="182229">
                <a:moveTo>
                  <a:pt x="44956" y="0"/>
                </a:moveTo>
                <a:cubicBezTo>
                  <a:pt x="44956" y="0"/>
                  <a:pt x="118599" y="4353"/>
                  <a:pt x="180872" y="24607"/>
                </a:cubicBezTo>
                <a:cubicBezTo>
                  <a:pt x="294846" y="61562"/>
                  <a:pt x="432895" y="129431"/>
                  <a:pt x="449951" y="163188"/>
                </a:cubicBezTo>
                <a:cubicBezTo>
                  <a:pt x="476334" y="215334"/>
                  <a:pt x="43623" y="146843"/>
                  <a:pt x="14397" y="118860"/>
                </a:cubicBezTo>
                <a:cubicBezTo>
                  <a:pt x="-20782" y="85192"/>
                  <a:pt x="15996" y="37310"/>
                  <a:pt x="44956" y="0"/>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36" name="Freeform 36"/>
          <p:cNvSpPr/>
          <p:nvPr/>
        </p:nvSpPr>
        <p:spPr>
          <a:xfrm>
            <a:off x="2301637" y="5375937"/>
            <a:ext cx="370831" cy="308449"/>
          </a:xfrm>
          <a:custGeom>
            <a:avLst/>
            <a:gdLst/>
            <a:ahLst/>
            <a:cxnLst/>
            <a:rect l="l" t="t" r="r" b="b"/>
            <a:pathLst>
              <a:path w="827880" h="688611">
                <a:moveTo>
                  <a:pt x="76617" y="127593"/>
                </a:moveTo>
                <a:cubicBezTo>
                  <a:pt x="88699" y="98101"/>
                  <a:pt x="359643" y="184980"/>
                  <a:pt x="359643" y="184980"/>
                </a:cubicBezTo>
                <a:cubicBezTo>
                  <a:pt x="359643" y="184980"/>
                  <a:pt x="496092" y="3225"/>
                  <a:pt x="538733" y="27"/>
                </a:cubicBezTo>
                <a:cubicBezTo>
                  <a:pt x="581373" y="-3171"/>
                  <a:pt x="566627" y="276657"/>
                  <a:pt x="566627" y="276657"/>
                </a:cubicBezTo>
                <a:cubicBezTo>
                  <a:pt x="566627" y="276657"/>
                  <a:pt x="817317" y="379349"/>
                  <a:pt x="827622" y="421457"/>
                </a:cubicBezTo>
                <a:cubicBezTo>
                  <a:pt x="837927" y="463564"/>
                  <a:pt x="536601" y="543249"/>
                  <a:pt x="536601" y="543249"/>
                </a:cubicBezTo>
                <a:cubicBezTo>
                  <a:pt x="536601" y="543249"/>
                  <a:pt x="520344" y="686094"/>
                  <a:pt x="504621" y="688581"/>
                </a:cubicBezTo>
                <a:cubicBezTo>
                  <a:pt x="488808" y="691069"/>
                  <a:pt x="314693" y="538451"/>
                  <a:pt x="314693" y="538451"/>
                </a:cubicBezTo>
                <a:cubicBezTo>
                  <a:pt x="314693" y="538451"/>
                  <a:pt x="16566" y="664063"/>
                  <a:pt x="1819" y="654824"/>
                </a:cubicBezTo>
                <a:cubicBezTo>
                  <a:pt x="-20123" y="641143"/>
                  <a:pt x="163675" y="335376"/>
                  <a:pt x="163675" y="335376"/>
                </a:cubicBezTo>
                <a:lnTo>
                  <a:pt x="76617" y="127593"/>
                </a:lnTo>
                <a:close/>
              </a:path>
            </a:pathLst>
          </a:custGeom>
          <a:gradFill>
            <a:gsLst>
              <a:gs pos="0">
                <a:srgbClr val="FFCE14"/>
              </a:gs>
              <a:gs pos="50000">
                <a:srgbClr val="FFD829"/>
              </a:gs>
              <a:gs pos="100000">
                <a:srgbClr val="FFE23F"/>
              </a:gs>
            </a:gsLst>
            <a:lin ang="14117952"/>
          </a:gradFill>
          <a:ln cap="flat">
            <a:prstDash val="solid"/>
          </a:ln>
        </p:spPr>
        <p:txBody>
          <a:bodyPr vert="horz" lIns="91440" tIns="45720" rIns="91440" bIns="45720" anchor="ctr">
            <a:normAutofit/>
          </a:bodyPr>
          <a:lstStyle/>
          <a:p>
            <a:pPr marL="0" algn="l"/>
            <a:endParaRPr/>
          </a:p>
        </p:txBody>
      </p:sp>
      <p:sp>
        <p:nvSpPr>
          <p:cNvPr id="37" name="Freeform 37"/>
          <p:cNvSpPr/>
          <p:nvPr/>
        </p:nvSpPr>
        <p:spPr>
          <a:xfrm>
            <a:off x="3789576" y="3106983"/>
            <a:ext cx="132687" cy="272786"/>
          </a:xfrm>
          <a:custGeom>
            <a:avLst/>
            <a:gdLst/>
            <a:ahLst/>
            <a:cxnLst/>
            <a:rect l="l" t="t" r="r" b="b"/>
            <a:pathLst>
              <a:path w="296224" h="608993">
                <a:moveTo>
                  <a:pt x="120372" y="222"/>
                </a:moveTo>
                <a:cubicBezTo>
                  <a:pt x="276098" y="9461"/>
                  <a:pt x="371950" y="469266"/>
                  <a:pt x="218800" y="594611"/>
                </a:cubicBezTo>
                <a:cubicBezTo>
                  <a:pt x="65561" y="719868"/>
                  <a:pt x="-130940" y="-14613"/>
                  <a:pt x="120372" y="222"/>
                </a:cubicBezTo>
                <a:close/>
              </a:path>
            </a:pathLst>
          </a:custGeom>
          <a:gradFill>
            <a:gsLst>
              <a:gs pos="0">
                <a:srgbClr val="FFCE14"/>
              </a:gs>
              <a:gs pos="50000">
                <a:srgbClr val="FFD829"/>
              </a:gs>
              <a:gs pos="100000">
                <a:srgbClr val="FFE23F"/>
              </a:gs>
            </a:gsLst>
            <a:lin ang="14118084"/>
          </a:gradFill>
          <a:ln cap="flat">
            <a:prstDash val="solid"/>
          </a:ln>
        </p:spPr>
        <p:txBody>
          <a:bodyPr vert="horz" lIns="91440" tIns="45720" rIns="91440" bIns="45720" anchor="ctr">
            <a:normAutofit/>
          </a:bodyPr>
          <a:lstStyle/>
          <a:p>
            <a:pPr marL="0" algn="l"/>
            <a:endParaRPr/>
          </a:p>
        </p:txBody>
      </p:sp>
      <p:sp>
        <p:nvSpPr>
          <p:cNvPr id="38" name="Freeform 38"/>
          <p:cNvSpPr/>
          <p:nvPr/>
        </p:nvSpPr>
        <p:spPr>
          <a:xfrm>
            <a:off x="2677664" y="4957467"/>
            <a:ext cx="78680" cy="92392"/>
          </a:xfrm>
          <a:custGeom>
            <a:avLst/>
            <a:gdLst/>
            <a:ahLst/>
            <a:cxnLst/>
            <a:rect l="l" t="t" r="r" b="b"/>
            <a:pathLst>
              <a:path w="175653" h="206264">
                <a:moveTo>
                  <a:pt x="20834" y="181568"/>
                </a:moveTo>
                <a:cubicBezTo>
                  <a:pt x="-35575" y="132176"/>
                  <a:pt x="29896" y="-22396"/>
                  <a:pt x="129390" y="2744"/>
                </a:cubicBezTo>
                <a:cubicBezTo>
                  <a:pt x="182157" y="16069"/>
                  <a:pt x="191041" y="122582"/>
                  <a:pt x="149555" y="163801"/>
                </a:cubicBezTo>
                <a:cubicBezTo>
                  <a:pt x="96610" y="216568"/>
                  <a:pt x="61698" y="217368"/>
                  <a:pt x="20834" y="181568"/>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2932736" y="4697676"/>
            <a:ext cx="78028" cy="84715"/>
          </a:xfrm>
          <a:custGeom>
            <a:avLst/>
            <a:gdLst/>
            <a:ahLst/>
            <a:cxnLst/>
            <a:rect l="l" t="t" r="r" b="b"/>
            <a:pathLst>
              <a:path w="174198" h="189126">
                <a:moveTo>
                  <a:pt x="51462" y="171158"/>
                </a:moveTo>
                <a:cubicBezTo>
                  <a:pt x="-38349" y="121056"/>
                  <a:pt x="-4147" y="-27919"/>
                  <a:pt x="104053" y="4594"/>
                </a:cubicBezTo>
                <a:cubicBezTo>
                  <a:pt x="212164" y="37108"/>
                  <a:pt x="195818" y="251731"/>
                  <a:pt x="51462" y="171158"/>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3213484" y="4768092"/>
            <a:ext cx="71919" cy="92798"/>
          </a:xfrm>
          <a:custGeom>
            <a:avLst/>
            <a:gdLst/>
            <a:ahLst/>
            <a:cxnLst/>
            <a:rect l="l" t="t" r="r" b="b"/>
            <a:pathLst>
              <a:path w="160560" h="207172">
                <a:moveTo>
                  <a:pt x="66077" y="1074"/>
                </a:moveTo>
                <a:cubicBezTo>
                  <a:pt x="145583" y="-15005"/>
                  <a:pt x="205547" y="154047"/>
                  <a:pt x="115646" y="200063"/>
                </a:cubicBezTo>
                <a:cubicBezTo>
                  <a:pt x="19262" y="249366"/>
                  <a:pt x="-62111" y="27014"/>
                  <a:pt x="66077" y="1074"/>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1454617" y="3936137"/>
            <a:ext cx="377620" cy="194739"/>
          </a:xfrm>
          <a:custGeom>
            <a:avLst/>
            <a:gdLst/>
            <a:ahLst/>
            <a:cxnLst/>
            <a:rect l="l" t="t" r="r" b="b"/>
            <a:pathLst>
              <a:path w="843036" h="434754">
                <a:moveTo>
                  <a:pt x="105890" y="0"/>
                </a:moveTo>
                <a:lnTo>
                  <a:pt x="843036" y="21054"/>
                </a:lnTo>
                <a:lnTo>
                  <a:pt x="691752" y="434754"/>
                </a:lnTo>
                <a:lnTo>
                  <a:pt x="0" y="417610"/>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2" name="Freeform 42"/>
          <p:cNvSpPr/>
          <p:nvPr/>
        </p:nvSpPr>
        <p:spPr>
          <a:xfrm>
            <a:off x="1583631" y="3870329"/>
            <a:ext cx="78920" cy="169496"/>
          </a:xfrm>
          <a:custGeom>
            <a:avLst/>
            <a:gdLst/>
            <a:ahLst/>
            <a:cxnLst/>
            <a:rect l="l" t="t" r="r" b="b"/>
            <a:pathLst>
              <a:path w="176189" h="378399">
                <a:moveTo>
                  <a:pt x="144955" y="43068"/>
                </a:moveTo>
                <a:cubicBezTo>
                  <a:pt x="144955" y="43068"/>
                  <a:pt x="196390" y="177208"/>
                  <a:pt x="167252" y="248364"/>
                </a:cubicBezTo>
                <a:cubicBezTo>
                  <a:pt x="138115" y="319520"/>
                  <a:pt x="115373" y="364381"/>
                  <a:pt x="54166" y="375841"/>
                </a:cubicBezTo>
                <a:cubicBezTo>
                  <a:pt x="-7041" y="387301"/>
                  <a:pt x="-7751" y="358607"/>
                  <a:pt x="10193" y="322807"/>
                </a:cubicBezTo>
                <a:cubicBezTo>
                  <a:pt x="28227" y="287007"/>
                  <a:pt x="36932" y="258136"/>
                  <a:pt x="46526" y="202259"/>
                </a:cubicBezTo>
                <a:cubicBezTo>
                  <a:pt x="56121" y="146382"/>
                  <a:pt x="34445" y="77269"/>
                  <a:pt x="32846" y="20504"/>
                </a:cubicBezTo>
                <a:cubicBezTo>
                  <a:pt x="31247" y="-36350"/>
                  <a:pt x="144955" y="43068"/>
                  <a:pt x="144955" y="43068"/>
                </a:cubicBezTo>
                <a:close/>
              </a:path>
            </a:pathLst>
          </a:custGeom>
          <a:solidFill>
            <a:srgbClr val="FF972A"/>
          </a:solidFill>
          <a:ln cap="flat">
            <a:prstDash val="solid"/>
          </a:ln>
        </p:spPr>
        <p:txBody>
          <a:bodyPr vert="horz" lIns="91440" tIns="45720" rIns="91440" bIns="45720" anchor="ctr">
            <a:normAutofit/>
          </a:bodyPr>
          <a:lstStyle/>
          <a:p>
            <a:pPr marL="0" algn="l"/>
            <a:endParaRPr/>
          </a:p>
        </p:txBody>
      </p:sp>
      <p:sp>
        <p:nvSpPr>
          <p:cNvPr id="43" name="Freeform 43"/>
          <p:cNvSpPr/>
          <p:nvPr/>
        </p:nvSpPr>
        <p:spPr>
          <a:xfrm>
            <a:off x="1635756" y="3889602"/>
            <a:ext cx="61130" cy="59995"/>
          </a:xfrm>
          <a:custGeom>
            <a:avLst/>
            <a:gdLst/>
            <a:ahLst/>
            <a:cxnLst/>
            <a:rect l="l" t="t" r="r" b="b"/>
            <a:pathLst>
              <a:path w="136472" h="133939">
                <a:moveTo>
                  <a:pt x="133854" y="116325"/>
                </a:moveTo>
                <a:cubicBezTo>
                  <a:pt x="133854" y="116325"/>
                  <a:pt x="62876" y="-2535"/>
                  <a:pt x="28586" y="41"/>
                </a:cubicBezTo>
                <a:cubicBezTo>
                  <a:pt x="-5704" y="2617"/>
                  <a:pt x="425" y="84967"/>
                  <a:pt x="425" y="84967"/>
                </a:cubicBezTo>
                <a:cubicBezTo>
                  <a:pt x="425" y="84967"/>
                  <a:pt x="158550" y="169626"/>
                  <a:pt x="133854" y="116325"/>
                </a:cubicBezTo>
                <a:close/>
              </a:path>
            </a:pathLst>
          </a:custGeom>
          <a:solidFill>
            <a:srgbClr val="FF972A"/>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1564481" y="3817797"/>
            <a:ext cx="99651" cy="89491"/>
          </a:xfrm>
          <a:custGeom>
            <a:avLst/>
            <a:gdLst/>
            <a:ahLst/>
            <a:cxnLst/>
            <a:rect l="l" t="t" r="r" b="b"/>
            <a:pathLst>
              <a:path w="222470" h="199788">
                <a:moveTo>
                  <a:pt x="121614" y="199788"/>
                </a:moveTo>
                <a:lnTo>
                  <a:pt x="59341" y="197567"/>
                </a:lnTo>
                <a:lnTo>
                  <a:pt x="0" y="50280"/>
                </a:lnTo>
                <a:lnTo>
                  <a:pt x="167364" y="0"/>
                </a:lnTo>
                <a:cubicBezTo>
                  <a:pt x="167364" y="0"/>
                  <a:pt x="220398" y="137249"/>
                  <a:pt x="222441" y="164699"/>
                </a:cubicBezTo>
                <a:cubicBezTo>
                  <a:pt x="224484" y="192059"/>
                  <a:pt x="121614" y="199788"/>
                  <a:pt x="121614" y="199788"/>
                </a:cubicBezTo>
                <a:close/>
              </a:path>
            </a:pathLst>
          </a:custGeom>
          <a:solidFill>
            <a:srgbClr val="F3EFEC"/>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3507298" y="4315787"/>
            <a:ext cx="106628" cy="123690"/>
          </a:xfrm>
          <a:custGeom>
            <a:avLst/>
            <a:gdLst/>
            <a:ahLst/>
            <a:cxnLst/>
            <a:rect l="l" t="t" r="r" b="b"/>
            <a:pathLst>
              <a:path w="238047" h="276138">
                <a:moveTo>
                  <a:pt x="113173" y="0"/>
                </a:moveTo>
                <a:cubicBezTo>
                  <a:pt x="121523" y="-177"/>
                  <a:pt x="161765" y="73910"/>
                  <a:pt x="161765" y="73910"/>
                </a:cubicBezTo>
                <a:cubicBezTo>
                  <a:pt x="161765" y="73910"/>
                  <a:pt x="235231" y="71334"/>
                  <a:pt x="237719" y="77020"/>
                </a:cubicBezTo>
                <a:cubicBezTo>
                  <a:pt x="242515" y="88124"/>
                  <a:pt x="193213" y="138848"/>
                  <a:pt x="193213" y="138848"/>
                </a:cubicBezTo>
                <a:cubicBezTo>
                  <a:pt x="193213" y="138848"/>
                  <a:pt x="239939" y="216401"/>
                  <a:pt x="237896" y="221286"/>
                </a:cubicBezTo>
                <a:cubicBezTo>
                  <a:pt x="235231" y="228038"/>
                  <a:pt x="139468" y="190194"/>
                  <a:pt x="139468" y="190194"/>
                </a:cubicBezTo>
                <a:cubicBezTo>
                  <a:pt x="139468" y="190194"/>
                  <a:pt x="65380" y="278318"/>
                  <a:pt x="60760" y="276097"/>
                </a:cubicBezTo>
                <a:cubicBezTo>
                  <a:pt x="55342" y="273610"/>
                  <a:pt x="64936" y="166564"/>
                  <a:pt x="64936" y="166564"/>
                </a:cubicBezTo>
                <a:cubicBezTo>
                  <a:pt x="64936" y="166564"/>
                  <a:pt x="-2756" y="115218"/>
                  <a:pt x="87" y="102249"/>
                </a:cubicBezTo>
                <a:cubicBezTo>
                  <a:pt x="2841" y="89900"/>
                  <a:pt x="83502" y="80573"/>
                  <a:pt x="83502" y="80573"/>
                </a:cubicBezTo>
                <a:cubicBezTo>
                  <a:pt x="83502" y="80573"/>
                  <a:pt x="103934" y="178"/>
                  <a:pt x="113173" y="0"/>
                </a:cubicBezTo>
                <a:close/>
              </a:path>
            </a:pathLst>
          </a:custGeom>
          <a:gradFill>
            <a:gsLst>
              <a:gs pos="0">
                <a:srgbClr val="FFCE14"/>
              </a:gs>
              <a:gs pos="50000">
                <a:srgbClr val="FFD829"/>
              </a:gs>
              <a:gs pos="100000">
                <a:srgbClr val="FFE23F"/>
              </a:gs>
            </a:gsLst>
            <a:lin ang="14117860"/>
          </a:gra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2367755" y="3734593"/>
            <a:ext cx="47876" cy="18264"/>
          </a:xfrm>
          <a:custGeom>
            <a:avLst/>
            <a:gdLst/>
            <a:ahLst/>
            <a:cxnLst/>
            <a:rect l="l" t="t" r="r" b="b"/>
            <a:pathLst>
              <a:path w="106882" h="40774">
                <a:moveTo>
                  <a:pt x="78873" y="40775"/>
                </a:moveTo>
                <a:cubicBezTo>
                  <a:pt x="78873" y="40775"/>
                  <a:pt x="2742" y="38643"/>
                  <a:pt x="77" y="28427"/>
                </a:cubicBezTo>
                <a:cubicBezTo>
                  <a:pt x="-2588" y="18389"/>
                  <a:pt x="64571" y="0"/>
                  <a:pt x="64571" y="0"/>
                </a:cubicBezTo>
                <a:cubicBezTo>
                  <a:pt x="64571" y="0"/>
                  <a:pt x="108100" y="13236"/>
                  <a:pt x="106856" y="22297"/>
                </a:cubicBezTo>
                <a:cubicBezTo>
                  <a:pt x="105524" y="31447"/>
                  <a:pt x="78873" y="40775"/>
                  <a:pt x="78873" y="40775"/>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5100977" y="4211051"/>
            <a:ext cx="29491" cy="62065"/>
          </a:xfrm>
          <a:custGeom>
            <a:avLst/>
            <a:gdLst/>
            <a:ahLst/>
            <a:cxnLst/>
            <a:rect l="l" t="t" r="r" b="b"/>
            <a:pathLst>
              <a:path w="65838" h="138560">
                <a:moveTo>
                  <a:pt x="23839" y="1472"/>
                </a:moveTo>
                <a:cubicBezTo>
                  <a:pt x="59905" y="-17095"/>
                  <a:pt x="85490" y="146272"/>
                  <a:pt x="45780" y="138276"/>
                </a:cubicBezTo>
                <a:cubicBezTo>
                  <a:pt x="6072" y="130193"/>
                  <a:pt x="-22355" y="25190"/>
                  <a:pt x="23839" y="1472"/>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2974919" y="5759768"/>
            <a:ext cx="33894" cy="77267"/>
          </a:xfrm>
          <a:custGeom>
            <a:avLst/>
            <a:gdLst/>
            <a:ahLst/>
            <a:cxnLst/>
            <a:rect l="l" t="t" r="r" b="b"/>
            <a:pathLst>
              <a:path w="75669" h="172498">
                <a:moveTo>
                  <a:pt x="27113" y="170760"/>
                </a:moveTo>
                <a:cubicBezTo>
                  <a:pt x="-17393" y="191992"/>
                  <a:pt x="-5312" y="11925"/>
                  <a:pt x="50210" y="554"/>
                </a:cubicBezTo>
                <a:cubicBezTo>
                  <a:pt x="105909" y="-10817"/>
                  <a:pt x="57227" y="156369"/>
                  <a:pt x="27113" y="170760"/>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2568726" y="5816329"/>
            <a:ext cx="36941" cy="80837"/>
          </a:xfrm>
          <a:custGeom>
            <a:avLst/>
            <a:gdLst/>
            <a:ahLst/>
            <a:cxnLst/>
            <a:rect l="l" t="t" r="r" b="b"/>
            <a:pathLst>
              <a:path w="82471" h="180468">
                <a:moveTo>
                  <a:pt x="26673" y="180228"/>
                </a:moveTo>
                <a:cubicBezTo>
                  <a:pt x="-13125" y="188312"/>
                  <a:pt x="-12325" y="-10410"/>
                  <a:pt x="56077" y="428"/>
                </a:cubicBezTo>
                <a:cubicBezTo>
                  <a:pt x="120126" y="10643"/>
                  <a:pt x="50480" y="175342"/>
                  <a:pt x="26673" y="180228"/>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1173953" y="3156852"/>
            <a:ext cx="923897" cy="694268"/>
          </a:xfrm>
          <a:custGeom>
            <a:avLst/>
            <a:gdLst/>
            <a:ahLst/>
            <a:cxnLst/>
            <a:rect l="l" t="t" r="r" b="b"/>
            <a:pathLst>
              <a:path w="2062598" h="1549950">
                <a:moveTo>
                  <a:pt x="2061607" y="837907"/>
                </a:moveTo>
                <a:cubicBezTo>
                  <a:pt x="2032647" y="697993"/>
                  <a:pt x="709995" y="-242494"/>
                  <a:pt x="148208" y="59364"/>
                </a:cubicBezTo>
                <a:cubicBezTo>
                  <a:pt x="-413491" y="361134"/>
                  <a:pt x="800695" y="1531347"/>
                  <a:pt x="824591" y="1547159"/>
                </a:cubicBezTo>
                <a:cubicBezTo>
                  <a:pt x="848488" y="1562972"/>
                  <a:pt x="1077236" y="1507895"/>
                  <a:pt x="1095358" y="1475293"/>
                </a:cubicBezTo>
                <a:cubicBezTo>
                  <a:pt x="1113480" y="1442601"/>
                  <a:pt x="843690" y="683424"/>
                  <a:pt x="843690" y="683424"/>
                </a:cubicBezTo>
                <a:cubicBezTo>
                  <a:pt x="843690" y="683424"/>
                  <a:pt x="1245399" y="1064257"/>
                  <a:pt x="1475391" y="1101123"/>
                </a:cubicBezTo>
                <a:cubicBezTo>
                  <a:pt x="1475479" y="1101123"/>
                  <a:pt x="2090567" y="977821"/>
                  <a:pt x="2061607" y="837907"/>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1852412" y="3529526"/>
            <a:ext cx="324376" cy="339363"/>
          </a:xfrm>
          <a:custGeom>
            <a:avLst/>
            <a:gdLst/>
            <a:ahLst/>
            <a:cxnLst/>
            <a:rect l="l" t="t" r="r" b="b"/>
            <a:pathLst>
              <a:path w="724168" h="757627">
                <a:moveTo>
                  <a:pt x="559744" y="4491"/>
                </a:moveTo>
                <a:cubicBezTo>
                  <a:pt x="559744" y="4491"/>
                  <a:pt x="485923" y="-15674"/>
                  <a:pt x="460428" y="29454"/>
                </a:cubicBezTo>
                <a:cubicBezTo>
                  <a:pt x="435021" y="74670"/>
                  <a:pt x="65649" y="620024"/>
                  <a:pt x="65649" y="620024"/>
                </a:cubicBezTo>
                <a:lnTo>
                  <a:pt x="0" y="757628"/>
                </a:lnTo>
                <a:cubicBezTo>
                  <a:pt x="0" y="757628"/>
                  <a:pt x="289511" y="660443"/>
                  <a:pt x="337570" y="627930"/>
                </a:cubicBezTo>
                <a:cubicBezTo>
                  <a:pt x="385629" y="595505"/>
                  <a:pt x="710762" y="380349"/>
                  <a:pt x="720356" y="351478"/>
                </a:cubicBezTo>
                <a:cubicBezTo>
                  <a:pt x="753492" y="251362"/>
                  <a:pt x="559744" y="4491"/>
                  <a:pt x="559744" y="449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1839917" y="3612217"/>
            <a:ext cx="334327" cy="267376"/>
          </a:xfrm>
          <a:custGeom>
            <a:avLst/>
            <a:gdLst/>
            <a:ahLst/>
            <a:cxnLst/>
            <a:rect l="l" t="t" r="r" b="b"/>
            <a:pathLst>
              <a:path w="746384" h="596916">
                <a:moveTo>
                  <a:pt x="715026" y="928"/>
                </a:moveTo>
                <a:cubicBezTo>
                  <a:pt x="700546" y="-11509"/>
                  <a:pt x="559389" y="105131"/>
                  <a:pt x="559389" y="105131"/>
                </a:cubicBezTo>
                <a:cubicBezTo>
                  <a:pt x="559389" y="105131"/>
                  <a:pt x="293686" y="137644"/>
                  <a:pt x="265792" y="171401"/>
                </a:cubicBezTo>
                <a:cubicBezTo>
                  <a:pt x="237898" y="205069"/>
                  <a:pt x="62628" y="465265"/>
                  <a:pt x="37133" y="510481"/>
                </a:cubicBezTo>
                <a:cubicBezTo>
                  <a:pt x="11637" y="555698"/>
                  <a:pt x="0" y="596917"/>
                  <a:pt x="0" y="596917"/>
                </a:cubicBezTo>
                <a:cubicBezTo>
                  <a:pt x="0" y="596917"/>
                  <a:pt x="280894" y="484453"/>
                  <a:pt x="326021" y="467130"/>
                </a:cubicBezTo>
                <a:cubicBezTo>
                  <a:pt x="371149" y="449808"/>
                  <a:pt x="592169" y="148748"/>
                  <a:pt x="592169" y="148748"/>
                </a:cubicBezTo>
                <a:cubicBezTo>
                  <a:pt x="592169" y="148748"/>
                  <a:pt x="733237" y="138977"/>
                  <a:pt x="743364" y="119255"/>
                </a:cubicBezTo>
                <a:cubicBezTo>
                  <a:pt x="755179" y="96159"/>
                  <a:pt x="729506" y="13365"/>
                  <a:pt x="715026" y="928"/>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660400" y="5412575"/>
            <a:ext cx="207212" cy="212542"/>
          </a:xfrm>
          <a:custGeom>
            <a:avLst/>
            <a:gdLst/>
            <a:ahLst/>
            <a:cxnLst/>
            <a:rect l="l" t="t" r="r" b="b"/>
            <a:pathLst>
              <a:path w="462601" h="474500">
                <a:moveTo>
                  <a:pt x="287601" y="140"/>
                </a:moveTo>
                <a:cubicBezTo>
                  <a:pt x="293731" y="4137"/>
                  <a:pt x="316827" y="132769"/>
                  <a:pt x="316827" y="132769"/>
                </a:cubicBezTo>
                <a:cubicBezTo>
                  <a:pt x="316827" y="132769"/>
                  <a:pt x="439419" y="115002"/>
                  <a:pt x="447147" y="122731"/>
                </a:cubicBezTo>
                <a:cubicBezTo>
                  <a:pt x="457541" y="133035"/>
                  <a:pt x="347831" y="234040"/>
                  <a:pt x="347831" y="234040"/>
                </a:cubicBezTo>
                <a:cubicBezTo>
                  <a:pt x="347831" y="234040"/>
                  <a:pt x="470866" y="390921"/>
                  <a:pt x="462160" y="398828"/>
                </a:cubicBezTo>
                <a:cubicBezTo>
                  <a:pt x="449279" y="410642"/>
                  <a:pt x="263527" y="338065"/>
                  <a:pt x="263527" y="338065"/>
                </a:cubicBezTo>
                <a:cubicBezTo>
                  <a:pt x="263527" y="338065"/>
                  <a:pt x="154350" y="482420"/>
                  <a:pt x="144400" y="474159"/>
                </a:cubicBezTo>
                <a:cubicBezTo>
                  <a:pt x="137471" y="468384"/>
                  <a:pt x="149286" y="305552"/>
                  <a:pt x="149286" y="305552"/>
                </a:cubicBezTo>
                <a:cubicBezTo>
                  <a:pt x="149286" y="305552"/>
                  <a:pt x="4575" y="295868"/>
                  <a:pt x="134" y="284320"/>
                </a:cubicBezTo>
                <a:cubicBezTo>
                  <a:pt x="-4486" y="272327"/>
                  <a:pt x="112242" y="184915"/>
                  <a:pt x="112242" y="184915"/>
                </a:cubicBezTo>
                <a:cubicBezTo>
                  <a:pt x="112242" y="184915"/>
                  <a:pt x="57520" y="76537"/>
                  <a:pt x="60097" y="71473"/>
                </a:cubicBezTo>
                <a:cubicBezTo>
                  <a:pt x="66049" y="59925"/>
                  <a:pt x="197434" y="115801"/>
                  <a:pt x="197434" y="115801"/>
                </a:cubicBezTo>
                <a:cubicBezTo>
                  <a:pt x="197434" y="115801"/>
                  <a:pt x="280405" y="-4658"/>
                  <a:pt x="287601" y="140"/>
                </a:cubicBezTo>
                <a:close/>
              </a:path>
            </a:pathLst>
          </a:custGeom>
          <a:gradFill>
            <a:gsLst>
              <a:gs pos="0">
                <a:srgbClr val="FFCE14"/>
              </a:gs>
              <a:gs pos="50000">
                <a:srgbClr val="FFD829"/>
              </a:gs>
              <a:gs pos="100000">
                <a:srgbClr val="FFE23F"/>
              </a:gs>
            </a:gsLst>
            <a:lin ang="14118129"/>
          </a:gra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3061235" y="3337478"/>
            <a:ext cx="60722" cy="27413"/>
          </a:xfrm>
          <a:custGeom>
            <a:avLst/>
            <a:gdLst/>
            <a:ahLst/>
            <a:cxnLst/>
            <a:rect l="l" t="t" r="r" b="b"/>
            <a:pathLst>
              <a:path w="135562" h="61199">
                <a:moveTo>
                  <a:pt x="0" y="61199"/>
                </a:moveTo>
                <a:cubicBezTo>
                  <a:pt x="18034" y="24422"/>
                  <a:pt x="135117" y="-27102"/>
                  <a:pt x="135561" y="16960"/>
                </a:cubicBezTo>
                <a:cubicBezTo>
                  <a:pt x="136094" y="60933"/>
                  <a:pt x="0" y="61199"/>
                  <a:pt x="0" y="61199"/>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660420" y="3060885"/>
            <a:ext cx="3979" cy="3979"/>
          </a:xfrm>
          <a:custGeom>
            <a:avLst/>
            <a:gdLst/>
            <a:ahLst/>
            <a:cxnLst/>
            <a:rect l="l" t="t" r="r" b="b"/>
            <a:pathLst>
              <a:path w="8883" h="8883"/>
            </a:pathLst>
          </a:custGeom>
          <a:solidFill>
            <a:srgbClr val="FFFFFF"/>
          </a:solidFill>
          <a:ln cap="flat">
            <a:prstDash val="solid"/>
          </a:ln>
        </p:spPr>
        <p:txBody>
          <a:bodyPr vert="horz" lIns="91440" tIns="45720" rIns="91440" bIns="45720" anchor="ctr">
            <a:normAutofit/>
          </a:bodyPr>
          <a:lstStyle/>
          <a:p>
            <a:pPr marL="0" algn="l"/>
            <a:endParaRPr/>
          </a:p>
        </p:txBody>
      </p:sp>
      <p:sp>
        <p:nvSpPr>
          <p:cNvPr id="56" name="AutoShape 56"/>
          <p:cNvSpPr/>
          <p:nvPr/>
        </p:nvSpPr>
        <p:spPr>
          <a:xfrm>
            <a:off x="4992272" y="473237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57" name="AutoShape 57"/>
          <p:cNvSpPr/>
          <p:nvPr/>
        </p:nvSpPr>
        <p:spPr>
          <a:xfrm>
            <a:off x="5000384" y="4689273"/>
            <a:ext cx="721171" cy="721169"/>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05</a:t>
            </a:r>
          </a:p>
        </p:txBody>
      </p:sp>
      <p:sp>
        <p:nvSpPr>
          <p:cNvPr id="58" name="AutoShape 58"/>
          <p:cNvSpPr/>
          <p:nvPr/>
        </p:nvSpPr>
        <p:spPr>
          <a:xfrm>
            <a:off x="3371731" y="5712849"/>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59" name="AutoShape 59"/>
          <p:cNvSpPr/>
          <p:nvPr/>
        </p:nvSpPr>
        <p:spPr>
          <a:xfrm>
            <a:off x="3379843" y="5672113"/>
            <a:ext cx="721171" cy="721169"/>
          </a:xfrm>
          <a:prstGeom prst="roundRect">
            <a:avLst>
              <a:gd name="adj" fmla="val 50000"/>
            </a:avLst>
          </a:prstGeom>
          <a:gradFill>
            <a:gsLst>
              <a:gs pos="0">
                <a:srgbClr val="FFC717">
                  <a:lumMod val="60000"/>
                  <a:lumOff val="40000"/>
                </a:srgbClr>
              </a:gs>
              <a:gs pos="50000">
                <a:srgbClr val="FFC717"/>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06</a:t>
            </a:r>
          </a:p>
        </p:txBody>
      </p:sp>
      <p:sp>
        <p:nvSpPr>
          <p:cNvPr id="60" name="TextBox 60"/>
          <p:cNvSpPr txBox="1"/>
          <p:nvPr/>
        </p:nvSpPr>
        <p:spPr>
          <a:xfrm>
            <a:off x="8766568" y="957253"/>
            <a:ext cx="2649784"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Introduction to Web Programming</a:t>
            </a:r>
            <a:endParaRPr lang="en-US" sz="1100" dirty="0"/>
          </a:p>
        </p:txBody>
      </p:sp>
      <p:sp>
        <p:nvSpPr>
          <p:cNvPr id="61" name="TextBox 61"/>
          <p:cNvSpPr txBox="1"/>
          <p:nvPr/>
        </p:nvSpPr>
        <p:spPr>
          <a:xfrm>
            <a:off x="8405982" y="1932003"/>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Front-End Development</a:t>
            </a:r>
            <a:endParaRPr lang="en-US" sz="1100" dirty="0"/>
          </a:p>
        </p:txBody>
      </p:sp>
      <p:sp>
        <p:nvSpPr>
          <p:cNvPr id="62" name="TextBox 62"/>
          <p:cNvSpPr txBox="1"/>
          <p:nvPr/>
        </p:nvSpPr>
        <p:spPr>
          <a:xfrm>
            <a:off x="7892930" y="2895468"/>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Back-End Development</a:t>
            </a:r>
            <a:endParaRPr lang="en-US" sz="1100" dirty="0"/>
          </a:p>
        </p:txBody>
      </p:sp>
      <p:sp>
        <p:nvSpPr>
          <p:cNvPr id="63" name="TextBox 63"/>
          <p:cNvSpPr txBox="1"/>
          <p:nvPr/>
        </p:nvSpPr>
        <p:spPr>
          <a:xfrm>
            <a:off x="6685012" y="3892963"/>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Database Management</a:t>
            </a:r>
            <a:endParaRPr lang="en-US" sz="1100" dirty="0"/>
          </a:p>
        </p:txBody>
      </p:sp>
      <p:sp>
        <p:nvSpPr>
          <p:cNvPr id="64" name="TextBox 64"/>
          <p:cNvSpPr txBox="1"/>
          <p:nvPr/>
        </p:nvSpPr>
        <p:spPr>
          <a:xfrm>
            <a:off x="5721555" y="4880601"/>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Web Development Process</a:t>
            </a:r>
            <a:endParaRPr lang="en-US" sz="1100" dirty="0"/>
          </a:p>
        </p:txBody>
      </p:sp>
      <p:sp>
        <p:nvSpPr>
          <p:cNvPr id="65" name="TextBox 65"/>
          <p:cNvSpPr txBox="1"/>
          <p:nvPr/>
        </p:nvSpPr>
        <p:spPr>
          <a:xfrm>
            <a:off x="4109126" y="5855516"/>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Deployment and Maintenance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Introduction to Web Programming</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01</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Freeform 2"/>
          <p:cNvSpPr/>
          <p:nvPr/>
        </p:nvSpPr>
        <p:spPr>
          <a:xfrm>
            <a:off x="9136021" y="2800176"/>
            <a:ext cx="2382879" cy="3137798"/>
          </a:xfrm>
          <a:custGeom>
            <a:avLst/>
            <a:gdLst/>
            <a:ahLst/>
            <a:cxnLst/>
            <a:rect l="l" t="t" r="r" b="b"/>
            <a:pathLst>
              <a:path w="2382879" h="3137798">
                <a:moveTo>
                  <a:pt x="83178" y="1254114"/>
                </a:moveTo>
                <a:cubicBezTo>
                  <a:pt x="324256" y="405341"/>
                  <a:pt x="1015866" y="-141680"/>
                  <a:pt x="1627943" y="32247"/>
                </a:cubicBezTo>
                <a:cubicBezTo>
                  <a:pt x="2240019" y="206078"/>
                  <a:pt x="2540723" y="1035039"/>
                  <a:pt x="2299741" y="1883716"/>
                </a:cubicBezTo>
                <a:cubicBezTo>
                  <a:pt x="2058663" y="2732394"/>
                  <a:pt x="1367053" y="3279415"/>
                  <a:pt x="754976" y="3105583"/>
                </a:cubicBezTo>
                <a:cubicBezTo>
                  <a:pt x="142900" y="2931752"/>
                  <a:pt x="-157900" y="2102791"/>
                  <a:pt x="83178" y="1254114"/>
                </a:cubicBezTo>
                <a:close/>
              </a:path>
            </a:pathLst>
          </a:custGeom>
          <a:solidFill>
            <a:schemeClr val="accent2">
              <a:lumMod val="40000"/>
              <a:lumOff val="60000"/>
            </a:schemeClr>
          </a:solidFill>
          <a:ln cap="flat">
            <a:prstDash val="solid"/>
          </a:ln>
        </p:spPr>
        <p:txBody>
          <a:bodyPr vert="horz" lIns="91440" tIns="45720" rIns="91440" bIns="45720" anchor="ctr">
            <a:normAutofit/>
          </a:bodyPr>
          <a:lstStyle/>
          <a:p>
            <a:pPr marL="0" algn="l"/>
            <a:endParaRPr/>
          </a:p>
        </p:txBody>
      </p:sp>
      <p:sp>
        <p:nvSpPr>
          <p:cNvPr id="3" name="Freeform 3"/>
          <p:cNvSpPr/>
          <p:nvPr/>
        </p:nvSpPr>
        <p:spPr>
          <a:xfrm>
            <a:off x="9705831" y="2486112"/>
            <a:ext cx="67913" cy="43415"/>
          </a:xfrm>
          <a:custGeom>
            <a:avLst/>
            <a:gdLst/>
            <a:ahLst/>
            <a:cxnLst/>
            <a:rect l="l" t="t" r="r" b="b"/>
            <a:pathLst>
              <a:path w="67913" h="43415">
                <a:moveTo>
                  <a:pt x="0" y="43415"/>
                </a:moveTo>
                <a:cubicBezTo>
                  <a:pt x="0" y="43415"/>
                  <a:pt x="10668" y="-2114"/>
                  <a:pt x="25241" y="77"/>
                </a:cubicBezTo>
                <a:cubicBezTo>
                  <a:pt x="39815" y="2172"/>
                  <a:pt x="67913" y="41987"/>
                  <a:pt x="67913" y="41987"/>
                </a:cubicBezTo>
                <a:lnTo>
                  <a:pt x="0" y="43415"/>
                </a:ln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4" name="Freeform 4"/>
          <p:cNvSpPr/>
          <p:nvPr/>
        </p:nvSpPr>
        <p:spPr>
          <a:xfrm>
            <a:off x="9665151" y="6005569"/>
            <a:ext cx="647265" cy="86770"/>
          </a:xfrm>
          <a:custGeom>
            <a:avLst/>
            <a:gdLst/>
            <a:ahLst/>
            <a:cxnLst/>
            <a:rect l="l" t="t" r="r" b="b"/>
            <a:pathLst>
              <a:path w="647265" h="86770">
                <a:moveTo>
                  <a:pt x="626468" y="53448"/>
                </a:moveTo>
                <a:cubicBezTo>
                  <a:pt x="465876" y="59258"/>
                  <a:pt x="59730" y="139744"/>
                  <a:pt x="1247" y="27349"/>
                </a:cubicBezTo>
                <a:cubicBezTo>
                  <a:pt x="-36282" y="-44660"/>
                  <a:pt x="787059" y="47637"/>
                  <a:pt x="626468" y="53448"/>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 name="Freeform 5"/>
          <p:cNvSpPr/>
          <p:nvPr/>
        </p:nvSpPr>
        <p:spPr>
          <a:xfrm>
            <a:off x="10227415" y="5970947"/>
            <a:ext cx="649403" cy="61379"/>
          </a:xfrm>
          <a:custGeom>
            <a:avLst/>
            <a:gdLst/>
            <a:ahLst/>
            <a:cxnLst/>
            <a:rect l="l" t="t" r="r" b="b"/>
            <a:pathLst>
              <a:path w="649403" h="61379">
                <a:moveTo>
                  <a:pt x="628655" y="44731"/>
                </a:moveTo>
                <a:cubicBezTo>
                  <a:pt x="528262" y="48350"/>
                  <a:pt x="335381" y="64257"/>
                  <a:pt x="188029" y="60923"/>
                </a:cubicBezTo>
                <a:cubicBezTo>
                  <a:pt x="99542" y="58923"/>
                  <a:pt x="23151" y="71782"/>
                  <a:pt x="1244" y="29586"/>
                </a:cubicBezTo>
                <a:cubicBezTo>
                  <a:pt x="-36285" y="-42423"/>
                  <a:pt x="789247" y="38921"/>
                  <a:pt x="628655" y="44731"/>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 name="Freeform 6"/>
          <p:cNvSpPr/>
          <p:nvPr/>
        </p:nvSpPr>
        <p:spPr>
          <a:xfrm>
            <a:off x="10508767" y="6083754"/>
            <a:ext cx="646913" cy="45585"/>
          </a:xfrm>
          <a:custGeom>
            <a:avLst/>
            <a:gdLst/>
            <a:ahLst/>
            <a:cxnLst/>
            <a:rect l="l" t="t" r="r" b="b"/>
            <a:pathLst>
              <a:path w="646913" h="45585">
                <a:moveTo>
                  <a:pt x="626576" y="40414"/>
                </a:moveTo>
                <a:cubicBezTo>
                  <a:pt x="516563" y="44319"/>
                  <a:pt x="283391" y="50605"/>
                  <a:pt x="133658" y="38604"/>
                </a:cubicBezTo>
                <a:cubicBezTo>
                  <a:pt x="64792" y="33175"/>
                  <a:pt x="19834" y="49653"/>
                  <a:pt x="1355" y="14315"/>
                </a:cubicBezTo>
                <a:cubicBezTo>
                  <a:pt x="-11694" y="-10831"/>
                  <a:pt x="70888" y="3933"/>
                  <a:pt x="188807" y="8124"/>
                </a:cubicBezTo>
                <a:cubicBezTo>
                  <a:pt x="409216" y="15934"/>
                  <a:pt x="731161" y="36604"/>
                  <a:pt x="626576" y="4041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 name="Freeform 7"/>
          <p:cNvSpPr/>
          <p:nvPr/>
        </p:nvSpPr>
        <p:spPr>
          <a:xfrm>
            <a:off x="9636421" y="4118964"/>
            <a:ext cx="736702" cy="232890"/>
          </a:xfrm>
          <a:custGeom>
            <a:avLst/>
            <a:gdLst/>
            <a:ahLst/>
            <a:cxnLst/>
            <a:rect l="l" t="t" r="r" b="b"/>
            <a:pathLst>
              <a:path w="736702" h="232890">
                <a:moveTo>
                  <a:pt x="60457" y="0"/>
                </a:moveTo>
                <a:cubicBezTo>
                  <a:pt x="60457" y="0"/>
                  <a:pt x="-3647" y="124016"/>
                  <a:pt x="163" y="150209"/>
                </a:cubicBezTo>
                <a:cubicBezTo>
                  <a:pt x="3878" y="176403"/>
                  <a:pt x="328014" y="253746"/>
                  <a:pt x="437742" y="227552"/>
                </a:cubicBezTo>
                <a:cubicBezTo>
                  <a:pt x="547470" y="201359"/>
                  <a:pt x="751305" y="129635"/>
                  <a:pt x="735874" y="95059"/>
                </a:cubicBezTo>
                <a:cubicBezTo>
                  <a:pt x="720444" y="60579"/>
                  <a:pt x="60457" y="0"/>
                  <a:pt x="60457" y="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 name="Freeform 8"/>
          <p:cNvSpPr/>
          <p:nvPr/>
        </p:nvSpPr>
        <p:spPr>
          <a:xfrm>
            <a:off x="9632376" y="3671590"/>
            <a:ext cx="712778" cy="116381"/>
          </a:xfrm>
          <a:custGeom>
            <a:avLst/>
            <a:gdLst/>
            <a:ahLst/>
            <a:cxnLst/>
            <a:rect l="l" t="t" r="r" b="b"/>
            <a:pathLst>
              <a:path w="712778" h="116381">
                <a:moveTo>
                  <a:pt x="538942" y="110380"/>
                </a:moveTo>
                <a:cubicBezTo>
                  <a:pt x="538942" y="110380"/>
                  <a:pt x="710487" y="102093"/>
                  <a:pt x="712773" y="62945"/>
                </a:cubicBezTo>
                <a:cubicBezTo>
                  <a:pt x="715059" y="23798"/>
                  <a:pt x="-10365" y="-20018"/>
                  <a:pt x="112" y="9891"/>
                </a:cubicBezTo>
                <a:cubicBezTo>
                  <a:pt x="10685" y="39799"/>
                  <a:pt x="370254" y="142003"/>
                  <a:pt x="538942" y="110380"/>
                </a:cubicBezTo>
                <a:close/>
              </a:path>
            </a:pathLst>
          </a:custGeom>
          <a:solidFill>
            <a:srgbClr val="12130F"/>
          </a:solidFill>
          <a:ln cap="flat">
            <a:prstDash val="solid"/>
          </a:ln>
        </p:spPr>
        <p:txBody>
          <a:bodyPr vert="horz" lIns="91440" tIns="45720" rIns="91440" bIns="45720" anchor="ctr">
            <a:normAutofit/>
          </a:bodyPr>
          <a:lstStyle/>
          <a:p>
            <a:pPr marL="0" algn="l"/>
            <a:endParaRPr/>
          </a:p>
        </p:txBody>
      </p:sp>
      <p:sp>
        <p:nvSpPr>
          <p:cNvPr id="9" name="Freeform 9"/>
          <p:cNvSpPr/>
          <p:nvPr/>
        </p:nvSpPr>
        <p:spPr>
          <a:xfrm>
            <a:off x="10068257" y="4119536"/>
            <a:ext cx="404841" cy="1772697"/>
          </a:xfrm>
          <a:custGeom>
            <a:avLst/>
            <a:gdLst/>
            <a:ahLst/>
            <a:cxnLst/>
            <a:rect l="l" t="t" r="r" b="b"/>
            <a:pathLst>
              <a:path w="404841" h="1772697">
                <a:moveTo>
                  <a:pt x="0" y="128111"/>
                </a:moveTo>
                <a:cubicBezTo>
                  <a:pt x="0" y="128111"/>
                  <a:pt x="4191" y="601409"/>
                  <a:pt x="11811" y="651796"/>
                </a:cubicBezTo>
                <a:cubicBezTo>
                  <a:pt x="19431" y="702278"/>
                  <a:pt x="310229" y="1772698"/>
                  <a:pt x="310229" y="1772698"/>
                </a:cubicBezTo>
                <a:cubicBezTo>
                  <a:pt x="310229" y="1772698"/>
                  <a:pt x="408813" y="1740027"/>
                  <a:pt x="404717" y="1700498"/>
                </a:cubicBezTo>
                <a:cubicBezTo>
                  <a:pt x="400621" y="1660969"/>
                  <a:pt x="354140" y="934402"/>
                  <a:pt x="325850" y="822293"/>
                </a:cubicBezTo>
                <a:cubicBezTo>
                  <a:pt x="297466" y="710184"/>
                  <a:pt x="254508" y="625221"/>
                  <a:pt x="254508" y="625221"/>
                </a:cubicBezTo>
                <a:lnTo>
                  <a:pt x="293179" y="0"/>
                </a:lnTo>
                <a:lnTo>
                  <a:pt x="0" y="128111"/>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10" name="Freeform 10"/>
          <p:cNvSpPr/>
          <p:nvPr/>
        </p:nvSpPr>
        <p:spPr>
          <a:xfrm>
            <a:off x="10067781" y="4202594"/>
            <a:ext cx="288607" cy="209169"/>
          </a:xfrm>
          <a:custGeom>
            <a:avLst/>
            <a:gdLst/>
            <a:ahLst/>
            <a:cxnLst/>
            <a:rect l="l" t="t" r="r" b="b"/>
            <a:pathLst>
              <a:path w="288607" h="209169">
                <a:moveTo>
                  <a:pt x="0" y="62293"/>
                </a:moveTo>
                <a:lnTo>
                  <a:pt x="4572" y="209169"/>
                </a:lnTo>
                <a:cubicBezTo>
                  <a:pt x="4572" y="209169"/>
                  <a:pt x="95060" y="117062"/>
                  <a:pt x="165449" y="88868"/>
                </a:cubicBezTo>
                <a:cubicBezTo>
                  <a:pt x="250889" y="54674"/>
                  <a:pt x="283083" y="83058"/>
                  <a:pt x="283083" y="83058"/>
                </a:cubicBezTo>
                <a:lnTo>
                  <a:pt x="288607" y="0"/>
                </a:lnTo>
                <a:lnTo>
                  <a:pt x="0" y="62293"/>
                </a:lnTo>
                <a:close/>
              </a:path>
            </a:pathLst>
          </a:custGeom>
          <a:solidFill>
            <a:srgbClr val="EF5E7F"/>
          </a:solidFill>
          <a:ln cap="flat">
            <a:prstDash val="solid"/>
          </a:ln>
        </p:spPr>
        <p:txBody>
          <a:bodyPr vert="horz" lIns="91440" tIns="45720" rIns="91440" bIns="45720" anchor="ctr">
            <a:normAutofit/>
          </a:bodyPr>
          <a:lstStyle/>
          <a:p>
            <a:pPr marL="0" algn="l"/>
            <a:endParaRPr/>
          </a:p>
        </p:txBody>
      </p:sp>
      <p:sp>
        <p:nvSpPr>
          <p:cNvPr id="11" name="Freeform 11"/>
          <p:cNvSpPr/>
          <p:nvPr/>
        </p:nvSpPr>
        <p:spPr>
          <a:xfrm>
            <a:off x="9715712" y="4119440"/>
            <a:ext cx="297440" cy="1681422"/>
          </a:xfrm>
          <a:custGeom>
            <a:avLst/>
            <a:gdLst/>
            <a:ahLst/>
            <a:cxnLst/>
            <a:rect l="l" t="t" r="r" b="b"/>
            <a:pathLst>
              <a:path w="297440" h="1681422">
                <a:moveTo>
                  <a:pt x="596" y="0"/>
                </a:moveTo>
                <a:cubicBezTo>
                  <a:pt x="596" y="0"/>
                  <a:pt x="-2357" y="406241"/>
                  <a:pt x="4882" y="469964"/>
                </a:cubicBezTo>
                <a:cubicBezTo>
                  <a:pt x="6883" y="487204"/>
                  <a:pt x="6216" y="550164"/>
                  <a:pt x="11645" y="582644"/>
                </a:cubicBezTo>
                <a:cubicBezTo>
                  <a:pt x="26314" y="670274"/>
                  <a:pt x="55650" y="775335"/>
                  <a:pt x="73653" y="975170"/>
                </a:cubicBezTo>
                <a:cubicBezTo>
                  <a:pt x="98418" y="1249014"/>
                  <a:pt x="116229" y="1666113"/>
                  <a:pt x="116229" y="1666113"/>
                </a:cubicBezTo>
                <a:cubicBezTo>
                  <a:pt x="116229" y="1666113"/>
                  <a:pt x="191763" y="1698498"/>
                  <a:pt x="221957" y="1669066"/>
                </a:cubicBezTo>
                <a:cubicBezTo>
                  <a:pt x="252246" y="1639634"/>
                  <a:pt x="325970" y="834295"/>
                  <a:pt x="285679" y="688848"/>
                </a:cubicBezTo>
                <a:cubicBezTo>
                  <a:pt x="245389" y="543401"/>
                  <a:pt x="236149" y="470440"/>
                  <a:pt x="236149" y="470440"/>
                </a:cubicBezTo>
                <a:lnTo>
                  <a:pt x="287775" y="114967"/>
                </a:lnTo>
                <a:lnTo>
                  <a:pt x="596" y="0"/>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12" name="Freeform 12"/>
          <p:cNvSpPr/>
          <p:nvPr/>
        </p:nvSpPr>
        <p:spPr>
          <a:xfrm>
            <a:off x="9715642" y="4241265"/>
            <a:ext cx="286966" cy="187071"/>
          </a:xfrm>
          <a:custGeom>
            <a:avLst/>
            <a:gdLst/>
            <a:ahLst/>
            <a:cxnLst/>
            <a:rect l="l" t="t" r="r" b="b"/>
            <a:pathLst>
              <a:path w="286966" h="187071">
                <a:moveTo>
                  <a:pt x="0" y="33814"/>
                </a:moveTo>
                <a:cubicBezTo>
                  <a:pt x="0" y="33814"/>
                  <a:pt x="177641" y="50292"/>
                  <a:pt x="222695" y="106966"/>
                </a:cubicBezTo>
                <a:cubicBezTo>
                  <a:pt x="249365" y="140494"/>
                  <a:pt x="258890" y="187071"/>
                  <a:pt x="258890" y="187071"/>
                </a:cubicBezTo>
                <a:cubicBezTo>
                  <a:pt x="258890" y="187071"/>
                  <a:pt x="291560" y="35909"/>
                  <a:pt x="286417" y="27527"/>
                </a:cubicBezTo>
                <a:cubicBezTo>
                  <a:pt x="281273" y="19145"/>
                  <a:pt x="381" y="0"/>
                  <a:pt x="381" y="0"/>
                </a:cubicBezTo>
                <a:lnTo>
                  <a:pt x="0" y="33814"/>
                </a:lnTo>
                <a:close/>
              </a:path>
            </a:pathLst>
          </a:custGeom>
          <a:solidFill>
            <a:srgbClr val="EF5E7F"/>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9800605" y="5241962"/>
            <a:ext cx="202025" cy="558943"/>
          </a:xfrm>
          <a:custGeom>
            <a:avLst/>
            <a:gdLst/>
            <a:ahLst/>
            <a:cxnLst/>
            <a:rect l="l" t="t" r="r" b="b"/>
            <a:pathLst>
              <a:path w="202025" h="558943">
                <a:moveTo>
                  <a:pt x="202025" y="0"/>
                </a:moveTo>
                <a:cubicBezTo>
                  <a:pt x="173165" y="6382"/>
                  <a:pt x="136112" y="13811"/>
                  <a:pt x="101346" y="18478"/>
                </a:cubicBezTo>
                <a:cubicBezTo>
                  <a:pt x="71914" y="22384"/>
                  <a:pt x="34195" y="12668"/>
                  <a:pt x="0" y="190"/>
                </a:cubicBezTo>
                <a:cubicBezTo>
                  <a:pt x="18479" y="255556"/>
                  <a:pt x="31337" y="543592"/>
                  <a:pt x="31337" y="543592"/>
                </a:cubicBezTo>
                <a:cubicBezTo>
                  <a:pt x="31337" y="543592"/>
                  <a:pt x="106871" y="576072"/>
                  <a:pt x="137160" y="546544"/>
                </a:cubicBezTo>
                <a:cubicBezTo>
                  <a:pt x="154591" y="529590"/>
                  <a:pt x="185833" y="256889"/>
                  <a:pt x="202025" y="0"/>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10495799" y="4068755"/>
            <a:ext cx="157493" cy="117989"/>
          </a:xfrm>
          <a:custGeom>
            <a:avLst/>
            <a:gdLst/>
            <a:ahLst/>
            <a:cxnLst/>
            <a:rect l="l" t="t" r="r" b="b"/>
            <a:pathLst>
              <a:path w="157493" h="117989">
                <a:moveTo>
                  <a:pt x="134148" y="116503"/>
                </a:moveTo>
                <a:cubicBezTo>
                  <a:pt x="134148" y="116503"/>
                  <a:pt x="-2536" y="34207"/>
                  <a:pt x="36" y="19444"/>
                </a:cubicBezTo>
                <a:cubicBezTo>
                  <a:pt x="2608" y="4680"/>
                  <a:pt x="46899" y="-4750"/>
                  <a:pt x="58424" y="2489"/>
                </a:cubicBezTo>
                <a:cubicBezTo>
                  <a:pt x="69854" y="9728"/>
                  <a:pt x="161008" y="71831"/>
                  <a:pt x="157389" y="86500"/>
                </a:cubicBezTo>
                <a:cubicBezTo>
                  <a:pt x="153674" y="101263"/>
                  <a:pt x="150055" y="124028"/>
                  <a:pt x="134148" y="116503"/>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10461917" y="3965907"/>
            <a:ext cx="200689" cy="220838"/>
          </a:xfrm>
          <a:custGeom>
            <a:avLst/>
            <a:gdLst/>
            <a:ahLst/>
            <a:cxnLst/>
            <a:rect l="l" t="t" r="r" b="b"/>
            <a:pathLst>
              <a:path w="200689" h="220838">
                <a:moveTo>
                  <a:pt x="51158" y="28375"/>
                </a:moveTo>
                <a:cubicBezTo>
                  <a:pt x="51158" y="28375"/>
                  <a:pt x="9248" y="69142"/>
                  <a:pt x="3723" y="85049"/>
                </a:cubicBezTo>
                <a:cubicBezTo>
                  <a:pt x="-1706" y="100956"/>
                  <a:pt x="-4278" y="135341"/>
                  <a:pt x="18392" y="142675"/>
                </a:cubicBezTo>
                <a:cubicBezTo>
                  <a:pt x="41061" y="150009"/>
                  <a:pt x="67065" y="178013"/>
                  <a:pt x="70208" y="161535"/>
                </a:cubicBezTo>
                <a:cubicBezTo>
                  <a:pt x="72113" y="151438"/>
                  <a:pt x="45252" y="139722"/>
                  <a:pt x="41061" y="128007"/>
                </a:cubicBezTo>
                <a:cubicBezTo>
                  <a:pt x="38394" y="120577"/>
                  <a:pt x="54301" y="110481"/>
                  <a:pt x="62207" y="109242"/>
                </a:cubicBezTo>
                <a:cubicBezTo>
                  <a:pt x="82590" y="105813"/>
                  <a:pt x="142883" y="122768"/>
                  <a:pt x="132978" y="154200"/>
                </a:cubicBezTo>
                <a:cubicBezTo>
                  <a:pt x="126405" y="175060"/>
                  <a:pt x="98402" y="175727"/>
                  <a:pt x="91544" y="170012"/>
                </a:cubicBezTo>
                <a:cubicBezTo>
                  <a:pt x="86591" y="165821"/>
                  <a:pt x="80685" y="158106"/>
                  <a:pt x="76304" y="159153"/>
                </a:cubicBezTo>
                <a:cubicBezTo>
                  <a:pt x="64683" y="161916"/>
                  <a:pt x="64112" y="187157"/>
                  <a:pt x="66112" y="198682"/>
                </a:cubicBezTo>
                <a:cubicBezTo>
                  <a:pt x="67255" y="205540"/>
                  <a:pt x="79161" y="206683"/>
                  <a:pt x="92877" y="210683"/>
                </a:cubicBezTo>
                <a:cubicBezTo>
                  <a:pt x="106784" y="214684"/>
                  <a:pt x="122595" y="221542"/>
                  <a:pt x="136407" y="220780"/>
                </a:cubicBezTo>
                <a:cubicBezTo>
                  <a:pt x="152885" y="219828"/>
                  <a:pt x="175840" y="177441"/>
                  <a:pt x="186222" y="166678"/>
                </a:cubicBezTo>
                <a:cubicBezTo>
                  <a:pt x="213940" y="137722"/>
                  <a:pt x="199462" y="90478"/>
                  <a:pt x="162886" y="36090"/>
                </a:cubicBezTo>
                <a:cubicBezTo>
                  <a:pt x="154980" y="24279"/>
                  <a:pt x="146979" y="12182"/>
                  <a:pt x="138407" y="7039"/>
                </a:cubicBezTo>
                <a:cubicBezTo>
                  <a:pt x="107450" y="-11821"/>
                  <a:pt x="73827" y="11325"/>
                  <a:pt x="51158" y="28375"/>
                </a:cubicBez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9635632" y="3540751"/>
            <a:ext cx="734568" cy="768554"/>
          </a:xfrm>
          <a:custGeom>
            <a:avLst/>
            <a:gdLst/>
            <a:ahLst/>
            <a:cxnLst/>
            <a:rect l="l" t="t" r="r" b="b"/>
            <a:pathLst>
              <a:path w="734568" h="768554">
                <a:moveTo>
                  <a:pt x="37338" y="73864"/>
                </a:moveTo>
                <a:lnTo>
                  <a:pt x="0" y="719945"/>
                </a:lnTo>
                <a:cubicBezTo>
                  <a:pt x="0" y="719945"/>
                  <a:pt x="27527" y="702038"/>
                  <a:pt x="75057" y="702514"/>
                </a:cubicBezTo>
                <a:cubicBezTo>
                  <a:pt x="160496" y="703371"/>
                  <a:pt x="299752" y="726612"/>
                  <a:pt x="383858" y="755759"/>
                </a:cubicBezTo>
                <a:cubicBezTo>
                  <a:pt x="539877" y="809861"/>
                  <a:pt x="734568" y="674892"/>
                  <a:pt x="734568" y="674892"/>
                </a:cubicBezTo>
                <a:cubicBezTo>
                  <a:pt x="734568" y="674892"/>
                  <a:pt x="726853" y="169495"/>
                  <a:pt x="660368" y="48051"/>
                </a:cubicBezTo>
                <a:cubicBezTo>
                  <a:pt x="593693" y="-73488"/>
                  <a:pt x="37338" y="73864"/>
                  <a:pt x="37338" y="7386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10140242" y="1791335"/>
            <a:ext cx="264233" cy="934693"/>
          </a:xfrm>
          <a:custGeom>
            <a:avLst/>
            <a:gdLst/>
            <a:ahLst/>
            <a:cxnLst/>
            <a:rect l="l" t="t" r="r" b="b"/>
            <a:pathLst>
              <a:path w="264233" h="934693">
                <a:moveTo>
                  <a:pt x="256818" y="934694"/>
                </a:moveTo>
                <a:cubicBezTo>
                  <a:pt x="256723" y="934694"/>
                  <a:pt x="256723" y="934694"/>
                  <a:pt x="256627" y="934694"/>
                </a:cubicBezTo>
                <a:cubicBezTo>
                  <a:pt x="253960" y="934598"/>
                  <a:pt x="251960" y="932408"/>
                  <a:pt x="252055" y="929741"/>
                </a:cubicBezTo>
                <a:cubicBezTo>
                  <a:pt x="252246" y="923740"/>
                  <a:pt x="273201" y="326808"/>
                  <a:pt x="189571" y="165455"/>
                </a:cubicBezTo>
                <a:cubicBezTo>
                  <a:pt x="127849" y="46106"/>
                  <a:pt x="78605" y="15245"/>
                  <a:pt x="48125" y="10292"/>
                </a:cubicBezTo>
                <a:cubicBezTo>
                  <a:pt x="22693" y="6196"/>
                  <a:pt x="8692" y="19532"/>
                  <a:pt x="8120" y="20103"/>
                </a:cubicBezTo>
                <a:cubicBezTo>
                  <a:pt x="6215" y="21913"/>
                  <a:pt x="3262" y="21913"/>
                  <a:pt x="1357" y="20008"/>
                </a:cubicBezTo>
                <a:cubicBezTo>
                  <a:pt x="-452" y="18103"/>
                  <a:pt x="-452" y="15150"/>
                  <a:pt x="1357" y="13340"/>
                </a:cubicBezTo>
                <a:cubicBezTo>
                  <a:pt x="2024" y="12578"/>
                  <a:pt x="19169" y="-3900"/>
                  <a:pt x="49173" y="862"/>
                </a:cubicBezTo>
                <a:cubicBezTo>
                  <a:pt x="81844" y="6006"/>
                  <a:pt x="134136" y="37915"/>
                  <a:pt x="197953" y="161073"/>
                </a:cubicBezTo>
                <a:cubicBezTo>
                  <a:pt x="282726" y="324617"/>
                  <a:pt x="262342" y="905452"/>
                  <a:pt x="261485" y="930121"/>
                </a:cubicBezTo>
                <a:cubicBezTo>
                  <a:pt x="261485" y="932598"/>
                  <a:pt x="259390" y="934694"/>
                  <a:pt x="256818" y="93469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9770904" y="1791371"/>
            <a:ext cx="484710" cy="809022"/>
          </a:xfrm>
          <a:custGeom>
            <a:avLst/>
            <a:gdLst/>
            <a:ahLst/>
            <a:cxnLst/>
            <a:rect l="l" t="t" r="r" b="b"/>
            <a:pathLst>
              <a:path w="484710" h="809022">
                <a:moveTo>
                  <a:pt x="459" y="809022"/>
                </a:moveTo>
                <a:cubicBezTo>
                  <a:pt x="459" y="809022"/>
                  <a:pt x="-16210" y="384493"/>
                  <a:pt x="151335" y="148654"/>
                </a:cubicBezTo>
                <a:cubicBezTo>
                  <a:pt x="227916" y="40736"/>
                  <a:pt x="392032" y="-29749"/>
                  <a:pt x="416321" y="12351"/>
                </a:cubicBezTo>
                <a:cubicBezTo>
                  <a:pt x="440609" y="54452"/>
                  <a:pt x="484710" y="718535"/>
                  <a:pt x="484710" y="718535"/>
                </a:cubicBezTo>
                <a:lnTo>
                  <a:pt x="459" y="809022"/>
                </a:lnTo>
                <a:close/>
              </a:path>
            </a:pathLst>
          </a:custGeom>
          <a:solidFill>
            <a:srgbClr val="12130F"/>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9510937" y="2490476"/>
            <a:ext cx="1097864" cy="1545525"/>
          </a:xfrm>
          <a:custGeom>
            <a:avLst/>
            <a:gdLst/>
            <a:ahLst/>
            <a:cxnLst/>
            <a:rect l="l" t="t" r="r" b="b"/>
            <a:pathLst>
              <a:path w="1097864" h="1545525">
                <a:moveTo>
                  <a:pt x="162033" y="929830"/>
                </a:moveTo>
                <a:cubicBezTo>
                  <a:pt x="162033" y="929830"/>
                  <a:pt x="127743" y="1011459"/>
                  <a:pt x="65068" y="982027"/>
                </a:cubicBezTo>
                <a:cubicBezTo>
                  <a:pt x="2394" y="952595"/>
                  <a:pt x="-12846" y="646175"/>
                  <a:pt x="10109" y="531304"/>
                </a:cubicBezTo>
                <a:cubicBezTo>
                  <a:pt x="32969" y="416432"/>
                  <a:pt x="123266" y="49148"/>
                  <a:pt x="192703" y="19526"/>
                </a:cubicBezTo>
                <a:cubicBezTo>
                  <a:pt x="262141" y="-10192"/>
                  <a:pt x="649332" y="22764"/>
                  <a:pt x="729913" y="5048"/>
                </a:cubicBezTo>
                <a:cubicBezTo>
                  <a:pt x="810495" y="-12574"/>
                  <a:pt x="899458" y="8096"/>
                  <a:pt x="925271" y="195167"/>
                </a:cubicBezTo>
                <a:cubicBezTo>
                  <a:pt x="937844" y="286321"/>
                  <a:pt x="1003090" y="605027"/>
                  <a:pt x="1042143" y="896778"/>
                </a:cubicBezTo>
                <a:cubicBezTo>
                  <a:pt x="1083291" y="1204055"/>
                  <a:pt x="1097864" y="1482661"/>
                  <a:pt x="1097864" y="1482661"/>
                </a:cubicBezTo>
                <a:lnTo>
                  <a:pt x="1038142" y="1500473"/>
                </a:lnTo>
                <a:lnTo>
                  <a:pt x="964419" y="1545526"/>
                </a:lnTo>
                <a:cubicBezTo>
                  <a:pt x="964419" y="1545526"/>
                  <a:pt x="883361" y="1100518"/>
                  <a:pt x="869074" y="1030414"/>
                </a:cubicBezTo>
                <a:cubicBezTo>
                  <a:pt x="854786" y="960310"/>
                  <a:pt x="792302" y="676751"/>
                  <a:pt x="792302" y="676751"/>
                </a:cubicBezTo>
                <a:cubicBezTo>
                  <a:pt x="792302" y="676751"/>
                  <a:pt x="764203" y="839342"/>
                  <a:pt x="778491" y="907065"/>
                </a:cubicBezTo>
                <a:cubicBezTo>
                  <a:pt x="792874" y="974788"/>
                  <a:pt x="840499" y="1238440"/>
                  <a:pt x="840499" y="1238440"/>
                </a:cubicBezTo>
                <a:cubicBezTo>
                  <a:pt x="840499" y="1238440"/>
                  <a:pt x="509314" y="1216247"/>
                  <a:pt x="351104" y="1227010"/>
                </a:cubicBezTo>
                <a:cubicBezTo>
                  <a:pt x="253568" y="1233677"/>
                  <a:pt x="121361" y="1190339"/>
                  <a:pt x="121361" y="1190339"/>
                </a:cubicBezTo>
                <a:cubicBezTo>
                  <a:pt x="121361" y="1190339"/>
                  <a:pt x="133744" y="979836"/>
                  <a:pt x="162033" y="929830"/>
                </a:cubicBezTo>
                <a:close/>
              </a:path>
            </a:pathLst>
          </a:custGeom>
          <a:solidFill>
            <a:srgbClr val="FC9F07"/>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9965102" y="2193867"/>
            <a:ext cx="225170" cy="363464"/>
          </a:xfrm>
          <a:custGeom>
            <a:avLst/>
            <a:gdLst/>
            <a:ahLst/>
            <a:cxnLst/>
            <a:rect l="l" t="t" r="r" b="b"/>
            <a:pathLst>
              <a:path w="225170" h="363464">
                <a:moveTo>
                  <a:pt x="16288" y="101155"/>
                </a:moveTo>
                <a:cubicBezTo>
                  <a:pt x="16288" y="101155"/>
                  <a:pt x="13049" y="201168"/>
                  <a:pt x="14954" y="239744"/>
                </a:cubicBezTo>
                <a:cubicBezTo>
                  <a:pt x="16954" y="278320"/>
                  <a:pt x="0" y="355854"/>
                  <a:pt x="0" y="355854"/>
                </a:cubicBezTo>
                <a:cubicBezTo>
                  <a:pt x="0" y="355854"/>
                  <a:pt x="124873" y="373951"/>
                  <a:pt x="161163" y="354330"/>
                </a:cubicBezTo>
                <a:cubicBezTo>
                  <a:pt x="197548" y="334708"/>
                  <a:pt x="225171" y="274034"/>
                  <a:pt x="225171" y="274034"/>
                </a:cubicBezTo>
                <a:lnTo>
                  <a:pt x="218123" y="0"/>
                </a:lnTo>
                <a:lnTo>
                  <a:pt x="16288" y="101155"/>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21" name="Freeform 21"/>
          <p:cNvSpPr/>
          <p:nvPr/>
        </p:nvSpPr>
        <p:spPr>
          <a:xfrm>
            <a:off x="9943766" y="2262161"/>
            <a:ext cx="204787" cy="160591"/>
          </a:xfrm>
          <a:custGeom>
            <a:avLst/>
            <a:gdLst/>
            <a:ahLst/>
            <a:cxnLst/>
            <a:rect l="l" t="t" r="r" b="b"/>
            <a:pathLst>
              <a:path w="204787" h="160591">
                <a:moveTo>
                  <a:pt x="8001" y="63913"/>
                </a:moveTo>
                <a:lnTo>
                  <a:pt x="0" y="160592"/>
                </a:lnTo>
                <a:cubicBezTo>
                  <a:pt x="0" y="160592"/>
                  <a:pt x="97631" y="157067"/>
                  <a:pt x="155162" y="91821"/>
                </a:cubicBezTo>
                <a:cubicBezTo>
                  <a:pt x="195548" y="46006"/>
                  <a:pt x="204788" y="0"/>
                  <a:pt x="204788" y="0"/>
                </a:cubicBezTo>
                <a:lnTo>
                  <a:pt x="8001" y="63913"/>
                </a:lnTo>
                <a:close/>
              </a:path>
            </a:pathLst>
          </a:custGeom>
          <a:solidFill>
            <a:srgbClr val="12130F"/>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9845292" y="1846116"/>
            <a:ext cx="400129" cy="513273"/>
          </a:xfrm>
          <a:custGeom>
            <a:avLst/>
            <a:gdLst/>
            <a:ahLst/>
            <a:cxnLst/>
            <a:rect l="l" t="t" r="r" b="b"/>
            <a:pathLst>
              <a:path w="400129" h="513273">
                <a:moveTo>
                  <a:pt x="98664" y="97528"/>
                </a:moveTo>
                <a:cubicBezTo>
                  <a:pt x="98664" y="97528"/>
                  <a:pt x="-31162" y="315460"/>
                  <a:pt x="7033" y="418235"/>
                </a:cubicBezTo>
                <a:cubicBezTo>
                  <a:pt x="45324" y="521105"/>
                  <a:pt x="118952" y="523867"/>
                  <a:pt x="187913" y="502817"/>
                </a:cubicBezTo>
                <a:cubicBezTo>
                  <a:pt x="256874" y="481672"/>
                  <a:pt x="400130" y="300316"/>
                  <a:pt x="400130" y="300316"/>
                </a:cubicBezTo>
                <a:cubicBezTo>
                  <a:pt x="400130" y="300316"/>
                  <a:pt x="358791" y="-24011"/>
                  <a:pt x="271066" y="1421"/>
                </a:cubicBezTo>
                <a:cubicBezTo>
                  <a:pt x="183341" y="26948"/>
                  <a:pt x="82757" y="110292"/>
                  <a:pt x="82757" y="110292"/>
                </a:cubicBezTo>
                <a:lnTo>
                  <a:pt x="98664" y="97528"/>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10127789" y="1791293"/>
            <a:ext cx="235285" cy="1005696"/>
          </a:xfrm>
          <a:custGeom>
            <a:avLst/>
            <a:gdLst/>
            <a:ahLst/>
            <a:cxnLst/>
            <a:rect l="l" t="t" r="r" b="b"/>
            <a:pathLst>
              <a:path w="235285" h="1005696">
                <a:moveTo>
                  <a:pt x="0" y="3952"/>
                </a:moveTo>
                <a:cubicBezTo>
                  <a:pt x="0" y="3952"/>
                  <a:pt x="36290" y="138350"/>
                  <a:pt x="39529" y="325326"/>
                </a:cubicBezTo>
                <a:cubicBezTo>
                  <a:pt x="42767" y="512301"/>
                  <a:pt x="22003" y="1005696"/>
                  <a:pt x="22003" y="1005696"/>
                </a:cubicBezTo>
                <a:lnTo>
                  <a:pt x="85249" y="1000362"/>
                </a:lnTo>
                <a:lnTo>
                  <a:pt x="108299" y="911970"/>
                </a:lnTo>
                <a:lnTo>
                  <a:pt x="118491" y="1003506"/>
                </a:lnTo>
                <a:lnTo>
                  <a:pt x="202120" y="990456"/>
                </a:lnTo>
                <a:cubicBezTo>
                  <a:pt x="202120" y="990456"/>
                  <a:pt x="238982" y="692229"/>
                  <a:pt x="234982" y="455342"/>
                </a:cubicBezTo>
                <a:cubicBezTo>
                  <a:pt x="228981" y="94630"/>
                  <a:pt x="85249" y="-24147"/>
                  <a:pt x="0" y="395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9884615" y="1785412"/>
            <a:ext cx="294001" cy="215382"/>
          </a:xfrm>
          <a:custGeom>
            <a:avLst/>
            <a:gdLst/>
            <a:ahLst/>
            <a:cxnLst/>
            <a:rect l="l" t="t" r="r" b="b"/>
            <a:pathLst>
              <a:path w="294001" h="215382">
                <a:moveTo>
                  <a:pt x="0" y="215382"/>
                </a:moveTo>
                <a:cubicBezTo>
                  <a:pt x="0" y="215382"/>
                  <a:pt x="273368" y="81747"/>
                  <a:pt x="291941" y="56696"/>
                </a:cubicBezTo>
                <a:cubicBezTo>
                  <a:pt x="301085" y="44409"/>
                  <a:pt x="278892" y="10023"/>
                  <a:pt x="243078" y="3642"/>
                </a:cubicBezTo>
                <a:cubicBezTo>
                  <a:pt x="206407" y="-2835"/>
                  <a:pt x="151638" y="-5312"/>
                  <a:pt x="104489" y="37455"/>
                </a:cubicBezTo>
                <a:cubicBezTo>
                  <a:pt x="31242" y="104130"/>
                  <a:pt x="0" y="215382"/>
                  <a:pt x="0" y="21538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10198178" y="2071419"/>
            <a:ext cx="89693" cy="149657"/>
          </a:xfrm>
          <a:custGeom>
            <a:avLst/>
            <a:gdLst/>
            <a:ahLst/>
            <a:cxnLst/>
            <a:rect l="l" t="t" r="r" b="b"/>
            <a:pathLst>
              <a:path w="89693" h="149657">
                <a:moveTo>
                  <a:pt x="857" y="59773"/>
                </a:moveTo>
                <a:cubicBezTo>
                  <a:pt x="857" y="59773"/>
                  <a:pt x="47530" y="-21666"/>
                  <a:pt x="80867" y="5575"/>
                </a:cubicBezTo>
                <a:cubicBezTo>
                  <a:pt x="114205" y="32817"/>
                  <a:pt x="43720" y="147022"/>
                  <a:pt x="24765" y="149498"/>
                </a:cubicBezTo>
                <a:cubicBezTo>
                  <a:pt x="5810" y="151975"/>
                  <a:pt x="0" y="124828"/>
                  <a:pt x="0" y="124828"/>
                </a:cubicBezTo>
                <a:lnTo>
                  <a:pt x="857" y="59773"/>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10040680" y="2074447"/>
            <a:ext cx="112798" cy="57411"/>
          </a:xfrm>
          <a:custGeom>
            <a:avLst/>
            <a:gdLst/>
            <a:ahLst/>
            <a:cxnLst/>
            <a:rect l="l" t="t" r="r" b="b"/>
            <a:pathLst>
              <a:path w="112798" h="57411">
                <a:moveTo>
                  <a:pt x="107968" y="57412"/>
                </a:moveTo>
                <a:cubicBezTo>
                  <a:pt x="107587" y="57412"/>
                  <a:pt x="107111" y="57317"/>
                  <a:pt x="106730" y="57221"/>
                </a:cubicBezTo>
                <a:cubicBezTo>
                  <a:pt x="94633" y="53888"/>
                  <a:pt x="83775" y="45029"/>
                  <a:pt x="72345" y="35504"/>
                </a:cubicBezTo>
                <a:cubicBezTo>
                  <a:pt x="61772" y="26741"/>
                  <a:pt x="50723" y="17788"/>
                  <a:pt x="38150" y="12549"/>
                </a:cubicBezTo>
                <a:cubicBezTo>
                  <a:pt x="16433" y="3596"/>
                  <a:pt x="9861" y="17121"/>
                  <a:pt x="9099" y="18740"/>
                </a:cubicBezTo>
                <a:cubicBezTo>
                  <a:pt x="8051" y="21122"/>
                  <a:pt x="5289" y="22360"/>
                  <a:pt x="2907" y="21217"/>
                </a:cubicBezTo>
                <a:cubicBezTo>
                  <a:pt x="526" y="20169"/>
                  <a:pt x="-617" y="17502"/>
                  <a:pt x="336" y="15026"/>
                </a:cubicBezTo>
                <a:cubicBezTo>
                  <a:pt x="621" y="14359"/>
                  <a:pt x="3098" y="8549"/>
                  <a:pt x="9575" y="4358"/>
                </a:cubicBezTo>
                <a:cubicBezTo>
                  <a:pt x="15480" y="452"/>
                  <a:pt x="25863" y="-2786"/>
                  <a:pt x="41769" y="3691"/>
                </a:cubicBezTo>
                <a:cubicBezTo>
                  <a:pt x="55676" y="9406"/>
                  <a:pt x="67296" y="18931"/>
                  <a:pt x="78441" y="28075"/>
                </a:cubicBezTo>
                <a:cubicBezTo>
                  <a:pt x="89109" y="36838"/>
                  <a:pt x="99205" y="45125"/>
                  <a:pt x="109302" y="47887"/>
                </a:cubicBezTo>
                <a:cubicBezTo>
                  <a:pt x="111873" y="48554"/>
                  <a:pt x="113302" y="51221"/>
                  <a:pt x="112635" y="53697"/>
                </a:cubicBezTo>
                <a:cubicBezTo>
                  <a:pt x="111969" y="55983"/>
                  <a:pt x="110064" y="57412"/>
                  <a:pt x="107968" y="5741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9895025" y="2010830"/>
            <a:ext cx="94651" cy="59592"/>
          </a:xfrm>
          <a:custGeom>
            <a:avLst/>
            <a:gdLst/>
            <a:ahLst/>
            <a:cxnLst/>
            <a:rect l="l" t="t" r="r" b="b"/>
            <a:pathLst>
              <a:path w="94651" h="59592">
                <a:moveTo>
                  <a:pt x="89889" y="59593"/>
                </a:moveTo>
                <a:cubicBezTo>
                  <a:pt x="87222" y="59593"/>
                  <a:pt x="85126" y="57497"/>
                  <a:pt x="85126" y="54830"/>
                </a:cubicBezTo>
                <a:cubicBezTo>
                  <a:pt x="85126" y="53592"/>
                  <a:pt x="84745" y="23874"/>
                  <a:pt x="61409" y="20540"/>
                </a:cubicBezTo>
                <a:cubicBezTo>
                  <a:pt x="26071" y="15587"/>
                  <a:pt x="4449" y="9587"/>
                  <a:pt x="3497" y="9396"/>
                </a:cubicBezTo>
                <a:cubicBezTo>
                  <a:pt x="925" y="8729"/>
                  <a:pt x="-504" y="6062"/>
                  <a:pt x="163" y="3491"/>
                </a:cubicBezTo>
                <a:cubicBezTo>
                  <a:pt x="830" y="1014"/>
                  <a:pt x="3497" y="-510"/>
                  <a:pt x="6069" y="157"/>
                </a:cubicBezTo>
                <a:cubicBezTo>
                  <a:pt x="6259" y="252"/>
                  <a:pt x="28167" y="6158"/>
                  <a:pt x="62742" y="11111"/>
                </a:cubicBezTo>
                <a:cubicBezTo>
                  <a:pt x="87888" y="14730"/>
                  <a:pt x="94556" y="41210"/>
                  <a:pt x="94651" y="54830"/>
                </a:cubicBezTo>
                <a:cubicBezTo>
                  <a:pt x="94651" y="57402"/>
                  <a:pt x="92460" y="59593"/>
                  <a:pt x="89889" y="59593"/>
                </a:cubicBezTo>
                <a:cubicBezTo>
                  <a:pt x="89889" y="59593"/>
                  <a:pt x="89889" y="59593"/>
                  <a:pt x="89889" y="59593"/>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9892474" y="2215869"/>
            <a:ext cx="140826" cy="76300"/>
          </a:xfrm>
          <a:custGeom>
            <a:avLst/>
            <a:gdLst/>
            <a:ahLst/>
            <a:cxnLst/>
            <a:rect l="l" t="t" r="r" b="b"/>
            <a:pathLst>
              <a:path w="140826" h="76300">
                <a:moveTo>
                  <a:pt x="1476" y="0"/>
                </a:moveTo>
                <a:cubicBezTo>
                  <a:pt x="1476" y="0"/>
                  <a:pt x="25670" y="19812"/>
                  <a:pt x="54721" y="20384"/>
                </a:cubicBezTo>
                <a:cubicBezTo>
                  <a:pt x="83867" y="20955"/>
                  <a:pt x="140827" y="24765"/>
                  <a:pt x="140827" y="24765"/>
                </a:cubicBezTo>
                <a:cubicBezTo>
                  <a:pt x="140827" y="24765"/>
                  <a:pt x="77200" y="82106"/>
                  <a:pt x="33385" y="75819"/>
                </a:cubicBezTo>
                <a:cubicBezTo>
                  <a:pt x="-10430" y="69533"/>
                  <a:pt x="1476" y="0"/>
                  <a:pt x="1476" y="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29" name="Freeform 29"/>
          <p:cNvSpPr/>
          <p:nvPr/>
        </p:nvSpPr>
        <p:spPr>
          <a:xfrm>
            <a:off x="9903665" y="2225013"/>
            <a:ext cx="108108" cy="37358"/>
          </a:xfrm>
          <a:custGeom>
            <a:avLst/>
            <a:gdLst/>
            <a:ahLst/>
            <a:cxnLst/>
            <a:rect l="l" t="t" r="r" b="b"/>
            <a:pathLst>
              <a:path w="108108" h="37358">
                <a:moveTo>
                  <a:pt x="4667" y="0"/>
                </a:moveTo>
                <a:lnTo>
                  <a:pt x="0" y="21145"/>
                </a:lnTo>
                <a:cubicBezTo>
                  <a:pt x="0" y="21145"/>
                  <a:pt x="10573" y="34576"/>
                  <a:pt x="29528" y="36862"/>
                </a:cubicBezTo>
                <a:cubicBezTo>
                  <a:pt x="48578" y="39243"/>
                  <a:pt x="100584" y="32290"/>
                  <a:pt x="100584" y="32290"/>
                </a:cubicBezTo>
                <a:lnTo>
                  <a:pt x="108109" y="14478"/>
                </a:lnTo>
                <a:cubicBezTo>
                  <a:pt x="90678" y="13335"/>
                  <a:pt x="65437" y="11525"/>
                  <a:pt x="43625" y="11144"/>
                </a:cubicBezTo>
                <a:cubicBezTo>
                  <a:pt x="27813" y="10858"/>
                  <a:pt x="14478" y="5429"/>
                  <a:pt x="4667" y="0"/>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0" name="Freeform 30"/>
          <p:cNvSpPr/>
          <p:nvPr/>
        </p:nvSpPr>
        <p:spPr>
          <a:xfrm>
            <a:off x="9875757" y="2786512"/>
            <a:ext cx="43809" cy="107473"/>
          </a:xfrm>
          <a:custGeom>
            <a:avLst/>
            <a:gdLst/>
            <a:ahLst/>
            <a:cxnLst/>
            <a:rect l="l" t="t" r="r" b="b"/>
            <a:pathLst>
              <a:path w="43809" h="107473">
                <a:moveTo>
                  <a:pt x="38671" y="0"/>
                </a:moveTo>
                <a:cubicBezTo>
                  <a:pt x="38671" y="0"/>
                  <a:pt x="46006" y="56293"/>
                  <a:pt x="43148" y="69628"/>
                </a:cubicBezTo>
                <a:cubicBezTo>
                  <a:pt x="40291" y="82963"/>
                  <a:pt x="22288" y="110204"/>
                  <a:pt x="14573" y="107252"/>
                </a:cubicBezTo>
                <a:cubicBezTo>
                  <a:pt x="6858" y="104299"/>
                  <a:pt x="0" y="48101"/>
                  <a:pt x="0" y="48101"/>
                </a:cubicBezTo>
                <a:lnTo>
                  <a:pt x="38671" y="0"/>
                </a:lnTo>
                <a:close/>
              </a:path>
            </a:pathLst>
          </a:custGeom>
          <a:solidFill>
            <a:srgbClr val="EF5E7F"/>
          </a:solidFill>
          <a:ln cap="flat">
            <a:prstDash val="solid"/>
          </a:ln>
        </p:spPr>
        <p:txBody>
          <a:bodyPr vert="horz" lIns="91440" tIns="45720" rIns="91440" bIns="45720" anchor="ctr">
            <a:normAutofit/>
          </a:bodyPr>
          <a:lstStyle/>
          <a:p>
            <a:pPr marL="0" algn="l"/>
            <a:endParaRPr/>
          </a:p>
        </p:txBody>
      </p:sp>
      <p:sp>
        <p:nvSpPr>
          <p:cNvPr id="31" name="Freeform 31"/>
          <p:cNvSpPr/>
          <p:nvPr/>
        </p:nvSpPr>
        <p:spPr>
          <a:xfrm>
            <a:off x="9507616" y="3042725"/>
            <a:ext cx="386057" cy="442064"/>
          </a:xfrm>
          <a:custGeom>
            <a:avLst/>
            <a:gdLst/>
            <a:ahLst/>
            <a:cxnLst/>
            <a:rect l="l" t="t" r="r" b="b"/>
            <a:pathLst>
              <a:path w="386057" h="442064">
                <a:moveTo>
                  <a:pt x="90297" y="442064"/>
                </a:moveTo>
                <a:cubicBezTo>
                  <a:pt x="83344" y="442064"/>
                  <a:pt x="76772" y="440255"/>
                  <a:pt x="70771" y="436730"/>
                </a:cubicBezTo>
                <a:cubicBezTo>
                  <a:pt x="4096" y="397202"/>
                  <a:pt x="95" y="152123"/>
                  <a:pt x="0" y="141741"/>
                </a:cubicBezTo>
                <a:cubicBezTo>
                  <a:pt x="0" y="139074"/>
                  <a:pt x="2096" y="136979"/>
                  <a:pt x="4667" y="136883"/>
                </a:cubicBezTo>
                <a:cubicBezTo>
                  <a:pt x="4667" y="136883"/>
                  <a:pt x="4667" y="136883"/>
                  <a:pt x="4763" y="136883"/>
                </a:cubicBezTo>
                <a:cubicBezTo>
                  <a:pt x="7334" y="136883"/>
                  <a:pt x="9525" y="138979"/>
                  <a:pt x="9525" y="141551"/>
                </a:cubicBezTo>
                <a:cubicBezTo>
                  <a:pt x="9525" y="144027"/>
                  <a:pt x="13526" y="391677"/>
                  <a:pt x="75629" y="428444"/>
                </a:cubicBezTo>
                <a:cubicBezTo>
                  <a:pt x="83439" y="433016"/>
                  <a:pt x="92107" y="433682"/>
                  <a:pt x="102299" y="430444"/>
                </a:cubicBezTo>
                <a:cubicBezTo>
                  <a:pt x="203549" y="397773"/>
                  <a:pt x="375190" y="6867"/>
                  <a:pt x="376904" y="2867"/>
                </a:cubicBezTo>
                <a:cubicBezTo>
                  <a:pt x="377952" y="485"/>
                  <a:pt x="380810" y="-658"/>
                  <a:pt x="383191" y="390"/>
                </a:cubicBezTo>
                <a:cubicBezTo>
                  <a:pt x="385572" y="1438"/>
                  <a:pt x="386715" y="4295"/>
                  <a:pt x="385667" y="6677"/>
                </a:cubicBezTo>
                <a:cubicBezTo>
                  <a:pt x="378524" y="22964"/>
                  <a:pt x="210503" y="405488"/>
                  <a:pt x="105251" y="439493"/>
                </a:cubicBezTo>
                <a:cubicBezTo>
                  <a:pt x="100108" y="441302"/>
                  <a:pt x="95155" y="442064"/>
                  <a:pt x="90297" y="44206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32" name="Freeform 32"/>
          <p:cNvSpPr/>
          <p:nvPr/>
        </p:nvSpPr>
        <p:spPr>
          <a:xfrm>
            <a:off x="9728977" y="2470853"/>
            <a:ext cx="171837" cy="501777"/>
          </a:xfrm>
          <a:custGeom>
            <a:avLst/>
            <a:gdLst/>
            <a:ahLst/>
            <a:cxnLst/>
            <a:rect l="l" t="t" r="r" b="b"/>
            <a:pathLst>
              <a:path w="171837" h="501777">
                <a:moveTo>
                  <a:pt x="0" y="16002"/>
                </a:moveTo>
                <a:cubicBezTo>
                  <a:pt x="0" y="16002"/>
                  <a:pt x="43244" y="100013"/>
                  <a:pt x="74486" y="213836"/>
                </a:cubicBezTo>
                <a:cubicBezTo>
                  <a:pt x="105727" y="327565"/>
                  <a:pt x="136588" y="501777"/>
                  <a:pt x="136588" y="501777"/>
                </a:cubicBezTo>
                <a:cubicBezTo>
                  <a:pt x="136588" y="501777"/>
                  <a:pt x="171164" y="497300"/>
                  <a:pt x="171831" y="420243"/>
                </a:cubicBezTo>
                <a:cubicBezTo>
                  <a:pt x="172212" y="384905"/>
                  <a:pt x="156305" y="275844"/>
                  <a:pt x="151638" y="251555"/>
                </a:cubicBezTo>
                <a:cubicBezTo>
                  <a:pt x="128873" y="134779"/>
                  <a:pt x="85058" y="0"/>
                  <a:pt x="85058" y="0"/>
                </a:cubicBezTo>
                <a:lnTo>
                  <a:pt x="0" y="16002"/>
                </a:ln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33" name="Freeform 33"/>
          <p:cNvSpPr/>
          <p:nvPr/>
        </p:nvSpPr>
        <p:spPr>
          <a:xfrm>
            <a:off x="10165845" y="2619158"/>
            <a:ext cx="129012" cy="575976"/>
          </a:xfrm>
          <a:custGeom>
            <a:avLst/>
            <a:gdLst/>
            <a:ahLst/>
            <a:cxnLst/>
            <a:rect l="l" t="t" r="r" b="b"/>
            <a:pathLst>
              <a:path w="129012" h="575976">
                <a:moveTo>
                  <a:pt x="129012" y="575977"/>
                </a:moveTo>
                <a:cubicBezTo>
                  <a:pt x="129012" y="575977"/>
                  <a:pt x="9187" y="409384"/>
                  <a:pt x="139" y="143256"/>
                </a:cubicBezTo>
                <a:cubicBezTo>
                  <a:pt x="-2909" y="51721"/>
                  <a:pt x="45287" y="0"/>
                  <a:pt x="45287" y="0"/>
                </a:cubicBezTo>
                <a:cubicBezTo>
                  <a:pt x="45287" y="0"/>
                  <a:pt x="48240" y="203264"/>
                  <a:pt x="64528" y="324136"/>
                </a:cubicBezTo>
                <a:cubicBezTo>
                  <a:pt x="80720" y="444913"/>
                  <a:pt x="129012" y="575977"/>
                  <a:pt x="129012" y="575977"/>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10084304" y="1844296"/>
            <a:ext cx="69204" cy="888114"/>
          </a:xfrm>
          <a:custGeom>
            <a:avLst/>
            <a:gdLst/>
            <a:ahLst/>
            <a:cxnLst/>
            <a:rect l="l" t="t" r="r" b="b"/>
            <a:pathLst>
              <a:path w="69204" h="888114">
                <a:moveTo>
                  <a:pt x="4718" y="888114"/>
                </a:moveTo>
                <a:cubicBezTo>
                  <a:pt x="3670" y="888114"/>
                  <a:pt x="2717" y="887828"/>
                  <a:pt x="1860" y="887162"/>
                </a:cubicBezTo>
                <a:cubicBezTo>
                  <a:pt x="-235" y="885542"/>
                  <a:pt x="-616" y="882590"/>
                  <a:pt x="1003" y="880494"/>
                </a:cubicBezTo>
                <a:cubicBezTo>
                  <a:pt x="18910" y="857158"/>
                  <a:pt x="59582" y="630177"/>
                  <a:pt x="59677" y="464633"/>
                </a:cubicBezTo>
                <a:cubicBezTo>
                  <a:pt x="59867" y="306232"/>
                  <a:pt x="47866" y="7909"/>
                  <a:pt x="47771" y="4956"/>
                </a:cubicBezTo>
                <a:cubicBezTo>
                  <a:pt x="47675" y="2289"/>
                  <a:pt x="49676" y="98"/>
                  <a:pt x="52343" y="3"/>
                </a:cubicBezTo>
                <a:cubicBezTo>
                  <a:pt x="54819" y="-92"/>
                  <a:pt x="57200" y="2003"/>
                  <a:pt x="57296" y="4575"/>
                </a:cubicBezTo>
                <a:cubicBezTo>
                  <a:pt x="57391" y="7528"/>
                  <a:pt x="69392" y="306041"/>
                  <a:pt x="69202" y="464633"/>
                </a:cubicBezTo>
                <a:cubicBezTo>
                  <a:pt x="69107" y="625796"/>
                  <a:pt x="29578" y="858872"/>
                  <a:pt x="8528" y="886304"/>
                </a:cubicBezTo>
                <a:cubicBezTo>
                  <a:pt x="7480" y="887447"/>
                  <a:pt x="6146" y="888114"/>
                  <a:pt x="4718" y="88811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35" name="Freeform 35"/>
          <p:cNvSpPr/>
          <p:nvPr/>
        </p:nvSpPr>
        <p:spPr>
          <a:xfrm>
            <a:off x="10421662" y="2892233"/>
            <a:ext cx="25186" cy="65823"/>
          </a:xfrm>
          <a:custGeom>
            <a:avLst/>
            <a:gdLst/>
            <a:ahLst/>
            <a:cxnLst/>
            <a:rect l="l" t="t" r="r" b="b"/>
            <a:pathLst>
              <a:path w="25186" h="65823">
                <a:moveTo>
                  <a:pt x="20356" y="65824"/>
                </a:moveTo>
                <a:cubicBezTo>
                  <a:pt x="18261" y="65824"/>
                  <a:pt x="16356" y="64490"/>
                  <a:pt x="15784" y="62300"/>
                </a:cubicBezTo>
                <a:lnTo>
                  <a:pt x="163" y="6102"/>
                </a:lnTo>
                <a:cubicBezTo>
                  <a:pt x="-504" y="3530"/>
                  <a:pt x="925" y="959"/>
                  <a:pt x="3497" y="197"/>
                </a:cubicBezTo>
                <a:cubicBezTo>
                  <a:pt x="6069" y="-565"/>
                  <a:pt x="8640" y="959"/>
                  <a:pt x="9402" y="3530"/>
                </a:cubicBezTo>
                <a:lnTo>
                  <a:pt x="25023" y="59728"/>
                </a:lnTo>
                <a:cubicBezTo>
                  <a:pt x="25690" y="62300"/>
                  <a:pt x="24261" y="64871"/>
                  <a:pt x="21690" y="65633"/>
                </a:cubicBezTo>
                <a:cubicBezTo>
                  <a:pt x="21213" y="65729"/>
                  <a:pt x="20737" y="65824"/>
                  <a:pt x="20356" y="6582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6" name="Freeform 36"/>
          <p:cNvSpPr/>
          <p:nvPr/>
        </p:nvSpPr>
        <p:spPr>
          <a:xfrm>
            <a:off x="10461584" y="3127197"/>
            <a:ext cx="23637" cy="66128"/>
          </a:xfrm>
          <a:custGeom>
            <a:avLst/>
            <a:gdLst/>
            <a:ahLst/>
            <a:cxnLst/>
            <a:rect l="l" t="t" r="r" b="b"/>
            <a:pathLst>
              <a:path w="23637" h="66128">
                <a:moveTo>
                  <a:pt x="18915" y="66128"/>
                </a:moveTo>
                <a:cubicBezTo>
                  <a:pt x="16819" y="66128"/>
                  <a:pt x="14819" y="64699"/>
                  <a:pt x="14248" y="62509"/>
                </a:cubicBezTo>
                <a:lnTo>
                  <a:pt x="151" y="5930"/>
                </a:lnTo>
                <a:cubicBezTo>
                  <a:pt x="-516" y="3358"/>
                  <a:pt x="1103" y="787"/>
                  <a:pt x="3580" y="120"/>
                </a:cubicBezTo>
                <a:cubicBezTo>
                  <a:pt x="6151" y="-452"/>
                  <a:pt x="8723" y="1072"/>
                  <a:pt x="9390" y="3549"/>
                </a:cubicBezTo>
                <a:lnTo>
                  <a:pt x="23487" y="60127"/>
                </a:lnTo>
                <a:cubicBezTo>
                  <a:pt x="24154" y="62699"/>
                  <a:pt x="22534" y="65271"/>
                  <a:pt x="20058" y="65938"/>
                </a:cubicBezTo>
                <a:cubicBezTo>
                  <a:pt x="19677" y="66033"/>
                  <a:pt x="19296" y="66128"/>
                  <a:pt x="18915" y="66128"/>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7" name="Freeform 37"/>
          <p:cNvSpPr/>
          <p:nvPr/>
        </p:nvSpPr>
        <p:spPr>
          <a:xfrm>
            <a:off x="10447583" y="3258421"/>
            <a:ext cx="23636" cy="66253"/>
          </a:xfrm>
          <a:custGeom>
            <a:avLst/>
            <a:gdLst/>
            <a:ahLst/>
            <a:cxnLst/>
            <a:rect l="l" t="t" r="r" b="b"/>
            <a:pathLst>
              <a:path w="23636" h="66253">
                <a:moveTo>
                  <a:pt x="18819" y="66254"/>
                </a:moveTo>
                <a:cubicBezTo>
                  <a:pt x="16724" y="66254"/>
                  <a:pt x="14724" y="64825"/>
                  <a:pt x="14152" y="62634"/>
                </a:cubicBezTo>
                <a:lnTo>
                  <a:pt x="150" y="5961"/>
                </a:lnTo>
                <a:cubicBezTo>
                  <a:pt x="-517" y="3389"/>
                  <a:pt x="1103" y="817"/>
                  <a:pt x="3675" y="150"/>
                </a:cubicBezTo>
                <a:cubicBezTo>
                  <a:pt x="6246" y="-517"/>
                  <a:pt x="8818" y="1103"/>
                  <a:pt x="9485" y="3675"/>
                </a:cubicBezTo>
                <a:lnTo>
                  <a:pt x="23487" y="60348"/>
                </a:lnTo>
                <a:cubicBezTo>
                  <a:pt x="24153" y="62920"/>
                  <a:pt x="22534" y="65492"/>
                  <a:pt x="19962" y="66158"/>
                </a:cubicBezTo>
                <a:cubicBezTo>
                  <a:pt x="19581" y="66158"/>
                  <a:pt x="19200" y="66254"/>
                  <a:pt x="18819" y="6625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8" name="Freeform 38"/>
          <p:cNvSpPr/>
          <p:nvPr/>
        </p:nvSpPr>
        <p:spPr>
          <a:xfrm>
            <a:off x="10504094" y="3556509"/>
            <a:ext cx="15008" cy="67535"/>
          </a:xfrm>
          <a:custGeom>
            <a:avLst/>
            <a:gdLst/>
            <a:ahLst/>
            <a:cxnLst/>
            <a:rect l="l" t="t" r="r" b="b"/>
            <a:pathLst>
              <a:path w="15008" h="67535">
                <a:moveTo>
                  <a:pt x="10314" y="67536"/>
                </a:moveTo>
                <a:cubicBezTo>
                  <a:pt x="7933" y="67536"/>
                  <a:pt x="5837" y="65726"/>
                  <a:pt x="5552" y="63250"/>
                </a:cubicBezTo>
                <a:lnTo>
                  <a:pt x="27" y="5147"/>
                </a:lnTo>
                <a:cubicBezTo>
                  <a:pt x="-259" y="2576"/>
                  <a:pt x="1742" y="194"/>
                  <a:pt x="4313" y="4"/>
                </a:cubicBezTo>
                <a:cubicBezTo>
                  <a:pt x="6790" y="-92"/>
                  <a:pt x="9266" y="1623"/>
                  <a:pt x="9457" y="4290"/>
                </a:cubicBezTo>
                <a:lnTo>
                  <a:pt x="14981" y="62393"/>
                </a:lnTo>
                <a:cubicBezTo>
                  <a:pt x="15267" y="64964"/>
                  <a:pt x="13267" y="67345"/>
                  <a:pt x="10695" y="67536"/>
                </a:cubicBezTo>
                <a:cubicBezTo>
                  <a:pt x="10600" y="67536"/>
                  <a:pt x="10505" y="67536"/>
                  <a:pt x="10314" y="6753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10270446" y="3614612"/>
            <a:ext cx="15008" cy="67536"/>
          </a:xfrm>
          <a:custGeom>
            <a:avLst/>
            <a:gdLst/>
            <a:ahLst/>
            <a:cxnLst/>
            <a:rect l="l" t="t" r="r" b="b"/>
            <a:pathLst>
              <a:path w="15008" h="67536">
                <a:moveTo>
                  <a:pt x="10314" y="67536"/>
                </a:moveTo>
                <a:cubicBezTo>
                  <a:pt x="7933" y="67536"/>
                  <a:pt x="5837" y="65726"/>
                  <a:pt x="5552" y="63250"/>
                </a:cubicBezTo>
                <a:lnTo>
                  <a:pt x="27" y="5147"/>
                </a:lnTo>
                <a:cubicBezTo>
                  <a:pt x="-259" y="2576"/>
                  <a:pt x="1742" y="194"/>
                  <a:pt x="4314" y="4"/>
                </a:cubicBezTo>
                <a:cubicBezTo>
                  <a:pt x="6790" y="-91"/>
                  <a:pt x="9266" y="1623"/>
                  <a:pt x="9457" y="4290"/>
                </a:cubicBezTo>
                <a:lnTo>
                  <a:pt x="14981" y="62393"/>
                </a:lnTo>
                <a:cubicBezTo>
                  <a:pt x="15267" y="64964"/>
                  <a:pt x="13267" y="67346"/>
                  <a:pt x="10695" y="67536"/>
                </a:cubicBezTo>
                <a:cubicBezTo>
                  <a:pt x="10600" y="67536"/>
                  <a:pt x="10410" y="67536"/>
                  <a:pt x="10314" y="6753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10499880" y="3386251"/>
            <a:ext cx="17531" cy="67201"/>
          </a:xfrm>
          <a:custGeom>
            <a:avLst/>
            <a:gdLst/>
            <a:ahLst/>
            <a:cxnLst/>
            <a:rect l="l" t="t" r="r" b="b"/>
            <a:pathLst>
              <a:path w="17531" h="67201">
                <a:moveTo>
                  <a:pt x="12719" y="67202"/>
                </a:moveTo>
                <a:cubicBezTo>
                  <a:pt x="10338" y="67202"/>
                  <a:pt x="8337" y="65487"/>
                  <a:pt x="8052" y="63106"/>
                </a:cubicBezTo>
                <a:lnTo>
                  <a:pt x="51" y="5385"/>
                </a:lnTo>
                <a:cubicBezTo>
                  <a:pt x="-330" y="2813"/>
                  <a:pt x="1479" y="336"/>
                  <a:pt x="4146" y="51"/>
                </a:cubicBezTo>
                <a:cubicBezTo>
                  <a:pt x="6528" y="-330"/>
                  <a:pt x="9195" y="1479"/>
                  <a:pt x="9480" y="4146"/>
                </a:cubicBezTo>
                <a:lnTo>
                  <a:pt x="17481" y="61868"/>
                </a:lnTo>
                <a:cubicBezTo>
                  <a:pt x="17862" y="64440"/>
                  <a:pt x="16053" y="66916"/>
                  <a:pt x="13386" y="67202"/>
                </a:cubicBezTo>
                <a:cubicBezTo>
                  <a:pt x="13195" y="67202"/>
                  <a:pt x="13005" y="67202"/>
                  <a:pt x="12719" y="67202"/>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10212606" y="3536099"/>
            <a:ext cx="17531" cy="67277"/>
          </a:xfrm>
          <a:custGeom>
            <a:avLst/>
            <a:gdLst/>
            <a:ahLst/>
            <a:cxnLst/>
            <a:rect l="l" t="t" r="r" b="b"/>
            <a:pathLst>
              <a:path w="17531" h="67277">
                <a:moveTo>
                  <a:pt x="12719" y="67277"/>
                </a:moveTo>
                <a:cubicBezTo>
                  <a:pt x="10338" y="67277"/>
                  <a:pt x="8337" y="65563"/>
                  <a:pt x="8052" y="63182"/>
                </a:cubicBezTo>
                <a:lnTo>
                  <a:pt x="51" y="5365"/>
                </a:lnTo>
                <a:cubicBezTo>
                  <a:pt x="-330" y="2793"/>
                  <a:pt x="1479" y="317"/>
                  <a:pt x="4146" y="31"/>
                </a:cubicBezTo>
                <a:cubicBezTo>
                  <a:pt x="6718" y="-255"/>
                  <a:pt x="9195" y="1460"/>
                  <a:pt x="9480" y="4127"/>
                </a:cubicBezTo>
                <a:lnTo>
                  <a:pt x="17481" y="61944"/>
                </a:lnTo>
                <a:cubicBezTo>
                  <a:pt x="17862" y="64515"/>
                  <a:pt x="16053" y="66992"/>
                  <a:pt x="13386" y="67277"/>
                </a:cubicBezTo>
                <a:cubicBezTo>
                  <a:pt x="13100" y="67182"/>
                  <a:pt x="12909" y="67277"/>
                  <a:pt x="12719" y="6727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2" name="Freeform 42"/>
          <p:cNvSpPr/>
          <p:nvPr/>
        </p:nvSpPr>
        <p:spPr>
          <a:xfrm>
            <a:off x="10368054" y="2658731"/>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718" y="-330"/>
                  <a:pt x="9195" y="1479"/>
                  <a:pt x="9480" y="4146"/>
                </a:cubicBezTo>
                <a:lnTo>
                  <a:pt x="17481" y="61963"/>
                </a:lnTo>
                <a:cubicBezTo>
                  <a:pt x="17862" y="64535"/>
                  <a:pt x="16053" y="67011"/>
                  <a:pt x="13386" y="67297"/>
                </a:cubicBezTo>
                <a:cubicBezTo>
                  <a:pt x="13100" y="67202"/>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3" name="Freeform 43"/>
          <p:cNvSpPr/>
          <p:nvPr/>
        </p:nvSpPr>
        <p:spPr>
          <a:xfrm>
            <a:off x="10413678" y="2748552"/>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623" y="-330"/>
                  <a:pt x="9195" y="1479"/>
                  <a:pt x="9480" y="4146"/>
                </a:cubicBezTo>
                <a:lnTo>
                  <a:pt x="17481" y="61963"/>
                </a:lnTo>
                <a:cubicBezTo>
                  <a:pt x="17862" y="64535"/>
                  <a:pt x="16053" y="67011"/>
                  <a:pt x="13386" y="67297"/>
                </a:cubicBezTo>
                <a:cubicBezTo>
                  <a:pt x="13100"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10451874" y="3472833"/>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718" y="-330"/>
                  <a:pt x="9195" y="1479"/>
                  <a:pt x="9480" y="4146"/>
                </a:cubicBezTo>
                <a:lnTo>
                  <a:pt x="17481" y="61963"/>
                </a:lnTo>
                <a:cubicBezTo>
                  <a:pt x="17862" y="64535"/>
                  <a:pt x="16053" y="67011"/>
                  <a:pt x="13386" y="67297"/>
                </a:cubicBezTo>
                <a:cubicBezTo>
                  <a:pt x="13100"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10264612" y="3478282"/>
            <a:ext cx="17531" cy="67277"/>
          </a:xfrm>
          <a:custGeom>
            <a:avLst/>
            <a:gdLst/>
            <a:ahLst/>
            <a:cxnLst/>
            <a:rect l="l" t="t" r="r" b="b"/>
            <a:pathLst>
              <a:path w="17531" h="67277">
                <a:moveTo>
                  <a:pt x="12719" y="67277"/>
                </a:moveTo>
                <a:cubicBezTo>
                  <a:pt x="10338" y="67277"/>
                  <a:pt x="8337" y="65563"/>
                  <a:pt x="8052" y="63182"/>
                </a:cubicBezTo>
                <a:lnTo>
                  <a:pt x="51" y="5365"/>
                </a:lnTo>
                <a:cubicBezTo>
                  <a:pt x="-330" y="2793"/>
                  <a:pt x="1479" y="317"/>
                  <a:pt x="4146" y="31"/>
                </a:cubicBezTo>
                <a:cubicBezTo>
                  <a:pt x="6623" y="-255"/>
                  <a:pt x="9195" y="1460"/>
                  <a:pt x="9480" y="4127"/>
                </a:cubicBezTo>
                <a:lnTo>
                  <a:pt x="17481" y="61944"/>
                </a:lnTo>
                <a:cubicBezTo>
                  <a:pt x="17862" y="64515"/>
                  <a:pt x="16053" y="66992"/>
                  <a:pt x="13386" y="67277"/>
                </a:cubicBezTo>
                <a:cubicBezTo>
                  <a:pt x="13195" y="67182"/>
                  <a:pt x="13005" y="67277"/>
                  <a:pt x="12719" y="6727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10571889" y="3877550"/>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718" y="-330"/>
                  <a:pt x="9195" y="1479"/>
                  <a:pt x="9480" y="4146"/>
                </a:cubicBezTo>
                <a:lnTo>
                  <a:pt x="17481" y="61963"/>
                </a:lnTo>
                <a:cubicBezTo>
                  <a:pt x="17862" y="64535"/>
                  <a:pt x="16053" y="67011"/>
                  <a:pt x="13386" y="67297"/>
                </a:cubicBezTo>
                <a:cubicBezTo>
                  <a:pt x="13100"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10535884" y="3790777"/>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718" y="-330"/>
                  <a:pt x="9195" y="1479"/>
                  <a:pt x="9480" y="4146"/>
                </a:cubicBezTo>
                <a:lnTo>
                  <a:pt x="17481" y="61963"/>
                </a:lnTo>
                <a:cubicBezTo>
                  <a:pt x="17862" y="64535"/>
                  <a:pt x="16053" y="67011"/>
                  <a:pt x="13386" y="67297"/>
                </a:cubicBezTo>
                <a:cubicBezTo>
                  <a:pt x="13195"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10487878" y="3704100"/>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623" y="-330"/>
                  <a:pt x="9195" y="1479"/>
                  <a:pt x="9480" y="4146"/>
                </a:cubicBezTo>
                <a:lnTo>
                  <a:pt x="17481" y="61963"/>
                </a:lnTo>
                <a:cubicBezTo>
                  <a:pt x="17862" y="64535"/>
                  <a:pt x="16053" y="67011"/>
                  <a:pt x="13386" y="67297"/>
                </a:cubicBezTo>
                <a:cubicBezTo>
                  <a:pt x="13195"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10539885" y="3646283"/>
            <a:ext cx="17531" cy="67297"/>
          </a:xfrm>
          <a:custGeom>
            <a:avLst/>
            <a:gdLst/>
            <a:ahLst/>
            <a:cxnLst/>
            <a:rect l="l" t="t" r="r" b="b"/>
            <a:pathLst>
              <a:path w="17531" h="67297">
                <a:moveTo>
                  <a:pt x="12719" y="67297"/>
                </a:moveTo>
                <a:cubicBezTo>
                  <a:pt x="10338" y="67297"/>
                  <a:pt x="8337" y="65583"/>
                  <a:pt x="8052" y="63201"/>
                </a:cubicBezTo>
                <a:lnTo>
                  <a:pt x="51" y="5385"/>
                </a:lnTo>
                <a:cubicBezTo>
                  <a:pt x="-330" y="2813"/>
                  <a:pt x="1479" y="336"/>
                  <a:pt x="4146" y="51"/>
                </a:cubicBezTo>
                <a:cubicBezTo>
                  <a:pt x="6718" y="-330"/>
                  <a:pt x="9195" y="1479"/>
                  <a:pt x="9480" y="4146"/>
                </a:cubicBezTo>
                <a:lnTo>
                  <a:pt x="17481" y="61963"/>
                </a:lnTo>
                <a:cubicBezTo>
                  <a:pt x="17862" y="64535"/>
                  <a:pt x="16053" y="67011"/>
                  <a:pt x="13386" y="67297"/>
                </a:cubicBezTo>
                <a:cubicBezTo>
                  <a:pt x="13100" y="67297"/>
                  <a:pt x="12909" y="67297"/>
                  <a:pt x="12719" y="6729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10405946" y="3028631"/>
            <a:ext cx="25281" cy="65823"/>
          </a:xfrm>
          <a:custGeom>
            <a:avLst/>
            <a:gdLst/>
            <a:ahLst/>
            <a:cxnLst/>
            <a:rect l="l" t="t" r="r" b="b"/>
            <a:pathLst>
              <a:path w="25281" h="65823">
                <a:moveTo>
                  <a:pt x="20451" y="65824"/>
                </a:moveTo>
                <a:cubicBezTo>
                  <a:pt x="18356" y="65824"/>
                  <a:pt x="16451" y="64490"/>
                  <a:pt x="15879" y="62300"/>
                </a:cubicBezTo>
                <a:lnTo>
                  <a:pt x="163" y="6102"/>
                </a:lnTo>
                <a:cubicBezTo>
                  <a:pt x="-504" y="3530"/>
                  <a:pt x="925" y="959"/>
                  <a:pt x="3497" y="197"/>
                </a:cubicBezTo>
                <a:cubicBezTo>
                  <a:pt x="6069" y="-565"/>
                  <a:pt x="8640" y="959"/>
                  <a:pt x="9402" y="3530"/>
                </a:cubicBezTo>
                <a:lnTo>
                  <a:pt x="25119" y="59728"/>
                </a:lnTo>
                <a:cubicBezTo>
                  <a:pt x="25785" y="62300"/>
                  <a:pt x="24357" y="64871"/>
                  <a:pt x="21785" y="65633"/>
                </a:cubicBezTo>
                <a:cubicBezTo>
                  <a:pt x="21309" y="65824"/>
                  <a:pt x="20832" y="65824"/>
                  <a:pt x="20451" y="65824"/>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9949104" y="2048412"/>
            <a:ext cx="68678" cy="104782"/>
          </a:xfrm>
          <a:custGeom>
            <a:avLst/>
            <a:gdLst/>
            <a:ahLst/>
            <a:cxnLst/>
            <a:rect l="l" t="t" r="r" b="b"/>
            <a:pathLst>
              <a:path w="68678" h="104782">
                <a:moveTo>
                  <a:pt x="4758" y="104782"/>
                </a:moveTo>
                <a:cubicBezTo>
                  <a:pt x="3044" y="104782"/>
                  <a:pt x="1425" y="103925"/>
                  <a:pt x="567" y="102306"/>
                </a:cubicBezTo>
                <a:cubicBezTo>
                  <a:pt x="-671" y="100020"/>
                  <a:pt x="186" y="97067"/>
                  <a:pt x="2472" y="95829"/>
                </a:cubicBezTo>
                <a:cubicBezTo>
                  <a:pt x="22475" y="85066"/>
                  <a:pt x="50478" y="25153"/>
                  <a:pt x="59527" y="2960"/>
                </a:cubicBezTo>
                <a:cubicBezTo>
                  <a:pt x="60480" y="484"/>
                  <a:pt x="63337" y="-659"/>
                  <a:pt x="65718" y="388"/>
                </a:cubicBezTo>
                <a:cubicBezTo>
                  <a:pt x="68195" y="1341"/>
                  <a:pt x="69338" y="4198"/>
                  <a:pt x="68290" y="6580"/>
                </a:cubicBezTo>
                <a:cubicBezTo>
                  <a:pt x="66861" y="10009"/>
                  <a:pt x="34095" y="89542"/>
                  <a:pt x="6949" y="104211"/>
                </a:cubicBezTo>
                <a:cubicBezTo>
                  <a:pt x="6282" y="104592"/>
                  <a:pt x="5520" y="104782"/>
                  <a:pt x="4758" y="104782"/>
                </a:cubicBezTo>
                <a:close/>
              </a:path>
            </a:pathLst>
          </a:custGeom>
          <a:solidFill>
            <a:srgbClr val="12130F"/>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10507265" y="4238122"/>
            <a:ext cx="64198" cy="1640205"/>
          </a:xfrm>
          <a:custGeom>
            <a:avLst/>
            <a:gdLst/>
            <a:ahLst/>
            <a:cxnLst/>
            <a:rect l="l" t="t" r="r" b="b"/>
            <a:pathLst>
              <a:path w="64198" h="1640205">
                <a:moveTo>
                  <a:pt x="32099" y="0"/>
                </a:moveTo>
                <a:lnTo>
                  <a:pt x="32099" y="0"/>
                </a:lnTo>
                <a:cubicBezTo>
                  <a:pt x="49816" y="0"/>
                  <a:pt x="64198" y="16288"/>
                  <a:pt x="64198" y="36386"/>
                </a:cubicBezTo>
                <a:lnTo>
                  <a:pt x="64198" y="1603820"/>
                </a:lnTo>
                <a:cubicBezTo>
                  <a:pt x="64198" y="1623822"/>
                  <a:pt x="49911" y="1640205"/>
                  <a:pt x="32099" y="1640205"/>
                </a:cubicBezTo>
                <a:lnTo>
                  <a:pt x="32099" y="1640205"/>
                </a:lnTo>
                <a:cubicBezTo>
                  <a:pt x="14478" y="1640205"/>
                  <a:pt x="0" y="1623917"/>
                  <a:pt x="0" y="1603820"/>
                </a:cubicBezTo>
                <a:lnTo>
                  <a:pt x="0" y="36290"/>
                </a:lnTo>
                <a:cubicBezTo>
                  <a:pt x="0" y="16288"/>
                  <a:pt x="14383" y="0"/>
                  <a:pt x="32099" y="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10520695" y="5822320"/>
            <a:ext cx="37337" cy="226599"/>
          </a:xfrm>
          <a:custGeom>
            <a:avLst/>
            <a:gdLst/>
            <a:ahLst/>
            <a:cxnLst/>
            <a:rect l="l" t="t" r="r" b="b"/>
            <a:pathLst>
              <a:path w="37337" h="226599">
                <a:moveTo>
                  <a:pt x="18669" y="0"/>
                </a:moveTo>
                <a:lnTo>
                  <a:pt x="18669" y="0"/>
                </a:lnTo>
                <a:cubicBezTo>
                  <a:pt x="28956" y="0"/>
                  <a:pt x="37338" y="8477"/>
                  <a:pt x="37338" y="18955"/>
                </a:cubicBezTo>
                <a:lnTo>
                  <a:pt x="37338" y="207645"/>
                </a:lnTo>
                <a:cubicBezTo>
                  <a:pt x="37338" y="218027"/>
                  <a:pt x="28956" y="226600"/>
                  <a:pt x="18669" y="226600"/>
                </a:cubicBezTo>
                <a:lnTo>
                  <a:pt x="18669" y="226600"/>
                </a:lnTo>
                <a:cubicBezTo>
                  <a:pt x="8382" y="226600"/>
                  <a:pt x="0" y="218122"/>
                  <a:pt x="0" y="207645"/>
                </a:cubicBezTo>
                <a:lnTo>
                  <a:pt x="0" y="18955"/>
                </a:lnTo>
                <a:cubicBezTo>
                  <a:pt x="0" y="8572"/>
                  <a:pt x="8382" y="0"/>
                  <a:pt x="18669" y="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10510312" y="6024682"/>
            <a:ext cx="61055" cy="89388"/>
          </a:xfrm>
          <a:custGeom>
            <a:avLst/>
            <a:gdLst/>
            <a:ahLst/>
            <a:cxnLst/>
            <a:rect l="l" t="t" r="r" b="b"/>
            <a:pathLst>
              <a:path w="61055" h="89388">
                <a:moveTo>
                  <a:pt x="7525" y="3759"/>
                </a:moveTo>
                <a:lnTo>
                  <a:pt x="0" y="72339"/>
                </a:lnTo>
                <a:cubicBezTo>
                  <a:pt x="0" y="72339"/>
                  <a:pt x="11049" y="89389"/>
                  <a:pt x="26956" y="89389"/>
                </a:cubicBezTo>
                <a:cubicBezTo>
                  <a:pt x="42863" y="89389"/>
                  <a:pt x="61055" y="73768"/>
                  <a:pt x="61055" y="73768"/>
                </a:cubicBezTo>
                <a:lnTo>
                  <a:pt x="51245" y="3092"/>
                </a:lnTo>
                <a:cubicBezTo>
                  <a:pt x="51245" y="3092"/>
                  <a:pt x="44863" y="-432"/>
                  <a:pt x="29337" y="44"/>
                </a:cubicBezTo>
                <a:cubicBezTo>
                  <a:pt x="13716" y="425"/>
                  <a:pt x="7525" y="3759"/>
                  <a:pt x="7525" y="3759"/>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10490647" y="4012805"/>
            <a:ext cx="331758" cy="285678"/>
          </a:xfrm>
          <a:custGeom>
            <a:avLst/>
            <a:gdLst/>
            <a:ahLst/>
            <a:cxnLst/>
            <a:rect l="l" t="t" r="r" b="b"/>
            <a:pathLst>
              <a:path w="331758" h="285678">
                <a:moveTo>
                  <a:pt x="187972" y="336"/>
                </a:moveTo>
                <a:lnTo>
                  <a:pt x="34429" y="29387"/>
                </a:lnTo>
                <a:cubicBezTo>
                  <a:pt x="13569" y="32245"/>
                  <a:pt x="-2528" y="43580"/>
                  <a:pt x="329" y="64820"/>
                </a:cubicBezTo>
                <a:cubicBezTo>
                  <a:pt x="3092" y="85966"/>
                  <a:pt x="20808" y="91872"/>
                  <a:pt x="41763" y="89014"/>
                </a:cubicBezTo>
                <a:lnTo>
                  <a:pt x="170922" y="80822"/>
                </a:lnTo>
                <a:lnTo>
                  <a:pt x="237216" y="217983"/>
                </a:lnTo>
                <a:lnTo>
                  <a:pt x="67481" y="222459"/>
                </a:lnTo>
                <a:cubicBezTo>
                  <a:pt x="46335" y="223031"/>
                  <a:pt x="29666" y="240747"/>
                  <a:pt x="30143" y="262178"/>
                </a:cubicBezTo>
                <a:cubicBezTo>
                  <a:pt x="30714" y="283610"/>
                  <a:pt x="48716" y="286182"/>
                  <a:pt x="69862" y="285610"/>
                </a:cubicBezTo>
                <a:lnTo>
                  <a:pt x="288842" y="277800"/>
                </a:lnTo>
                <a:cubicBezTo>
                  <a:pt x="314750" y="277133"/>
                  <a:pt x="330752" y="273894"/>
                  <a:pt x="331704" y="250844"/>
                </a:cubicBezTo>
                <a:cubicBezTo>
                  <a:pt x="332085" y="243128"/>
                  <a:pt x="330466" y="235127"/>
                  <a:pt x="326751" y="227317"/>
                </a:cubicBezTo>
                <a:lnTo>
                  <a:pt x="227405" y="21863"/>
                </a:lnTo>
                <a:cubicBezTo>
                  <a:pt x="220071" y="6813"/>
                  <a:pt x="204164" y="-1855"/>
                  <a:pt x="187972" y="336"/>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6" name="Freeform 56"/>
          <p:cNvSpPr/>
          <p:nvPr/>
        </p:nvSpPr>
        <p:spPr>
          <a:xfrm>
            <a:off x="10473248" y="3967152"/>
            <a:ext cx="139918" cy="76660"/>
          </a:xfrm>
          <a:custGeom>
            <a:avLst/>
            <a:gdLst/>
            <a:ahLst/>
            <a:cxnLst/>
            <a:rect l="l" t="t" r="r" b="b"/>
            <a:pathLst>
              <a:path w="139918" h="76660">
                <a:moveTo>
                  <a:pt x="4775" y="76661"/>
                </a:moveTo>
                <a:cubicBezTo>
                  <a:pt x="3536" y="76661"/>
                  <a:pt x="2393" y="76184"/>
                  <a:pt x="1441" y="75327"/>
                </a:cubicBezTo>
                <a:cubicBezTo>
                  <a:pt x="-464" y="73517"/>
                  <a:pt x="-464" y="70469"/>
                  <a:pt x="1346" y="68564"/>
                </a:cubicBezTo>
                <a:cubicBezTo>
                  <a:pt x="3536" y="66374"/>
                  <a:pt x="55638" y="14176"/>
                  <a:pt x="134315" y="79"/>
                </a:cubicBezTo>
                <a:cubicBezTo>
                  <a:pt x="136791" y="-397"/>
                  <a:pt x="139363" y="1318"/>
                  <a:pt x="139839" y="3890"/>
                </a:cubicBezTo>
                <a:cubicBezTo>
                  <a:pt x="140315" y="6461"/>
                  <a:pt x="138601" y="8938"/>
                  <a:pt x="136029" y="9414"/>
                </a:cubicBezTo>
                <a:cubicBezTo>
                  <a:pt x="60401" y="22940"/>
                  <a:pt x="8680" y="74660"/>
                  <a:pt x="8204" y="75232"/>
                </a:cubicBezTo>
                <a:cubicBezTo>
                  <a:pt x="7251" y="76184"/>
                  <a:pt x="6013" y="76661"/>
                  <a:pt x="4775" y="76661"/>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7" name="Freeform 57"/>
          <p:cNvSpPr/>
          <p:nvPr/>
        </p:nvSpPr>
        <p:spPr>
          <a:xfrm>
            <a:off x="10264548" y="3009092"/>
            <a:ext cx="219272" cy="1035768"/>
          </a:xfrm>
          <a:custGeom>
            <a:avLst/>
            <a:gdLst/>
            <a:ahLst/>
            <a:cxnLst/>
            <a:rect l="l" t="t" r="r" b="b"/>
            <a:pathLst>
              <a:path w="219272" h="1035768">
                <a:moveTo>
                  <a:pt x="214522" y="1035768"/>
                </a:moveTo>
                <a:cubicBezTo>
                  <a:pt x="212332" y="1035768"/>
                  <a:pt x="210331" y="1034244"/>
                  <a:pt x="209855" y="1031958"/>
                </a:cubicBezTo>
                <a:cubicBezTo>
                  <a:pt x="209093" y="1028053"/>
                  <a:pt x="129083" y="636861"/>
                  <a:pt x="120225" y="569805"/>
                </a:cubicBezTo>
                <a:cubicBezTo>
                  <a:pt x="111367" y="503130"/>
                  <a:pt x="1258" y="10783"/>
                  <a:pt x="115" y="5830"/>
                </a:cubicBezTo>
                <a:cubicBezTo>
                  <a:pt x="-457" y="3258"/>
                  <a:pt x="1162" y="686"/>
                  <a:pt x="3734" y="115"/>
                </a:cubicBezTo>
                <a:cubicBezTo>
                  <a:pt x="6306" y="-457"/>
                  <a:pt x="8878" y="1162"/>
                  <a:pt x="9449" y="3734"/>
                </a:cubicBezTo>
                <a:cubicBezTo>
                  <a:pt x="14021" y="24023"/>
                  <a:pt x="120797" y="501416"/>
                  <a:pt x="129655" y="568567"/>
                </a:cubicBezTo>
                <a:cubicBezTo>
                  <a:pt x="138513" y="635242"/>
                  <a:pt x="218332" y="1026053"/>
                  <a:pt x="219190" y="1030053"/>
                </a:cubicBezTo>
                <a:cubicBezTo>
                  <a:pt x="219666" y="1032625"/>
                  <a:pt x="218047" y="1035196"/>
                  <a:pt x="215475" y="1035673"/>
                </a:cubicBezTo>
                <a:cubicBezTo>
                  <a:pt x="215189" y="1035768"/>
                  <a:pt x="214808" y="1035768"/>
                  <a:pt x="214522" y="1035768"/>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8" name="Freeform 58"/>
          <p:cNvSpPr/>
          <p:nvPr/>
        </p:nvSpPr>
        <p:spPr>
          <a:xfrm>
            <a:off x="10524191" y="3967751"/>
            <a:ext cx="153567" cy="226842"/>
          </a:xfrm>
          <a:custGeom>
            <a:avLst/>
            <a:gdLst/>
            <a:ahLst/>
            <a:cxnLst/>
            <a:rect l="l" t="t" r="r" b="b"/>
            <a:pathLst>
              <a:path w="153567" h="226842">
                <a:moveTo>
                  <a:pt x="76324" y="226842"/>
                </a:moveTo>
                <a:cubicBezTo>
                  <a:pt x="75943" y="226842"/>
                  <a:pt x="75562" y="226842"/>
                  <a:pt x="75181" y="226652"/>
                </a:cubicBezTo>
                <a:lnTo>
                  <a:pt x="7363" y="209126"/>
                </a:lnTo>
                <a:cubicBezTo>
                  <a:pt x="5458" y="208650"/>
                  <a:pt x="4029" y="207030"/>
                  <a:pt x="3838" y="205030"/>
                </a:cubicBezTo>
                <a:lnTo>
                  <a:pt x="28" y="169978"/>
                </a:lnTo>
                <a:cubicBezTo>
                  <a:pt x="-257" y="167406"/>
                  <a:pt x="1648" y="165025"/>
                  <a:pt x="4219" y="164739"/>
                </a:cubicBezTo>
                <a:cubicBezTo>
                  <a:pt x="6696" y="164454"/>
                  <a:pt x="9172" y="166359"/>
                  <a:pt x="9458" y="168930"/>
                </a:cubicBezTo>
                <a:lnTo>
                  <a:pt x="12887" y="200648"/>
                </a:lnTo>
                <a:lnTo>
                  <a:pt x="74704" y="216555"/>
                </a:lnTo>
                <a:lnTo>
                  <a:pt x="127854" y="154547"/>
                </a:lnTo>
                <a:lnTo>
                  <a:pt x="143475" y="101779"/>
                </a:lnTo>
                <a:lnTo>
                  <a:pt x="78133" y="7481"/>
                </a:lnTo>
                <a:cubicBezTo>
                  <a:pt x="76609" y="5291"/>
                  <a:pt x="77181" y="2338"/>
                  <a:pt x="79372" y="814"/>
                </a:cubicBezTo>
                <a:cubicBezTo>
                  <a:pt x="81562" y="-615"/>
                  <a:pt x="84515" y="-138"/>
                  <a:pt x="86039" y="2052"/>
                </a:cubicBezTo>
                <a:lnTo>
                  <a:pt x="152714" y="98255"/>
                </a:lnTo>
                <a:cubicBezTo>
                  <a:pt x="153571" y="99398"/>
                  <a:pt x="153762" y="100922"/>
                  <a:pt x="153381" y="102350"/>
                </a:cubicBezTo>
                <a:lnTo>
                  <a:pt x="136807" y="158358"/>
                </a:lnTo>
                <a:cubicBezTo>
                  <a:pt x="136617" y="159024"/>
                  <a:pt x="136331" y="159596"/>
                  <a:pt x="135855" y="160072"/>
                </a:cubicBezTo>
                <a:lnTo>
                  <a:pt x="80134" y="225128"/>
                </a:lnTo>
                <a:cubicBezTo>
                  <a:pt x="79086" y="226176"/>
                  <a:pt x="77752" y="226842"/>
                  <a:pt x="76324" y="22684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59" name="Freeform 59"/>
          <p:cNvSpPr/>
          <p:nvPr/>
        </p:nvSpPr>
        <p:spPr>
          <a:xfrm>
            <a:off x="10276053" y="3169055"/>
            <a:ext cx="80009" cy="571861"/>
          </a:xfrm>
          <a:custGeom>
            <a:avLst/>
            <a:gdLst/>
            <a:ahLst/>
            <a:cxnLst/>
            <a:rect l="l" t="t" r="r" b="b"/>
            <a:pathLst>
              <a:path w="80009" h="571861">
                <a:moveTo>
                  <a:pt x="75287" y="571862"/>
                </a:moveTo>
                <a:cubicBezTo>
                  <a:pt x="75192" y="571862"/>
                  <a:pt x="75001" y="571862"/>
                  <a:pt x="74906" y="571862"/>
                </a:cubicBezTo>
                <a:cubicBezTo>
                  <a:pt x="72239" y="571671"/>
                  <a:pt x="70334" y="569385"/>
                  <a:pt x="70524" y="566718"/>
                </a:cubicBezTo>
                <a:cubicBezTo>
                  <a:pt x="72429" y="542716"/>
                  <a:pt x="11184" y="257442"/>
                  <a:pt x="1373" y="216865"/>
                </a:cubicBezTo>
                <a:cubicBezTo>
                  <a:pt x="-6628" y="183623"/>
                  <a:pt x="22899" y="11316"/>
                  <a:pt x="24138" y="3981"/>
                </a:cubicBezTo>
                <a:cubicBezTo>
                  <a:pt x="24614" y="1410"/>
                  <a:pt x="27090" y="-400"/>
                  <a:pt x="29662" y="76"/>
                </a:cubicBezTo>
                <a:cubicBezTo>
                  <a:pt x="32234" y="553"/>
                  <a:pt x="34044" y="3029"/>
                  <a:pt x="33567" y="5601"/>
                </a:cubicBezTo>
                <a:cubicBezTo>
                  <a:pt x="22995" y="66942"/>
                  <a:pt x="4611" y="189528"/>
                  <a:pt x="10612" y="214579"/>
                </a:cubicBezTo>
                <a:cubicBezTo>
                  <a:pt x="18613" y="247536"/>
                  <a:pt x="82145" y="540429"/>
                  <a:pt x="79954" y="567480"/>
                </a:cubicBezTo>
                <a:cubicBezTo>
                  <a:pt x="79764" y="569957"/>
                  <a:pt x="77668" y="571862"/>
                  <a:pt x="75287" y="57186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0" name="Freeform 60"/>
          <p:cNvSpPr/>
          <p:nvPr/>
        </p:nvSpPr>
        <p:spPr>
          <a:xfrm>
            <a:off x="9639918" y="3172084"/>
            <a:ext cx="183451" cy="410337"/>
          </a:xfrm>
          <a:custGeom>
            <a:avLst/>
            <a:gdLst/>
            <a:ahLst/>
            <a:cxnLst/>
            <a:rect l="l" t="t" r="r" b="b"/>
            <a:pathLst>
              <a:path w="183451" h="410337">
                <a:moveTo>
                  <a:pt x="183452" y="0"/>
                </a:moveTo>
                <a:cubicBezTo>
                  <a:pt x="183452" y="0"/>
                  <a:pt x="126206" y="237077"/>
                  <a:pt x="83153" y="312325"/>
                </a:cubicBezTo>
                <a:cubicBezTo>
                  <a:pt x="65722" y="342805"/>
                  <a:pt x="0" y="410337"/>
                  <a:pt x="0" y="410337"/>
                </a:cubicBezTo>
                <a:lnTo>
                  <a:pt x="8191" y="343567"/>
                </a:lnTo>
                <a:lnTo>
                  <a:pt x="21717" y="274130"/>
                </a:lnTo>
                <a:cubicBezTo>
                  <a:pt x="21717" y="274130"/>
                  <a:pt x="81439" y="184213"/>
                  <a:pt x="106871" y="144780"/>
                </a:cubicBezTo>
                <a:cubicBezTo>
                  <a:pt x="132398" y="105251"/>
                  <a:pt x="183452" y="0"/>
                  <a:pt x="183452" y="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1" name="Freeform 61"/>
          <p:cNvSpPr/>
          <p:nvPr/>
        </p:nvSpPr>
        <p:spPr>
          <a:xfrm>
            <a:off x="9578642" y="2955263"/>
            <a:ext cx="187323" cy="240157"/>
          </a:xfrm>
          <a:custGeom>
            <a:avLst/>
            <a:gdLst/>
            <a:ahLst/>
            <a:cxnLst/>
            <a:rect l="l" t="t" r="r" b="b"/>
            <a:pathLst>
              <a:path w="187323" h="240157">
                <a:moveTo>
                  <a:pt x="4793" y="240157"/>
                </a:moveTo>
                <a:cubicBezTo>
                  <a:pt x="3840" y="240157"/>
                  <a:pt x="2888" y="239872"/>
                  <a:pt x="2030" y="239300"/>
                </a:cubicBezTo>
                <a:cubicBezTo>
                  <a:pt x="-160" y="237776"/>
                  <a:pt x="-637" y="234824"/>
                  <a:pt x="887" y="232633"/>
                </a:cubicBezTo>
                <a:cubicBezTo>
                  <a:pt x="6602" y="224537"/>
                  <a:pt x="142048" y="34036"/>
                  <a:pt x="179386" y="1175"/>
                </a:cubicBezTo>
                <a:cubicBezTo>
                  <a:pt x="181386" y="-539"/>
                  <a:pt x="184339" y="-349"/>
                  <a:pt x="186149" y="1556"/>
                </a:cubicBezTo>
                <a:cubicBezTo>
                  <a:pt x="187863" y="3557"/>
                  <a:pt x="187673" y="6509"/>
                  <a:pt x="185768" y="8319"/>
                </a:cubicBezTo>
                <a:cubicBezTo>
                  <a:pt x="149287" y="40513"/>
                  <a:pt x="10127" y="236252"/>
                  <a:pt x="8793" y="238157"/>
                </a:cubicBezTo>
                <a:cubicBezTo>
                  <a:pt x="7745" y="239491"/>
                  <a:pt x="6317" y="240157"/>
                  <a:pt x="4793" y="240157"/>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9757388" y="2956765"/>
            <a:ext cx="142432" cy="82719"/>
          </a:xfrm>
          <a:custGeom>
            <a:avLst/>
            <a:gdLst/>
            <a:ahLst/>
            <a:cxnLst/>
            <a:rect l="l" t="t" r="r" b="b"/>
            <a:pathLst>
              <a:path w="142432" h="82719">
                <a:moveTo>
                  <a:pt x="47408" y="18057"/>
                </a:moveTo>
                <a:cubicBezTo>
                  <a:pt x="47408" y="18057"/>
                  <a:pt x="6450" y="-10042"/>
                  <a:pt x="164" y="3864"/>
                </a:cubicBezTo>
                <a:cubicBezTo>
                  <a:pt x="-5456" y="16247"/>
                  <a:pt x="135514" y="93304"/>
                  <a:pt x="141515" y="81493"/>
                </a:cubicBezTo>
                <a:cubicBezTo>
                  <a:pt x="147420" y="69682"/>
                  <a:pt x="123417" y="58824"/>
                  <a:pt x="109606" y="51870"/>
                </a:cubicBezTo>
                <a:cubicBezTo>
                  <a:pt x="95795" y="45012"/>
                  <a:pt x="47408" y="18057"/>
                  <a:pt x="47408" y="18057"/>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3" name="Freeform 63"/>
          <p:cNvSpPr/>
          <p:nvPr/>
        </p:nvSpPr>
        <p:spPr>
          <a:xfrm>
            <a:off x="9774989" y="2710633"/>
            <a:ext cx="140591" cy="317909"/>
          </a:xfrm>
          <a:custGeom>
            <a:avLst/>
            <a:gdLst/>
            <a:ahLst/>
            <a:cxnLst/>
            <a:rect l="l" t="t" r="r" b="b"/>
            <a:pathLst>
              <a:path w="140591" h="317909">
                <a:moveTo>
                  <a:pt x="13424" y="267713"/>
                </a:moveTo>
                <a:cubicBezTo>
                  <a:pt x="13424" y="267713"/>
                  <a:pt x="-7436" y="168176"/>
                  <a:pt x="2851" y="130457"/>
                </a:cubicBezTo>
                <a:cubicBezTo>
                  <a:pt x="13043" y="92834"/>
                  <a:pt x="66478" y="25492"/>
                  <a:pt x="71907" y="8442"/>
                </a:cubicBezTo>
                <a:cubicBezTo>
                  <a:pt x="77336" y="-8512"/>
                  <a:pt x="97244" y="2537"/>
                  <a:pt x="94196" y="19872"/>
                </a:cubicBezTo>
                <a:cubicBezTo>
                  <a:pt x="91148" y="37208"/>
                  <a:pt x="72098" y="71879"/>
                  <a:pt x="72098" y="71879"/>
                </a:cubicBezTo>
                <a:cubicBezTo>
                  <a:pt x="72098" y="71879"/>
                  <a:pt x="121151" y="8633"/>
                  <a:pt x="122294" y="29016"/>
                </a:cubicBezTo>
                <a:cubicBezTo>
                  <a:pt x="123437" y="49400"/>
                  <a:pt x="114103" y="84356"/>
                  <a:pt x="107340" y="93215"/>
                </a:cubicBezTo>
                <a:cubicBezTo>
                  <a:pt x="100577" y="102073"/>
                  <a:pt x="142964" y="51781"/>
                  <a:pt x="140487" y="81975"/>
                </a:cubicBezTo>
                <a:cubicBezTo>
                  <a:pt x="138011" y="112169"/>
                  <a:pt x="88862" y="169700"/>
                  <a:pt x="91433" y="185321"/>
                </a:cubicBezTo>
                <a:cubicBezTo>
                  <a:pt x="94005" y="200942"/>
                  <a:pt x="114960" y="210372"/>
                  <a:pt x="120961" y="241424"/>
                </a:cubicBezTo>
                <a:cubicBezTo>
                  <a:pt x="126962" y="272380"/>
                  <a:pt x="108007" y="317909"/>
                  <a:pt x="108007" y="317909"/>
                </a:cubicBezTo>
                <a:lnTo>
                  <a:pt x="13424" y="267713"/>
                </a:lnTo>
                <a:close/>
              </a:path>
            </a:pathLst>
          </a:custGeom>
          <a:solidFill>
            <a:srgbClr val="FFBFBE"/>
          </a:solidFill>
          <a:ln cap="flat">
            <a:prstDash val="solid"/>
          </a:ln>
        </p:spPr>
        <p:txBody>
          <a:bodyPr vert="horz" lIns="91440" tIns="45720" rIns="91440" bIns="45720" anchor="ctr">
            <a:normAutofit/>
          </a:bodyPr>
          <a:lstStyle/>
          <a:p>
            <a:pPr marL="0" algn="l"/>
            <a:endParaRPr/>
          </a:p>
        </p:txBody>
      </p:sp>
      <p:sp>
        <p:nvSpPr>
          <p:cNvPr id="64" name="Freeform 64"/>
          <p:cNvSpPr/>
          <p:nvPr/>
        </p:nvSpPr>
        <p:spPr>
          <a:xfrm>
            <a:off x="10174937" y="5081846"/>
            <a:ext cx="293369" cy="738473"/>
          </a:xfrm>
          <a:custGeom>
            <a:avLst/>
            <a:gdLst/>
            <a:ahLst/>
            <a:cxnLst/>
            <a:rect l="l" t="t" r="r" b="b"/>
            <a:pathLst>
              <a:path w="293369" h="738473">
                <a:moveTo>
                  <a:pt x="238601" y="0"/>
                </a:moveTo>
                <a:cubicBezTo>
                  <a:pt x="211455" y="14954"/>
                  <a:pt x="176117" y="34195"/>
                  <a:pt x="138684" y="52959"/>
                </a:cubicBezTo>
                <a:cubicBezTo>
                  <a:pt x="91154" y="76867"/>
                  <a:pt x="32290" y="64294"/>
                  <a:pt x="0" y="54483"/>
                </a:cubicBezTo>
                <a:cubicBezTo>
                  <a:pt x="78677" y="349282"/>
                  <a:pt x="163449" y="662273"/>
                  <a:pt x="184023" y="738473"/>
                </a:cubicBezTo>
                <a:lnTo>
                  <a:pt x="293370" y="672846"/>
                </a:lnTo>
                <a:cubicBezTo>
                  <a:pt x="285940" y="572548"/>
                  <a:pt x="262414" y="221552"/>
                  <a:pt x="238601" y="0"/>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5" name="Freeform 65"/>
          <p:cNvSpPr/>
          <p:nvPr/>
        </p:nvSpPr>
        <p:spPr>
          <a:xfrm>
            <a:off x="9668834" y="5733589"/>
            <a:ext cx="322117" cy="301125"/>
          </a:xfrm>
          <a:custGeom>
            <a:avLst/>
            <a:gdLst/>
            <a:ahLst/>
            <a:cxnLst/>
            <a:rect l="l" t="t" r="r" b="b"/>
            <a:pathLst>
              <a:path w="322117" h="301125">
                <a:moveTo>
                  <a:pt x="167871" y="20151"/>
                </a:moveTo>
                <a:cubicBezTo>
                  <a:pt x="159775" y="18627"/>
                  <a:pt x="148440" y="123211"/>
                  <a:pt x="115483" y="155120"/>
                </a:cubicBezTo>
                <a:cubicBezTo>
                  <a:pt x="82622" y="187029"/>
                  <a:pt x="-27106" y="293899"/>
                  <a:pt x="6232" y="300281"/>
                </a:cubicBezTo>
                <a:cubicBezTo>
                  <a:pt x="39569" y="306663"/>
                  <a:pt x="280075" y="275611"/>
                  <a:pt x="314175" y="249418"/>
                </a:cubicBezTo>
                <a:cubicBezTo>
                  <a:pt x="333892" y="234273"/>
                  <a:pt x="311603" y="179599"/>
                  <a:pt x="304174" y="121878"/>
                </a:cubicBezTo>
                <a:cubicBezTo>
                  <a:pt x="298744" y="79587"/>
                  <a:pt x="296744" y="16436"/>
                  <a:pt x="291696" y="7102"/>
                </a:cubicBezTo>
                <a:cubicBezTo>
                  <a:pt x="279790" y="-14997"/>
                  <a:pt x="175967" y="21675"/>
                  <a:pt x="167871" y="20151"/>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6" name="Freeform 66"/>
          <p:cNvSpPr/>
          <p:nvPr/>
        </p:nvSpPr>
        <p:spPr>
          <a:xfrm>
            <a:off x="10229729" y="5680701"/>
            <a:ext cx="279164" cy="324785"/>
          </a:xfrm>
          <a:custGeom>
            <a:avLst/>
            <a:gdLst/>
            <a:ahLst/>
            <a:cxnLst/>
            <a:rect l="l" t="t" r="r" b="b"/>
            <a:pathLst>
              <a:path w="279164" h="324785">
                <a:moveTo>
                  <a:pt x="103228" y="34558"/>
                </a:moveTo>
                <a:cubicBezTo>
                  <a:pt x="94942" y="34654"/>
                  <a:pt x="111039" y="142096"/>
                  <a:pt x="84940" y="179910"/>
                </a:cubicBezTo>
                <a:cubicBezTo>
                  <a:pt x="58842" y="217724"/>
                  <a:pt x="-26026" y="325071"/>
                  <a:pt x="7883" y="324785"/>
                </a:cubicBezTo>
                <a:cubicBezTo>
                  <a:pt x="41887" y="324499"/>
                  <a:pt x="243817" y="293162"/>
                  <a:pt x="272202" y="260682"/>
                </a:cubicBezTo>
                <a:cubicBezTo>
                  <a:pt x="288585" y="241918"/>
                  <a:pt x="274393" y="180672"/>
                  <a:pt x="246961" y="115711"/>
                </a:cubicBezTo>
                <a:cubicBezTo>
                  <a:pt x="230387" y="76468"/>
                  <a:pt x="239722" y="12555"/>
                  <a:pt x="233054" y="4459"/>
                </a:cubicBezTo>
                <a:cubicBezTo>
                  <a:pt x="217052" y="-14781"/>
                  <a:pt x="111420" y="34463"/>
                  <a:pt x="103228" y="34558"/>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10124931" y="4820957"/>
            <a:ext cx="116776" cy="51131"/>
          </a:xfrm>
          <a:custGeom>
            <a:avLst/>
            <a:gdLst/>
            <a:ahLst/>
            <a:cxnLst/>
            <a:rect l="l" t="t" r="r" b="b"/>
            <a:pathLst>
              <a:path w="116776" h="51131">
                <a:moveTo>
                  <a:pt x="0" y="20003"/>
                </a:moveTo>
                <a:cubicBezTo>
                  <a:pt x="0" y="20003"/>
                  <a:pt x="29146" y="32766"/>
                  <a:pt x="60769" y="22384"/>
                </a:cubicBezTo>
                <a:cubicBezTo>
                  <a:pt x="92297" y="12002"/>
                  <a:pt x="116777" y="0"/>
                  <a:pt x="116777" y="0"/>
                </a:cubicBezTo>
                <a:cubicBezTo>
                  <a:pt x="116777" y="0"/>
                  <a:pt x="83629" y="44005"/>
                  <a:pt x="52102" y="50387"/>
                </a:cubicBezTo>
                <a:cubicBezTo>
                  <a:pt x="20479" y="56769"/>
                  <a:pt x="0" y="20003"/>
                  <a:pt x="0" y="20003"/>
                </a:cubicBezTo>
                <a:close/>
              </a:path>
            </a:pathLst>
          </a:custGeom>
          <a:solidFill>
            <a:srgbClr val="EF5E7F"/>
          </a:solidFill>
          <a:ln cap="flat">
            <a:prstDash val="solid"/>
          </a:ln>
        </p:spPr>
        <p:txBody>
          <a:bodyPr vert="horz" lIns="91440" tIns="45720" rIns="91440" bIns="45720" anchor="ctr">
            <a:normAutofit/>
          </a:bodyPr>
          <a:lstStyle/>
          <a:p>
            <a:pPr marL="0" algn="l"/>
            <a:endParaRPr/>
          </a:p>
        </p:txBody>
      </p:sp>
      <p:sp>
        <p:nvSpPr>
          <p:cNvPr id="68" name="Freeform 68"/>
          <p:cNvSpPr/>
          <p:nvPr/>
        </p:nvSpPr>
        <p:spPr>
          <a:xfrm>
            <a:off x="10189606" y="5163095"/>
            <a:ext cx="240125" cy="123585"/>
          </a:xfrm>
          <a:custGeom>
            <a:avLst/>
            <a:gdLst/>
            <a:ahLst/>
            <a:cxnLst/>
            <a:rect l="l" t="t" r="r" b="b"/>
            <a:pathLst>
              <a:path w="240125" h="123585">
                <a:moveTo>
                  <a:pt x="231648" y="0"/>
                </a:moveTo>
                <a:cubicBezTo>
                  <a:pt x="208883" y="14192"/>
                  <a:pt x="173736" y="33242"/>
                  <a:pt x="133826" y="42101"/>
                </a:cubicBezTo>
                <a:cubicBezTo>
                  <a:pt x="101632" y="49340"/>
                  <a:pt x="42386" y="37243"/>
                  <a:pt x="0" y="27337"/>
                </a:cubicBezTo>
                <a:cubicBezTo>
                  <a:pt x="9811" y="64103"/>
                  <a:pt x="13049" y="76105"/>
                  <a:pt x="22765" y="112300"/>
                </a:cubicBezTo>
                <a:cubicBezTo>
                  <a:pt x="51244" y="118586"/>
                  <a:pt x="87344" y="124587"/>
                  <a:pt x="120396" y="123444"/>
                </a:cubicBezTo>
                <a:cubicBezTo>
                  <a:pt x="163354" y="122016"/>
                  <a:pt x="211741" y="101822"/>
                  <a:pt x="240125" y="88392"/>
                </a:cubicBezTo>
                <a:cubicBezTo>
                  <a:pt x="237268" y="57150"/>
                  <a:pt x="234410" y="29433"/>
                  <a:pt x="231648" y="0"/>
                </a:cubicBezTo>
                <a:close/>
              </a:path>
            </a:pathLst>
          </a:custGeom>
          <a:solidFill>
            <a:srgbClr val="FC9F07"/>
          </a:solidFill>
          <a:ln cap="flat">
            <a:prstDash val="solid"/>
          </a:ln>
        </p:spPr>
        <p:txBody>
          <a:bodyPr vert="horz" lIns="91440" tIns="45720" rIns="91440" bIns="45720" anchor="ctr">
            <a:normAutofit/>
          </a:bodyPr>
          <a:lstStyle/>
          <a:p>
            <a:pPr marL="0" algn="l"/>
            <a:endParaRPr/>
          </a:p>
        </p:txBody>
      </p:sp>
      <p:sp>
        <p:nvSpPr>
          <p:cNvPr id="69" name="Freeform 69"/>
          <p:cNvSpPr/>
          <p:nvPr/>
        </p:nvSpPr>
        <p:spPr>
          <a:xfrm>
            <a:off x="9953835" y="3261444"/>
            <a:ext cx="307690" cy="89614"/>
          </a:xfrm>
          <a:custGeom>
            <a:avLst/>
            <a:gdLst/>
            <a:ahLst/>
            <a:cxnLst/>
            <a:rect l="l" t="t" r="r" b="b"/>
            <a:pathLst>
              <a:path w="307690" h="89614">
                <a:moveTo>
                  <a:pt x="218531" y="89614"/>
                </a:moveTo>
                <a:cubicBezTo>
                  <a:pt x="153856" y="89614"/>
                  <a:pt x="66988" y="83328"/>
                  <a:pt x="4313" y="77994"/>
                </a:cubicBezTo>
                <a:cubicBezTo>
                  <a:pt x="1742" y="77803"/>
                  <a:pt x="-259" y="75422"/>
                  <a:pt x="27" y="72850"/>
                </a:cubicBezTo>
                <a:cubicBezTo>
                  <a:pt x="218" y="70183"/>
                  <a:pt x="2599" y="68469"/>
                  <a:pt x="5171" y="68469"/>
                </a:cubicBezTo>
                <a:cubicBezTo>
                  <a:pt x="141759" y="80185"/>
                  <a:pt x="288730" y="84947"/>
                  <a:pt x="298350" y="72755"/>
                </a:cubicBezTo>
                <a:cubicBezTo>
                  <a:pt x="293873" y="59992"/>
                  <a:pt x="175382" y="30274"/>
                  <a:pt x="63178" y="9414"/>
                </a:cubicBezTo>
                <a:cubicBezTo>
                  <a:pt x="60606" y="8938"/>
                  <a:pt x="58892" y="6461"/>
                  <a:pt x="59368" y="3889"/>
                </a:cubicBezTo>
                <a:cubicBezTo>
                  <a:pt x="59844" y="1318"/>
                  <a:pt x="62416" y="-397"/>
                  <a:pt x="64892" y="79"/>
                </a:cubicBezTo>
                <a:cubicBezTo>
                  <a:pt x="87752" y="4366"/>
                  <a:pt x="288730" y="42370"/>
                  <a:pt x="305875" y="67993"/>
                </a:cubicBezTo>
                <a:cubicBezTo>
                  <a:pt x="307875" y="70945"/>
                  <a:pt x="307875" y="73517"/>
                  <a:pt x="307494" y="75137"/>
                </a:cubicBezTo>
                <a:cubicBezTo>
                  <a:pt x="305208" y="85900"/>
                  <a:pt x="268442" y="89614"/>
                  <a:pt x="218531" y="8961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10315345" y="4180864"/>
            <a:ext cx="185987" cy="1688985"/>
          </a:xfrm>
          <a:custGeom>
            <a:avLst/>
            <a:gdLst/>
            <a:ahLst/>
            <a:cxnLst/>
            <a:rect l="l" t="t" r="r" b="b"/>
            <a:pathLst>
              <a:path w="185987" h="1688985">
                <a:moveTo>
                  <a:pt x="181251" y="1688986"/>
                </a:moveTo>
                <a:cubicBezTo>
                  <a:pt x="179251" y="1688986"/>
                  <a:pt x="177441" y="1687747"/>
                  <a:pt x="176774" y="1685747"/>
                </a:cubicBezTo>
                <a:cubicBezTo>
                  <a:pt x="175631" y="1682413"/>
                  <a:pt x="148675" y="1604594"/>
                  <a:pt x="147056" y="1588973"/>
                </a:cubicBezTo>
                <a:cubicBezTo>
                  <a:pt x="139817" y="1521441"/>
                  <a:pt x="124863" y="1337513"/>
                  <a:pt x="110290" y="1159681"/>
                </a:cubicBezTo>
                <a:cubicBezTo>
                  <a:pt x="94859" y="971182"/>
                  <a:pt x="80381" y="793159"/>
                  <a:pt x="76000" y="763060"/>
                </a:cubicBezTo>
                <a:cubicBezTo>
                  <a:pt x="70856" y="727723"/>
                  <a:pt x="47044" y="675811"/>
                  <a:pt x="27994" y="634092"/>
                </a:cubicBezTo>
                <a:cubicBezTo>
                  <a:pt x="9039" y="592753"/>
                  <a:pt x="-1534" y="568941"/>
                  <a:pt x="181" y="558368"/>
                </a:cubicBezTo>
                <a:cubicBezTo>
                  <a:pt x="3705" y="537318"/>
                  <a:pt x="35900" y="9823"/>
                  <a:pt x="36185" y="4489"/>
                </a:cubicBezTo>
                <a:cubicBezTo>
                  <a:pt x="36376" y="1822"/>
                  <a:pt x="38662" y="-178"/>
                  <a:pt x="41234" y="13"/>
                </a:cubicBezTo>
                <a:cubicBezTo>
                  <a:pt x="43900" y="203"/>
                  <a:pt x="45901" y="2394"/>
                  <a:pt x="45710" y="5061"/>
                </a:cubicBezTo>
                <a:cubicBezTo>
                  <a:pt x="44377" y="26873"/>
                  <a:pt x="13230" y="538366"/>
                  <a:pt x="9611" y="559892"/>
                </a:cubicBezTo>
                <a:cubicBezTo>
                  <a:pt x="8277" y="568084"/>
                  <a:pt x="22660" y="599611"/>
                  <a:pt x="36662" y="630091"/>
                </a:cubicBezTo>
                <a:cubicBezTo>
                  <a:pt x="55997" y="672382"/>
                  <a:pt x="80096" y="724960"/>
                  <a:pt x="85429" y="761632"/>
                </a:cubicBezTo>
                <a:cubicBezTo>
                  <a:pt x="89906" y="791921"/>
                  <a:pt x="104384" y="970134"/>
                  <a:pt x="119815" y="1158824"/>
                </a:cubicBezTo>
                <a:cubicBezTo>
                  <a:pt x="134293" y="1336656"/>
                  <a:pt x="149342" y="1520488"/>
                  <a:pt x="156486" y="1587925"/>
                </a:cubicBezTo>
                <a:cubicBezTo>
                  <a:pt x="157724" y="1599927"/>
                  <a:pt x="178013" y="1660315"/>
                  <a:pt x="185728" y="1682604"/>
                </a:cubicBezTo>
                <a:cubicBezTo>
                  <a:pt x="186585" y="1685080"/>
                  <a:pt x="185251" y="1687843"/>
                  <a:pt x="182775" y="1688700"/>
                </a:cubicBezTo>
                <a:cubicBezTo>
                  <a:pt x="182299" y="1688890"/>
                  <a:pt x="181822" y="1688986"/>
                  <a:pt x="181251" y="1688986"/>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1" name="Freeform 71"/>
          <p:cNvSpPr/>
          <p:nvPr/>
        </p:nvSpPr>
        <p:spPr>
          <a:xfrm>
            <a:off x="10168212" y="5082238"/>
            <a:ext cx="243008" cy="72950"/>
          </a:xfrm>
          <a:custGeom>
            <a:avLst/>
            <a:gdLst/>
            <a:ahLst/>
            <a:cxnLst/>
            <a:rect l="l" t="t" r="r" b="b"/>
            <a:pathLst>
              <a:path w="243008" h="72950">
                <a:moveTo>
                  <a:pt x="79877" y="72951"/>
                </a:moveTo>
                <a:cubicBezTo>
                  <a:pt x="47111" y="72951"/>
                  <a:pt x="9963" y="67331"/>
                  <a:pt x="1010" y="55806"/>
                </a:cubicBezTo>
                <a:cubicBezTo>
                  <a:pt x="-609" y="53711"/>
                  <a:pt x="-228" y="50758"/>
                  <a:pt x="1772" y="49138"/>
                </a:cubicBezTo>
                <a:cubicBezTo>
                  <a:pt x="3867" y="47519"/>
                  <a:pt x="6820" y="47900"/>
                  <a:pt x="8439" y="49900"/>
                </a:cubicBezTo>
                <a:cubicBezTo>
                  <a:pt x="17869" y="61997"/>
                  <a:pt x="91307" y="68093"/>
                  <a:pt x="120644" y="59140"/>
                </a:cubicBezTo>
                <a:cubicBezTo>
                  <a:pt x="148933" y="50567"/>
                  <a:pt x="235039" y="1228"/>
                  <a:pt x="235897" y="656"/>
                </a:cubicBezTo>
                <a:cubicBezTo>
                  <a:pt x="238182" y="-677"/>
                  <a:pt x="241040" y="85"/>
                  <a:pt x="242373" y="2371"/>
                </a:cubicBezTo>
                <a:cubicBezTo>
                  <a:pt x="243707" y="4657"/>
                  <a:pt x="242850" y="7514"/>
                  <a:pt x="240659" y="8848"/>
                </a:cubicBezTo>
                <a:cubicBezTo>
                  <a:pt x="237039" y="10943"/>
                  <a:pt x="152743" y="59235"/>
                  <a:pt x="123406" y="68188"/>
                </a:cubicBezTo>
                <a:cubicBezTo>
                  <a:pt x="113310" y="71332"/>
                  <a:pt x="97212" y="72951"/>
                  <a:pt x="79877" y="72951"/>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2" name="Freeform 72"/>
          <p:cNvSpPr/>
          <p:nvPr/>
        </p:nvSpPr>
        <p:spPr>
          <a:xfrm>
            <a:off x="9795351" y="5235331"/>
            <a:ext cx="210917" cy="32158"/>
          </a:xfrm>
          <a:custGeom>
            <a:avLst/>
            <a:gdLst/>
            <a:ahLst/>
            <a:cxnLst/>
            <a:rect l="l" t="t" r="r" b="b"/>
            <a:pathLst>
              <a:path w="210917" h="32158">
                <a:moveTo>
                  <a:pt x="110790" y="32158"/>
                </a:moveTo>
                <a:cubicBezTo>
                  <a:pt x="78120" y="32158"/>
                  <a:pt x="6492" y="10250"/>
                  <a:pt x="3348" y="9298"/>
                </a:cubicBezTo>
                <a:cubicBezTo>
                  <a:pt x="872" y="8536"/>
                  <a:pt x="-557" y="5869"/>
                  <a:pt x="205" y="3392"/>
                </a:cubicBezTo>
                <a:cubicBezTo>
                  <a:pt x="967" y="821"/>
                  <a:pt x="3634" y="-608"/>
                  <a:pt x="6111" y="249"/>
                </a:cubicBezTo>
                <a:cubicBezTo>
                  <a:pt x="6873" y="535"/>
                  <a:pt x="85073" y="24443"/>
                  <a:pt x="113838" y="22633"/>
                </a:cubicBezTo>
                <a:cubicBezTo>
                  <a:pt x="143176" y="20823"/>
                  <a:pt x="204517" y="7012"/>
                  <a:pt x="205088" y="6821"/>
                </a:cubicBezTo>
                <a:cubicBezTo>
                  <a:pt x="207660" y="6155"/>
                  <a:pt x="210232" y="7869"/>
                  <a:pt x="210803" y="10441"/>
                </a:cubicBezTo>
                <a:cubicBezTo>
                  <a:pt x="211375" y="13013"/>
                  <a:pt x="209755" y="15584"/>
                  <a:pt x="207184" y="16156"/>
                </a:cubicBezTo>
                <a:cubicBezTo>
                  <a:pt x="204612" y="16728"/>
                  <a:pt x="144509" y="30348"/>
                  <a:pt x="114410" y="32158"/>
                </a:cubicBezTo>
                <a:cubicBezTo>
                  <a:pt x="113362" y="32158"/>
                  <a:pt x="112124" y="32158"/>
                  <a:pt x="110790" y="32158"/>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3" name="Freeform 73"/>
          <p:cNvSpPr/>
          <p:nvPr/>
        </p:nvSpPr>
        <p:spPr>
          <a:xfrm>
            <a:off x="9805272" y="5309018"/>
            <a:ext cx="192214" cy="87430"/>
          </a:xfrm>
          <a:custGeom>
            <a:avLst/>
            <a:gdLst/>
            <a:ahLst/>
            <a:cxnLst/>
            <a:rect l="l" t="t" r="r" b="b"/>
            <a:pathLst>
              <a:path w="192214" h="87430">
                <a:moveTo>
                  <a:pt x="192215" y="0"/>
                </a:moveTo>
                <a:cubicBezTo>
                  <a:pt x="161449" y="7906"/>
                  <a:pt x="111919" y="20384"/>
                  <a:pt x="81058" y="24289"/>
                </a:cubicBezTo>
                <a:cubicBezTo>
                  <a:pt x="51816" y="28004"/>
                  <a:pt x="20860" y="16669"/>
                  <a:pt x="0" y="7906"/>
                </a:cubicBezTo>
                <a:cubicBezTo>
                  <a:pt x="1333" y="28385"/>
                  <a:pt x="2286" y="45815"/>
                  <a:pt x="3524" y="66199"/>
                </a:cubicBezTo>
                <a:cubicBezTo>
                  <a:pt x="22574" y="72009"/>
                  <a:pt x="49244" y="80296"/>
                  <a:pt x="70199" y="85535"/>
                </a:cubicBezTo>
                <a:cubicBezTo>
                  <a:pt x="91345" y="90869"/>
                  <a:pt x="150876" y="83725"/>
                  <a:pt x="186119" y="79153"/>
                </a:cubicBezTo>
                <a:cubicBezTo>
                  <a:pt x="188404" y="52959"/>
                  <a:pt x="190309" y="26575"/>
                  <a:pt x="192215" y="0"/>
                </a:cubicBezTo>
                <a:close/>
              </a:path>
            </a:pathLst>
          </a:custGeom>
          <a:solidFill>
            <a:srgbClr val="FC9F07"/>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9947418" y="4266646"/>
            <a:ext cx="71788" cy="723569"/>
          </a:xfrm>
          <a:custGeom>
            <a:avLst/>
            <a:gdLst/>
            <a:ahLst/>
            <a:cxnLst/>
            <a:rect l="l" t="t" r="r" b="b"/>
            <a:pathLst>
              <a:path w="71788" h="723569">
                <a:moveTo>
                  <a:pt x="67023" y="723570"/>
                </a:moveTo>
                <a:cubicBezTo>
                  <a:pt x="64452" y="723570"/>
                  <a:pt x="62356" y="721569"/>
                  <a:pt x="62261" y="718902"/>
                </a:cubicBezTo>
                <a:cubicBezTo>
                  <a:pt x="62261" y="717950"/>
                  <a:pt x="59308" y="618795"/>
                  <a:pt x="57784" y="584314"/>
                </a:cubicBezTo>
                <a:cubicBezTo>
                  <a:pt x="56355" y="550310"/>
                  <a:pt x="729" y="330283"/>
                  <a:pt x="158" y="328092"/>
                </a:cubicBezTo>
                <a:cubicBezTo>
                  <a:pt x="-33" y="327425"/>
                  <a:pt x="-33" y="326853"/>
                  <a:pt x="63" y="326187"/>
                </a:cubicBezTo>
                <a:lnTo>
                  <a:pt x="51117" y="4051"/>
                </a:lnTo>
                <a:cubicBezTo>
                  <a:pt x="51498" y="1479"/>
                  <a:pt x="53974" y="-330"/>
                  <a:pt x="56546" y="51"/>
                </a:cubicBezTo>
                <a:cubicBezTo>
                  <a:pt x="59118" y="432"/>
                  <a:pt x="60927" y="2908"/>
                  <a:pt x="60546" y="5480"/>
                </a:cubicBezTo>
                <a:lnTo>
                  <a:pt x="9683" y="326663"/>
                </a:lnTo>
                <a:cubicBezTo>
                  <a:pt x="14255" y="344570"/>
                  <a:pt x="65976" y="549738"/>
                  <a:pt x="67309" y="583933"/>
                </a:cubicBezTo>
                <a:cubicBezTo>
                  <a:pt x="68738" y="618509"/>
                  <a:pt x="71786" y="717664"/>
                  <a:pt x="71786" y="718617"/>
                </a:cubicBezTo>
                <a:cubicBezTo>
                  <a:pt x="71881" y="721284"/>
                  <a:pt x="69786" y="723475"/>
                  <a:pt x="67119" y="723475"/>
                </a:cubicBezTo>
                <a:cubicBezTo>
                  <a:pt x="67119" y="723570"/>
                  <a:pt x="67023" y="723570"/>
                  <a:pt x="67023" y="723570"/>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9776878" y="5862604"/>
            <a:ext cx="26803" cy="34106"/>
          </a:xfrm>
          <a:custGeom>
            <a:avLst/>
            <a:gdLst/>
            <a:ahLst/>
            <a:cxnLst/>
            <a:rect l="l" t="t" r="r" b="b"/>
            <a:pathLst>
              <a:path w="26803" h="34106">
                <a:moveTo>
                  <a:pt x="24203" y="34107"/>
                </a:moveTo>
                <a:cubicBezTo>
                  <a:pt x="24203" y="34107"/>
                  <a:pt x="-562" y="28963"/>
                  <a:pt x="10" y="19724"/>
                </a:cubicBezTo>
                <a:cubicBezTo>
                  <a:pt x="581" y="10485"/>
                  <a:pt x="17345" y="674"/>
                  <a:pt x="23822" y="7"/>
                </a:cubicBezTo>
                <a:cubicBezTo>
                  <a:pt x="30299" y="-564"/>
                  <a:pt x="24203" y="34107"/>
                  <a:pt x="24203" y="34107"/>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10315171" y="5786358"/>
            <a:ext cx="137473" cy="78538"/>
          </a:xfrm>
          <a:custGeom>
            <a:avLst/>
            <a:gdLst/>
            <a:ahLst/>
            <a:cxnLst/>
            <a:rect l="l" t="t" r="r" b="b"/>
            <a:pathLst>
              <a:path w="137473" h="78538">
                <a:moveTo>
                  <a:pt x="4737" y="78538"/>
                </a:moveTo>
                <a:cubicBezTo>
                  <a:pt x="3023" y="78538"/>
                  <a:pt x="1403" y="77586"/>
                  <a:pt x="546" y="75966"/>
                </a:cubicBezTo>
                <a:cubicBezTo>
                  <a:pt x="-692" y="73681"/>
                  <a:pt x="260" y="70728"/>
                  <a:pt x="2546" y="69585"/>
                </a:cubicBezTo>
                <a:cubicBezTo>
                  <a:pt x="4928" y="68347"/>
                  <a:pt x="62268" y="38533"/>
                  <a:pt x="88652" y="45582"/>
                </a:cubicBezTo>
                <a:cubicBezTo>
                  <a:pt x="117323" y="53202"/>
                  <a:pt x="125133" y="51011"/>
                  <a:pt x="127229" y="49106"/>
                </a:cubicBezTo>
                <a:cubicBezTo>
                  <a:pt x="127514" y="48820"/>
                  <a:pt x="128276" y="48154"/>
                  <a:pt x="127800" y="45391"/>
                </a:cubicBezTo>
                <a:cubicBezTo>
                  <a:pt x="125228" y="31866"/>
                  <a:pt x="101892" y="7291"/>
                  <a:pt x="73793" y="9577"/>
                </a:cubicBezTo>
                <a:cubicBezTo>
                  <a:pt x="44266" y="11768"/>
                  <a:pt x="12071" y="38724"/>
                  <a:pt x="11690" y="39010"/>
                </a:cubicBezTo>
                <a:cubicBezTo>
                  <a:pt x="9690" y="40724"/>
                  <a:pt x="6642" y="40438"/>
                  <a:pt x="5023" y="38438"/>
                </a:cubicBezTo>
                <a:cubicBezTo>
                  <a:pt x="3308" y="36438"/>
                  <a:pt x="3594" y="33390"/>
                  <a:pt x="5594" y="31771"/>
                </a:cubicBezTo>
                <a:cubicBezTo>
                  <a:pt x="7023" y="30628"/>
                  <a:pt x="40551" y="2624"/>
                  <a:pt x="73127" y="148"/>
                </a:cubicBezTo>
                <a:cubicBezTo>
                  <a:pt x="106274" y="-2234"/>
                  <a:pt x="133515" y="24722"/>
                  <a:pt x="137135" y="43772"/>
                </a:cubicBezTo>
                <a:cubicBezTo>
                  <a:pt x="138373" y="50344"/>
                  <a:pt x="135992" y="54154"/>
                  <a:pt x="133706" y="56250"/>
                </a:cubicBezTo>
                <a:cubicBezTo>
                  <a:pt x="127038" y="62441"/>
                  <a:pt x="112846" y="62060"/>
                  <a:pt x="86176" y="55012"/>
                </a:cubicBezTo>
                <a:cubicBezTo>
                  <a:pt x="67221" y="49963"/>
                  <a:pt x="22549" y="70061"/>
                  <a:pt x="6928" y="78253"/>
                </a:cubicBezTo>
                <a:cubicBezTo>
                  <a:pt x="6261" y="78348"/>
                  <a:pt x="5499" y="78538"/>
                  <a:pt x="4737" y="78538"/>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7" name="Freeform 77"/>
          <p:cNvSpPr/>
          <p:nvPr/>
        </p:nvSpPr>
        <p:spPr>
          <a:xfrm>
            <a:off x="9769662" y="5857417"/>
            <a:ext cx="134705" cy="89204"/>
          </a:xfrm>
          <a:custGeom>
            <a:avLst/>
            <a:gdLst/>
            <a:ahLst/>
            <a:cxnLst/>
            <a:rect l="l" t="t" r="r" b="b"/>
            <a:pathLst>
              <a:path w="134705" h="89204">
                <a:moveTo>
                  <a:pt x="105809" y="89205"/>
                </a:moveTo>
                <a:cubicBezTo>
                  <a:pt x="104666" y="89205"/>
                  <a:pt x="103523" y="88823"/>
                  <a:pt x="102570" y="87966"/>
                </a:cubicBezTo>
                <a:cubicBezTo>
                  <a:pt x="102285" y="87681"/>
                  <a:pt x="73043" y="60534"/>
                  <a:pt x="51802" y="48533"/>
                </a:cubicBezTo>
                <a:cubicBezTo>
                  <a:pt x="42944" y="43580"/>
                  <a:pt x="33895" y="42627"/>
                  <a:pt x="25989" y="41770"/>
                </a:cubicBezTo>
                <a:cubicBezTo>
                  <a:pt x="15226" y="40627"/>
                  <a:pt x="4082" y="39484"/>
                  <a:pt x="558" y="26816"/>
                </a:cubicBezTo>
                <a:cubicBezTo>
                  <a:pt x="-871" y="21482"/>
                  <a:pt x="462" y="16434"/>
                  <a:pt x="4368" y="12243"/>
                </a:cubicBezTo>
                <a:cubicBezTo>
                  <a:pt x="14464" y="1479"/>
                  <a:pt x="42277" y="-2331"/>
                  <a:pt x="60279" y="1384"/>
                </a:cubicBezTo>
                <a:cubicBezTo>
                  <a:pt x="82377" y="6051"/>
                  <a:pt x="130669" y="41198"/>
                  <a:pt x="132765" y="42627"/>
                </a:cubicBezTo>
                <a:cubicBezTo>
                  <a:pt x="134860" y="44151"/>
                  <a:pt x="135336" y="47199"/>
                  <a:pt x="133812" y="49295"/>
                </a:cubicBezTo>
                <a:cubicBezTo>
                  <a:pt x="132288" y="51390"/>
                  <a:pt x="129240" y="51867"/>
                  <a:pt x="127145" y="50343"/>
                </a:cubicBezTo>
                <a:cubicBezTo>
                  <a:pt x="126669" y="49962"/>
                  <a:pt x="78377" y="14910"/>
                  <a:pt x="58374" y="10719"/>
                </a:cubicBezTo>
                <a:cubicBezTo>
                  <a:pt x="41991" y="7289"/>
                  <a:pt x="18274" y="11385"/>
                  <a:pt x="11321" y="18720"/>
                </a:cubicBezTo>
                <a:cubicBezTo>
                  <a:pt x="9225" y="21006"/>
                  <a:pt x="9321" y="22911"/>
                  <a:pt x="9702" y="24244"/>
                </a:cubicBezTo>
                <a:cubicBezTo>
                  <a:pt x="11321" y="30150"/>
                  <a:pt x="15417" y="31102"/>
                  <a:pt x="26847" y="32245"/>
                </a:cubicBezTo>
                <a:cubicBezTo>
                  <a:pt x="35324" y="33102"/>
                  <a:pt x="45801" y="34245"/>
                  <a:pt x="56374" y="40151"/>
                </a:cubicBezTo>
                <a:cubicBezTo>
                  <a:pt x="78663" y="52724"/>
                  <a:pt x="107714" y="79775"/>
                  <a:pt x="108952" y="80918"/>
                </a:cubicBezTo>
                <a:cubicBezTo>
                  <a:pt x="110857" y="82728"/>
                  <a:pt x="110952" y="85680"/>
                  <a:pt x="109238" y="87681"/>
                </a:cubicBezTo>
                <a:cubicBezTo>
                  <a:pt x="108381" y="88633"/>
                  <a:pt x="107047" y="89205"/>
                  <a:pt x="105809" y="8920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8" name="Freeform 78"/>
          <p:cNvSpPr/>
          <p:nvPr/>
        </p:nvSpPr>
        <p:spPr>
          <a:xfrm>
            <a:off x="9948785" y="4977616"/>
            <a:ext cx="70907" cy="790411"/>
          </a:xfrm>
          <a:custGeom>
            <a:avLst/>
            <a:gdLst/>
            <a:ahLst/>
            <a:cxnLst/>
            <a:rect l="l" t="t" r="r" b="b"/>
            <a:pathLst>
              <a:path w="70907" h="790411">
                <a:moveTo>
                  <a:pt x="4791" y="790412"/>
                </a:moveTo>
                <a:cubicBezTo>
                  <a:pt x="4600" y="790412"/>
                  <a:pt x="4410" y="790412"/>
                  <a:pt x="4219" y="790412"/>
                </a:cubicBezTo>
                <a:cubicBezTo>
                  <a:pt x="1648" y="790126"/>
                  <a:pt x="-257" y="787745"/>
                  <a:pt x="28" y="785173"/>
                </a:cubicBezTo>
                <a:cubicBezTo>
                  <a:pt x="409" y="782220"/>
                  <a:pt x="33937" y="484469"/>
                  <a:pt x="51559" y="259012"/>
                </a:cubicBezTo>
                <a:cubicBezTo>
                  <a:pt x="60131" y="149379"/>
                  <a:pt x="60798" y="54986"/>
                  <a:pt x="61084" y="19458"/>
                </a:cubicBezTo>
                <a:cubicBezTo>
                  <a:pt x="61179" y="9171"/>
                  <a:pt x="61179" y="5552"/>
                  <a:pt x="61369" y="4313"/>
                </a:cubicBezTo>
                <a:cubicBezTo>
                  <a:pt x="61655" y="1742"/>
                  <a:pt x="64036" y="-259"/>
                  <a:pt x="66608" y="27"/>
                </a:cubicBezTo>
                <a:cubicBezTo>
                  <a:pt x="69180" y="313"/>
                  <a:pt x="71085" y="2599"/>
                  <a:pt x="70894" y="5266"/>
                </a:cubicBezTo>
                <a:cubicBezTo>
                  <a:pt x="70799" y="6218"/>
                  <a:pt x="70799" y="12124"/>
                  <a:pt x="70704" y="19553"/>
                </a:cubicBezTo>
                <a:cubicBezTo>
                  <a:pt x="70418" y="55177"/>
                  <a:pt x="69751" y="149760"/>
                  <a:pt x="61179" y="259774"/>
                </a:cubicBezTo>
                <a:cubicBezTo>
                  <a:pt x="43462" y="485421"/>
                  <a:pt x="9934" y="783268"/>
                  <a:pt x="9553" y="786221"/>
                </a:cubicBezTo>
                <a:cubicBezTo>
                  <a:pt x="9172" y="788602"/>
                  <a:pt x="7172" y="790412"/>
                  <a:pt x="4791" y="79041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79" name="Freeform 79"/>
          <p:cNvSpPr/>
          <p:nvPr/>
        </p:nvSpPr>
        <p:spPr>
          <a:xfrm>
            <a:off x="10048436" y="2008141"/>
            <a:ext cx="113833" cy="75426"/>
          </a:xfrm>
          <a:custGeom>
            <a:avLst/>
            <a:gdLst/>
            <a:ahLst/>
            <a:cxnLst/>
            <a:rect l="l" t="t" r="r" b="b"/>
            <a:pathLst>
              <a:path w="113833" h="75426">
                <a:moveTo>
                  <a:pt x="9" y="84"/>
                </a:moveTo>
                <a:cubicBezTo>
                  <a:pt x="9" y="84"/>
                  <a:pt x="-657" y="27230"/>
                  <a:pt x="9249" y="34374"/>
                </a:cubicBezTo>
                <a:cubicBezTo>
                  <a:pt x="19250" y="41613"/>
                  <a:pt x="39157" y="34469"/>
                  <a:pt x="55731" y="42279"/>
                </a:cubicBezTo>
                <a:cubicBezTo>
                  <a:pt x="72304" y="50090"/>
                  <a:pt x="113833" y="75426"/>
                  <a:pt x="113833" y="75426"/>
                </a:cubicBezTo>
                <a:lnTo>
                  <a:pt x="109356" y="50376"/>
                </a:lnTo>
                <a:cubicBezTo>
                  <a:pt x="109356" y="50376"/>
                  <a:pt x="76686" y="21610"/>
                  <a:pt x="56397" y="11514"/>
                </a:cubicBezTo>
                <a:cubicBezTo>
                  <a:pt x="43443" y="5132"/>
                  <a:pt x="24489" y="-297"/>
                  <a:pt x="18678" y="2274"/>
                </a:cubicBezTo>
                <a:cubicBezTo>
                  <a:pt x="12868" y="4846"/>
                  <a:pt x="11820" y="18372"/>
                  <a:pt x="11820" y="18372"/>
                </a:cubicBezTo>
                <a:cubicBezTo>
                  <a:pt x="11820" y="18372"/>
                  <a:pt x="7248" y="-1440"/>
                  <a:pt x="9" y="84"/>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0" name="Freeform 80"/>
          <p:cNvSpPr/>
          <p:nvPr/>
        </p:nvSpPr>
        <p:spPr>
          <a:xfrm>
            <a:off x="9905475" y="1964924"/>
            <a:ext cx="135159" cy="51320"/>
          </a:xfrm>
          <a:custGeom>
            <a:avLst/>
            <a:gdLst/>
            <a:ahLst/>
            <a:cxnLst/>
            <a:rect l="l" t="t" r="r" b="b"/>
            <a:pathLst>
              <a:path w="135159" h="51320">
                <a:moveTo>
                  <a:pt x="135160" y="30442"/>
                </a:moveTo>
                <a:cubicBezTo>
                  <a:pt x="135160" y="30442"/>
                  <a:pt x="118967" y="52063"/>
                  <a:pt x="106775" y="51301"/>
                </a:cubicBezTo>
                <a:cubicBezTo>
                  <a:pt x="94583" y="50539"/>
                  <a:pt x="83439" y="32347"/>
                  <a:pt x="65723" y="27965"/>
                </a:cubicBezTo>
                <a:cubicBezTo>
                  <a:pt x="48006" y="23584"/>
                  <a:pt x="0" y="16916"/>
                  <a:pt x="0" y="16916"/>
                </a:cubicBezTo>
                <a:lnTo>
                  <a:pt x="18955" y="247"/>
                </a:lnTo>
                <a:cubicBezTo>
                  <a:pt x="18955" y="247"/>
                  <a:pt x="62103" y="-1372"/>
                  <a:pt x="84296" y="3676"/>
                </a:cubicBezTo>
                <a:cubicBezTo>
                  <a:pt x="98298" y="6820"/>
                  <a:pt x="116491" y="14725"/>
                  <a:pt x="119348" y="20345"/>
                </a:cubicBezTo>
                <a:cubicBezTo>
                  <a:pt x="122301" y="26155"/>
                  <a:pt x="114871" y="37300"/>
                  <a:pt x="114871" y="37300"/>
                </a:cubicBezTo>
                <a:cubicBezTo>
                  <a:pt x="114871" y="37300"/>
                  <a:pt x="130493" y="24631"/>
                  <a:pt x="135160" y="3044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1" name="Freeform 81"/>
          <p:cNvSpPr/>
          <p:nvPr/>
        </p:nvSpPr>
        <p:spPr>
          <a:xfrm>
            <a:off x="9913512" y="2493817"/>
            <a:ext cx="312376" cy="68095"/>
          </a:xfrm>
          <a:custGeom>
            <a:avLst/>
            <a:gdLst/>
            <a:ahLst/>
            <a:cxnLst/>
            <a:rect l="l" t="t" r="r" b="b"/>
            <a:pathLst>
              <a:path w="312376" h="68095">
                <a:moveTo>
                  <a:pt x="122932" y="68096"/>
                </a:moveTo>
                <a:cubicBezTo>
                  <a:pt x="55971" y="68096"/>
                  <a:pt x="4250" y="51808"/>
                  <a:pt x="3298" y="51427"/>
                </a:cubicBezTo>
                <a:cubicBezTo>
                  <a:pt x="821" y="50665"/>
                  <a:pt x="-607" y="47903"/>
                  <a:pt x="250" y="45426"/>
                </a:cubicBezTo>
                <a:cubicBezTo>
                  <a:pt x="1012" y="42950"/>
                  <a:pt x="3774" y="41521"/>
                  <a:pt x="6251" y="42378"/>
                </a:cubicBezTo>
                <a:cubicBezTo>
                  <a:pt x="7965" y="42950"/>
                  <a:pt x="183892" y="98385"/>
                  <a:pt x="304669" y="1040"/>
                </a:cubicBezTo>
                <a:cubicBezTo>
                  <a:pt x="306669" y="-580"/>
                  <a:pt x="309717" y="-294"/>
                  <a:pt x="311336" y="1802"/>
                </a:cubicBezTo>
                <a:cubicBezTo>
                  <a:pt x="312956" y="3802"/>
                  <a:pt x="312670" y="6850"/>
                  <a:pt x="310575" y="8469"/>
                </a:cubicBezTo>
                <a:cubicBezTo>
                  <a:pt x="252281" y="55523"/>
                  <a:pt x="181701" y="68096"/>
                  <a:pt x="122932" y="68096"/>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2" name="Freeform 82"/>
          <p:cNvSpPr/>
          <p:nvPr/>
        </p:nvSpPr>
        <p:spPr>
          <a:xfrm>
            <a:off x="9663908" y="3712624"/>
            <a:ext cx="38220" cy="461013"/>
          </a:xfrm>
          <a:custGeom>
            <a:avLst/>
            <a:gdLst/>
            <a:ahLst/>
            <a:cxnLst/>
            <a:rect l="l" t="t" r="r" b="b"/>
            <a:pathLst>
              <a:path w="38220" h="461013">
                <a:moveTo>
                  <a:pt x="4775" y="461013"/>
                </a:moveTo>
                <a:cubicBezTo>
                  <a:pt x="4680" y="461013"/>
                  <a:pt x="4585" y="461013"/>
                  <a:pt x="4489" y="461013"/>
                </a:cubicBezTo>
                <a:cubicBezTo>
                  <a:pt x="1822" y="460823"/>
                  <a:pt x="-178" y="458632"/>
                  <a:pt x="13" y="455965"/>
                </a:cubicBezTo>
                <a:lnTo>
                  <a:pt x="2108" y="422723"/>
                </a:lnTo>
                <a:cubicBezTo>
                  <a:pt x="2299" y="420056"/>
                  <a:pt x="4585" y="417960"/>
                  <a:pt x="7156" y="418246"/>
                </a:cubicBezTo>
                <a:cubicBezTo>
                  <a:pt x="9823" y="418437"/>
                  <a:pt x="11824" y="420627"/>
                  <a:pt x="11633" y="423294"/>
                </a:cubicBezTo>
                <a:lnTo>
                  <a:pt x="9538" y="456537"/>
                </a:lnTo>
                <a:cubicBezTo>
                  <a:pt x="9442" y="459108"/>
                  <a:pt x="7347" y="461013"/>
                  <a:pt x="4775" y="461013"/>
                </a:cubicBezTo>
                <a:close/>
                <a:moveTo>
                  <a:pt x="11443" y="356429"/>
                </a:moveTo>
                <a:cubicBezTo>
                  <a:pt x="11347" y="356429"/>
                  <a:pt x="11252" y="356429"/>
                  <a:pt x="11157" y="356429"/>
                </a:cubicBezTo>
                <a:cubicBezTo>
                  <a:pt x="8490" y="356238"/>
                  <a:pt x="6490" y="354048"/>
                  <a:pt x="6680" y="351381"/>
                </a:cubicBezTo>
                <a:lnTo>
                  <a:pt x="8776" y="318138"/>
                </a:lnTo>
                <a:cubicBezTo>
                  <a:pt x="8966" y="315471"/>
                  <a:pt x="11062" y="313471"/>
                  <a:pt x="13824" y="313662"/>
                </a:cubicBezTo>
                <a:cubicBezTo>
                  <a:pt x="16491" y="313852"/>
                  <a:pt x="18491" y="316043"/>
                  <a:pt x="18301" y="318710"/>
                </a:cubicBezTo>
                <a:lnTo>
                  <a:pt x="16205" y="351952"/>
                </a:lnTo>
                <a:cubicBezTo>
                  <a:pt x="16015" y="354524"/>
                  <a:pt x="13919" y="356429"/>
                  <a:pt x="11443" y="356429"/>
                </a:cubicBezTo>
                <a:close/>
                <a:moveTo>
                  <a:pt x="18110" y="251940"/>
                </a:moveTo>
                <a:cubicBezTo>
                  <a:pt x="18015" y="251940"/>
                  <a:pt x="17920" y="251940"/>
                  <a:pt x="17824" y="251940"/>
                </a:cubicBezTo>
                <a:cubicBezTo>
                  <a:pt x="15157" y="251749"/>
                  <a:pt x="13157" y="249558"/>
                  <a:pt x="13348" y="246891"/>
                </a:cubicBezTo>
                <a:lnTo>
                  <a:pt x="15443" y="213649"/>
                </a:lnTo>
                <a:cubicBezTo>
                  <a:pt x="15634" y="210982"/>
                  <a:pt x="17634" y="208887"/>
                  <a:pt x="20491" y="209172"/>
                </a:cubicBezTo>
                <a:cubicBezTo>
                  <a:pt x="23158" y="209363"/>
                  <a:pt x="25159" y="211554"/>
                  <a:pt x="24968" y="214221"/>
                </a:cubicBezTo>
                <a:lnTo>
                  <a:pt x="22873" y="247463"/>
                </a:lnTo>
                <a:cubicBezTo>
                  <a:pt x="22682" y="249939"/>
                  <a:pt x="20587" y="251940"/>
                  <a:pt x="18110" y="251940"/>
                </a:cubicBezTo>
                <a:close/>
                <a:moveTo>
                  <a:pt x="24682" y="147355"/>
                </a:moveTo>
                <a:cubicBezTo>
                  <a:pt x="24587" y="147355"/>
                  <a:pt x="24492" y="147355"/>
                  <a:pt x="24397" y="147355"/>
                </a:cubicBezTo>
                <a:cubicBezTo>
                  <a:pt x="21730" y="147165"/>
                  <a:pt x="19825" y="144974"/>
                  <a:pt x="19920" y="142307"/>
                </a:cubicBezTo>
                <a:lnTo>
                  <a:pt x="22015" y="109065"/>
                </a:lnTo>
                <a:cubicBezTo>
                  <a:pt x="22206" y="106493"/>
                  <a:pt x="23920" y="104397"/>
                  <a:pt x="27064" y="104588"/>
                </a:cubicBezTo>
                <a:cubicBezTo>
                  <a:pt x="29731" y="104778"/>
                  <a:pt x="31636" y="106969"/>
                  <a:pt x="31540" y="109636"/>
                </a:cubicBezTo>
                <a:lnTo>
                  <a:pt x="29445" y="142878"/>
                </a:lnTo>
                <a:cubicBezTo>
                  <a:pt x="29350" y="145355"/>
                  <a:pt x="27254" y="147355"/>
                  <a:pt x="24682" y="147355"/>
                </a:cubicBezTo>
                <a:close/>
                <a:moveTo>
                  <a:pt x="31350" y="42771"/>
                </a:moveTo>
                <a:cubicBezTo>
                  <a:pt x="31255" y="42771"/>
                  <a:pt x="31159" y="42771"/>
                  <a:pt x="31064" y="42771"/>
                </a:cubicBezTo>
                <a:cubicBezTo>
                  <a:pt x="28397" y="42580"/>
                  <a:pt x="26397" y="40389"/>
                  <a:pt x="26587" y="37722"/>
                </a:cubicBezTo>
                <a:lnTo>
                  <a:pt x="28683" y="4480"/>
                </a:lnTo>
                <a:cubicBezTo>
                  <a:pt x="28873" y="1813"/>
                  <a:pt x="30969" y="-92"/>
                  <a:pt x="33731" y="3"/>
                </a:cubicBezTo>
                <a:cubicBezTo>
                  <a:pt x="36398" y="194"/>
                  <a:pt x="38398" y="2385"/>
                  <a:pt x="38208" y="5052"/>
                </a:cubicBezTo>
                <a:lnTo>
                  <a:pt x="36112" y="38294"/>
                </a:lnTo>
                <a:cubicBezTo>
                  <a:pt x="35922" y="40866"/>
                  <a:pt x="33826" y="42771"/>
                  <a:pt x="31350" y="4277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83" name="Freeform 83"/>
          <p:cNvSpPr/>
          <p:nvPr/>
        </p:nvSpPr>
        <p:spPr>
          <a:xfrm>
            <a:off x="10207938" y="2105696"/>
            <a:ext cx="70059" cy="81175"/>
          </a:xfrm>
          <a:custGeom>
            <a:avLst/>
            <a:gdLst/>
            <a:ahLst/>
            <a:cxnLst/>
            <a:rect l="l" t="t" r="r" b="b"/>
            <a:pathLst>
              <a:path w="70059" h="81175">
                <a:moveTo>
                  <a:pt x="146" y="55786"/>
                </a:moveTo>
                <a:cubicBezTo>
                  <a:pt x="146" y="55786"/>
                  <a:pt x="-2997" y="92076"/>
                  <a:pt x="19863" y="77884"/>
                </a:cubicBezTo>
                <a:cubicBezTo>
                  <a:pt x="42723" y="63692"/>
                  <a:pt x="83490" y="8066"/>
                  <a:pt x="65678" y="922"/>
                </a:cubicBezTo>
                <a:cubicBezTo>
                  <a:pt x="47866" y="-6222"/>
                  <a:pt x="9671" y="29687"/>
                  <a:pt x="146" y="55786"/>
                </a:cubicBezTo>
                <a:close/>
              </a:path>
            </a:pathLst>
          </a:custGeom>
          <a:solidFill>
            <a:srgbClr val="EF5E7F"/>
          </a:solidFill>
          <a:ln cap="flat">
            <a:prstDash val="solid"/>
          </a:ln>
        </p:spPr>
        <p:txBody>
          <a:bodyPr vert="horz" lIns="91440" tIns="45720" rIns="91440" bIns="45720" anchor="ctr">
            <a:normAutofit/>
          </a:bodyPr>
          <a:lstStyle/>
          <a:p>
            <a:pPr marL="0" algn="l"/>
            <a:endParaRPr/>
          </a:p>
        </p:txBody>
      </p:sp>
      <p:sp>
        <p:nvSpPr>
          <p:cNvPr id="84" name="Freeform 84"/>
          <p:cNvSpPr/>
          <p:nvPr/>
        </p:nvSpPr>
        <p:spPr>
          <a:xfrm>
            <a:off x="10511083" y="6085032"/>
            <a:ext cx="64843" cy="26847"/>
          </a:xfrm>
          <a:custGeom>
            <a:avLst/>
            <a:gdLst/>
            <a:ahLst/>
            <a:cxnLst/>
            <a:rect l="l" t="t" r="r" b="b"/>
            <a:pathLst>
              <a:path w="64843" h="26847">
                <a:moveTo>
                  <a:pt x="27899" y="26848"/>
                </a:moveTo>
                <a:cubicBezTo>
                  <a:pt x="9135" y="26848"/>
                  <a:pt x="467" y="7226"/>
                  <a:pt x="182" y="6464"/>
                </a:cubicBezTo>
                <a:cubicBezTo>
                  <a:pt x="-295" y="5226"/>
                  <a:pt x="182" y="3892"/>
                  <a:pt x="1420" y="3321"/>
                </a:cubicBezTo>
                <a:cubicBezTo>
                  <a:pt x="2658" y="2845"/>
                  <a:pt x="3992" y="3321"/>
                  <a:pt x="4563" y="4559"/>
                </a:cubicBezTo>
                <a:cubicBezTo>
                  <a:pt x="4658" y="4750"/>
                  <a:pt x="12278" y="22085"/>
                  <a:pt x="27995" y="22085"/>
                </a:cubicBezTo>
                <a:cubicBezTo>
                  <a:pt x="28185" y="22085"/>
                  <a:pt x="28280" y="22085"/>
                  <a:pt x="28376" y="22085"/>
                </a:cubicBezTo>
                <a:cubicBezTo>
                  <a:pt x="44854" y="21799"/>
                  <a:pt x="60475" y="1130"/>
                  <a:pt x="60570" y="940"/>
                </a:cubicBezTo>
                <a:cubicBezTo>
                  <a:pt x="61332" y="-108"/>
                  <a:pt x="62856" y="-299"/>
                  <a:pt x="63904" y="464"/>
                </a:cubicBezTo>
                <a:cubicBezTo>
                  <a:pt x="64952" y="1225"/>
                  <a:pt x="65142" y="2749"/>
                  <a:pt x="64380" y="3797"/>
                </a:cubicBezTo>
                <a:cubicBezTo>
                  <a:pt x="63713" y="4750"/>
                  <a:pt x="47235" y="26467"/>
                  <a:pt x="28471" y="26848"/>
                </a:cubicBezTo>
                <a:cubicBezTo>
                  <a:pt x="28280" y="26848"/>
                  <a:pt x="28090" y="26848"/>
                  <a:pt x="27899" y="26848"/>
                </a:cubicBezTo>
                <a:close/>
              </a:path>
            </a:pathLst>
          </a:custGeom>
          <a:solidFill>
            <a:srgbClr val="FEFBDC"/>
          </a:solidFill>
          <a:ln cap="flat">
            <a:prstDash val="solid"/>
          </a:ln>
        </p:spPr>
        <p:txBody>
          <a:bodyPr vert="horz" lIns="91440" tIns="45720" rIns="91440" bIns="45720" anchor="ctr">
            <a:normAutofit/>
          </a:bodyPr>
          <a:lstStyle/>
          <a:p>
            <a:pPr marL="0" algn="l"/>
            <a:endParaRPr/>
          </a:p>
        </p:txBody>
      </p:sp>
      <p:sp>
        <p:nvSpPr>
          <p:cNvPr id="85" name="Freeform 85"/>
          <p:cNvSpPr/>
          <p:nvPr/>
        </p:nvSpPr>
        <p:spPr>
          <a:xfrm>
            <a:off x="10510782" y="5868897"/>
            <a:ext cx="14579" cy="223742"/>
          </a:xfrm>
          <a:custGeom>
            <a:avLst/>
            <a:gdLst/>
            <a:ahLst/>
            <a:cxnLst/>
            <a:rect l="l" t="t" r="r" b="b"/>
            <a:pathLst>
              <a:path w="14579" h="223742">
                <a:moveTo>
                  <a:pt x="2388" y="223742"/>
                </a:moveTo>
                <a:cubicBezTo>
                  <a:pt x="2293" y="223742"/>
                  <a:pt x="2293" y="223742"/>
                  <a:pt x="2197" y="223742"/>
                </a:cubicBezTo>
                <a:cubicBezTo>
                  <a:pt x="864" y="223647"/>
                  <a:pt x="-89" y="222504"/>
                  <a:pt x="7" y="221171"/>
                </a:cubicBezTo>
                <a:lnTo>
                  <a:pt x="5150" y="154877"/>
                </a:lnTo>
                <a:cubicBezTo>
                  <a:pt x="5245" y="154115"/>
                  <a:pt x="5531" y="153543"/>
                  <a:pt x="6198" y="153067"/>
                </a:cubicBezTo>
                <a:lnTo>
                  <a:pt x="9817" y="150590"/>
                </a:lnTo>
                <a:lnTo>
                  <a:pt x="8293" y="2381"/>
                </a:lnTo>
                <a:cubicBezTo>
                  <a:pt x="8293" y="1048"/>
                  <a:pt x="9341" y="0"/>
                  <a:pt x="10675" y="0"/>
                </a:cubicBezTo>
                <a:cubicBezTo>
                  <a:pt x="10675" y="0"/>
                  <a:pt x="10675" y="0"/>
                  <a:pt x="10675" y="0"/>
                </a:cubicBezTo>
                <a:cubicBezTo>
                  <a:pt x="12008" y="0"/>
                  <a:pt x="13056" y="1048"/>
                  <a:pt x="13056" y="2381"/>
                </a:cubicBezTo>
                <a:lnTo>
                  <a:pt x="14580" y="151829"/>
                </a:lnTo>
                <a:cubicBezTo>
                  <a:pt x="14580" y="152591"/>
                  <a:pt x="14199" y="153353"/>
                  <a:pt x="13532" y="153829"/>
                </a:cubicBezTo>
                <a:lnTo>
                  <a:pt x="9817" y="156401"/>
                </a:lnTo>
                <a:lnTo>
                  <a:pt x="4769" y="221647"/>
                </a:lnTo>
                <a:cubicBezTo>
                  <a:pt x="4674" y="222790"/>
                  <a:pt x="3626" y="223742"/>
                  <a:pt x="2388" y="223742"/>
                </a:cubicBezTo>
                <a:close/>
              </a:path>
            </a:pathLst>
          </a:custGeom>
          <a:solidFill>
            <a:srgbClr val="FEFBDC"/>
          </a:solidFill>
          <a:ln cap="flat">
            <a:prstDash val="solid"/>
          </a:ln>
        </p:spPr>
        <p:txBody>
          <a:bodyPr vert="horz" lIns="91440" tIns="45720" rIns="91440" bIns="45720" anchor="ctr">
            <a:normAutofit/>
          </a:bodyPr>
          <a:lstStyle/>
          <a:p>
            <a:pPr marL="0" algn="l"/>
            <a:endParaRPr/>
          </a:p>
        </p:txBody>
      </p:sp>
      <p:sp>
        <p:nvSpPr>
          <p:cNvPr id="86" name="Freeform 86"/>
          <p:cNvSpPr/>
          <p:nvPr/>
        </p:nvSpPr>
        <p:spPr>
          <a:xfrm>
            <a:off x="10207991" y="2102949"/>
            <a:ext cx="66912" cy="60341"/>
          </a:xfrm>
          <a:custGeom>
            <a:avLst/>
            <a:gdLst/>
            <a:ahLst/>
            <a:cxnLst/>
            <a:rect l="l" t="t" r="r" b="b"/>
            <a:pathLst>
              <a:path w="66912" h="60341">
                <a:moveTo>
                  <a:pt x="4761" y="60342"/>
                </a:moveTo>
                <a:cubicBezTo>
                  <a:pt x="3808" y="60342"/>
                  <a:pt x="2856" y="60056"/>
                  <a:pt x="2094" y="59485"/>
                </a:cubicBezTo>
                <a:cubicBezTo>
                  <a:pt x="-97" y="57961"/>
                  <a:pt x="-668" y="55008"/>
                  <a:pt x="856" y="52912"/>
                </a:cubicBezTo>
                <a:cubicBezTo>
                  <a:pt x="2189" y="50912"/>
                  <a:pt x="35050" y="3478"/>
                  <a:pt x="61530" y="49"/>
                </a:cubicBezTo>
                <a:cubicBezTo>
                  <a:pt x="64102" y="-332"/>
                  <a:pt x="66483" y="1573"/>
                  <a:pt x="66864" y="4144"/>
                </a:cubicBezTo>
                <a:cubicBezTo>
                  <a:pt x="67245" y="6716"/>
                  <a:pt x="65340" y="9097"/>
                  <a:pt x="62768" y="9478"/>
                </a:cubicBezTo>
                <a:cubicBezTo>
                  <a:pt x="44290" y="11860"/>
                  <a:pt x="17524" y="45578"/>
                  <a:pt x="8761" y="58342"/>
                </a:cubicBezTo>
                <a:cubicBezTo>
                  <a:pt x="7714" y="59675"/>
                  <a:pt x="6190" y="60342"/>
                  <a:pt x="4761" y="60342"/>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7" name="Freeform 87"/>
          <p:cNvSpPr/>
          <p:nvPr/>
        </p:nvSpPr>
        <p:spPr>
          <a:xfrm>
            <a:off x="9913892" y="2016631"/>
            <a:ext cx="28409" cy="49004"/>
          </a:xfrm>
          <a:custGeom>
            <a:avLst/>
            <a:gdLst/>
            <a:ahLst/>
            <a:cxnLst/>
            <a:rect l="l" t="t" r="r" b="b"/>
            <a:pathLst>
              <a:path w="28409" h="49004">
                <a:moveTo>
                  <a:pt x="3299" y="20359"/>
                </a:moveTo>
                <a:cubicBezTo>
                  <a:pt x="8347" y="7024"/>
                  <a:pt x="17300" y="-1930"/>
                  <a:pt x="23301" y="356"/>
                </a:cubicBezTo>
                <a:cubicBezTo>
                  <a:pt x="29302" y="2642"/>
                  <a:pt x="30159" y="15311"/>
                  <a:pt x="25111" y="28646"/>
                </a:cubicBezTo>
                <a:cubicBezTo>
                  <a:pt x="20063" y="41981"/>
                  <a:pt x="11109" y="50934"/>
                  <a:pt x="5108" y="48648"/>
                </a:cubicBezTo>
                <a:cubicBezTo>
                  <a:pt x="-892" y="46362"/>
                  <a:pt x="-1750" y="33694"/>
                  <a:pt x="3299" y="20359"/>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8" name="Freeform 88"/>
          <p:cNvSpPr/>
          <p:nvPr/>
        </p:nvSpPr>
        <p:spPr>
          <a:xfrm>
            <a:off x="10068578" y="2079305"/>
            <a:ext cx="28409" cy="49004"/>
          </a:xfrm>
          <a:custGeom>
            <a:avLst/>
            <a:gdLst/>
            <a:ahLst/>
            <a:cxnLst/>
            <a:rect l="l" t="t" r="r" b="b"/>
            <a:pathLst>
              <a:path w="28409" h="49004">
                <a:moveTo>
                  <a:pt x="3299" y="20359"/>
                </a:moveTo>
                <a:cubicBezTo>
                  <a:pt x="8347" y="7024"/>
                  <a:pt x="17300" y="-1930"/>
                  <a:pt x="23301" y="356"/>
                </a:cubicBezTo>
                <a:cubicBezTo>
                  <a:pt x="29302" y="2642"/>
                  <a:pt x="30159" y="15311"/>
                  <a:pt x="25111" y="28646"/>
                </a:cubicBezTo>
                <a:cubicBezTo>
                  <a:pt x="20063" y="41981"/>
                  <a:pt x="11109" y="50934"/>
                  <a:pt x="5108" y="48648"/>
                </a:cubicBezTo>
                <a:cubicBezTo>
                  <a:pt x="-892" y="46362"/>
                  <a:pt x="-1750" y="33694"/>
                  <a:pt x="3299" y="20359"/>
                </a:cubicBezTo>
                <a:close/>
              </a:path>
            </a:pathLst>
          </a:custGeom>
          <a:solidFill>
            <a:srgbClr val="360B1E"/>
          </a:solidFill>
          <a:ln cap="flat">
            <a:prstDash val="solid"/>
          </a:ln>
        </p:spPr>
        <p:txBody>
          <a:bodyPr vert="horz" lIns="91440" tIns="45720" rIns="91440" bIns="45720" anchor="ctr">
            <a:normAutofit/>
          </a:bodyPr>
          <a:lstStyle/>
          <a:p>
            <a:pPr marL="0" algn="l"/>
            <a:endParaRPr/>
          </a:p>
        </p:txBody>
      </p:sp>
      <p:sp>
        <p:nvSpPr>
          <p:cNvPr id="89" name="TextBox 89"/>
          <p:cNvSpPr txBox="1"/>
          <p:nvPr/>
        </p:nvSpPr>
        <p:spPr>
          <a:xfrm>
            <a:off x="1770532" y="4591095"/>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90" name="Freeform 90"/>
          <p:cNvSpPr/>
          <p:nvPr/>
        </p:nvSpPr>
        <p:spPr>
          <a:xfrm>
            <a:off x="1902829" y="4757818"/>
            <a:ext cx="275406" cy="206554"/>
          </a:xfrm>
          <a:custGeom>
            <a:avLst/>
            <a:gdLst/>
            <a:ahLst/>
            <a:cxnLst/>
            <a:rect l="l" t="t" r="r" b="b"/>
            <a:pathLst>
              <a:path w="533400" h="400050">
                <a:moveTo>
                  <a:pt x="505433" y="621"/>
                </a:moveTo>
                <a:cubicBezTo>
                  <a:pt x="521626" y="621"/>
                  <a:pt x="534008" y="13004"/>
                  <a:pt x="534008" y="29196"/>
                </a:cubicBezTo>
                <a:lnTo>
                  <a:pt x="534008" y="372096"/>
                </a:lnTo>
                <a:cubicBezTo>
                  <a:pt x="534008" y="388289"/>
                  <a:pt x="521626" y="400671"/>
                  <a:pt x="505433" y="400671"/>
                </a:cubicBezTo>
                <a:lnTo>
                  <a:pt x="29183" y="400671"/>
                </a:lnTo>
                <a:cubicBezTo>
                  <a:pt x="12990" y="400671"/>
                  <a:pt x="608" y="388289"/>
                  <a:pt x="608" y="372096"/>
                </a:cubicBezTo>
                <a:lnTo>
                  <a:pt x="608" y="29196"/>
                </a:lnTo>
                <a:cubicBezTo>
                  <a:pt x="608" y="13004"/>
                  <a:pt x="12990" y="621"/>
                  <a:pt x="29183" y="621"/>
                </a:cubicBezTo>
                <a:lnTo>
                  <a:pt x="505433" y="621"/>
                </a:lnTo>
                <a:close/>
                <a:moveTo>
                  <a:pt x="391133" y="198741"/>
                </a:moveTo>
                <a:cubicBezTo>
                  <a:pt x="378751" y="189216"/>
                  <a:pt x="360653" y="192074"/>
                  <a:pt x="351128" y="204456"/>
                </a:cubicBezTo>
                <a:lnTo>
                  <a:pt x="351128" y="204456"/>
                </a:lnTo>
                <a:lnTo>
                  <a:pt x="267308" y="315899"/>
                </a:lnTo>
                <a:cubicBezTo>
                  <a:pt x="266355" y="316851"/>
                  <a:pt x="265403" y="317804"/>
                  <a:pt x="264451" y="318756"/>
                </a:cubicBezTo>
                <a:cubicBezTo>
                  <a:pt x="253021" y="330186"/>
                  <a:pt x="234923" y="330186"/>
                  <a:pt x="224446" y="318756"/>
                </a:cubicBezTo>
                <a:lnTo>
                  <a:pt x="224446" y="318756"/>
                </a:lnTo>
                <a:lnTo>
                  <a:pt x="162533" y="257796"/>
                </a:lnTo>
                <a:cubicBezTo>
                  <a:pt x="161580" y="256844"/>
                  <a:pt x="161580" y="256844"/>
                  <a:pt x="160628" y="255891"/>
                </a:cubicBezTo>
                <a:cubicBezTo>
                  <a:pt x="148246" y="245414"/>
                  <a:pt x="130148" y="247319"/>
                  <a:pt x="120623" y="259701"/>
                </a:cubicBezTo>
                <a:lnTo>
                  <a:pt x="120623" y="259701"/>
                </a:lnTo>
                <a:lnTo>
                  <a:pt x="32993" y="366381"/>
                </a:lnTo>
                <a:cubicBezTo>
                  <a:pt x="32040" y="368286"/>
                  <a:pt x="31088" y="370191"/>
                  <a:pt x="31088" y="372096"/>
                </a:cubicBezTo>
                <a:cubicBezTo>
                  <a:pt x="31088" y="377811"/>
                  <a:pt x="34898" y="381621"/>
                  <a:pt x="40613" y="381621"/>
                </a:cubicBezTo>
                <a:lnTo>
                  <a:pt x="40613" y="381621"/>
                </a:lnTo>
                <a:lnTo>
                  <a:pt x="497813" y="381621"/>
                </a:lnTo>
                <a:cubicBezTo>
                  <a:pt x="499718" y="381621"/>
                  <a:pt x="501623" y="380669"/>
                  <a:pt x="503528" y="379716"/>
                </a:cubicBezTo>
                <a:cubicBezTo>
                  <a:pt x="508290" y="376859"/>
                  <a:pt x="509243" y="371144"/>
                  <a:pt x="506386" y="366381"/>
                </a:cubicBezTo>
                <a:lnTo>
                  <a:pt x="506386" y="366381"/>
                </a:lnTo>
                <a:lnTo>
                  <a:pt x="398753" y="205409"/>
                </a:lnTo>
                <a:cubicBezTo>
                  <a:pt x="395896" y="202551"/>
                  <a:pt x="393990" y="200646"/>
                  <a:pt x="391133" y="198741"/>
                </a:cubicBezTo>
                <a:close/>
                <a:moveTo>
                  <a:pt x="95858" y="57771"/>
                </a:moveTo>
                <a:cubicBezTo>
                  <a:pt x="74903" y="57771"/>
                  <a:pt x="57758" y="74916"/>
                  <a:pt x="57758" y="95871"/>
                </a:cubicBezTo>
                <a:cubicBezTo>
                  <a:pt x="57758" y="116826"/>
                  <a:pt x="74903" y="133971"/>
                  <a:pt x="95858" y="133971"/>
                </a:cubicBezTo>
                <a:cubicBezTo>
                  <a:pt x="116813" y="133971"/>
                  <a:pt x="133958" y="116826"/>
                  <a:pt x="133958" y="95871"/>
                </a:cubicBezTo>
                <a:cubicBezTo>
                  <a:pt x="133958" y="74916"/>
                  <a:pt x="116813" y="57771"/>
                  <a:pt x="95858" y="5777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91" name="AutoShape 91"/>
          <p:cNvSpPr/>
          <p:nvPr/>
        </p:nvSpPr>
        <p:spPr>
          <a:xfrm>
            <a:off x="622030" y="1896358"/>
            <a:ext cx="2743056" cy="338554"/>
          </a:xfrm>
          <a:prstGeom prst="rect">
            <a:avLst/>
          </a:prstGeom>
          <a:noFill/>
          <a:ln cap="flat" cmpd="sng">
            <a:prstDash val="solid"/>
          </a:ln>
        </p:spPr>
        <p:txBody>
          <a:bodyPr vert="horz" wrap="square" lIns="91440" tIns="45720" rIns="91440" bIns="45720" anchor="b" anchorCtr="1">
            <a:spAutoFit/>
          </a:bodyPr>
          <a:lstStyle/>
          <a:p>
            <a:pPr marL="0" algn="ctr"/>
            <a:r>
              <a:rPr lang="zh-CN" altLang="en-US" sz="1600" b="1" i="0" u="none" baseline="0">
                <a:solidFill>
                  <a:srgbClr val="000000"/>
                </a:solidFill>
                <a:latin typeface="微软雅黑"/>
                <a:ea typeface="微软雅黑"/>
              </a:rPr>
              <a:t>What is Web Programming?</a:t>
            </a:r>
          </a:p>
        </p:txBody>
      </p:sp>
      <p:sp>
        <p:nvSpPr>
          <p:cNvPr id="92" name="AutoShape 92"/>
          <p:cNvSpPr/>
          <p:nvPr/>
        </p:nvSpPr>
        <p:spPr>
          <a:xfrm>
            <a:off x="622030" y="2330447"/>
            <a:ext cx="2743056" cy="328551"/>
          </a:xfrm>
          <a:prstGeom prst="rect">
            <a:avLst/>
          </a:prstGeom>
          <a:noFill/>
          <a:ln cap="flat" cmpd="sng">
            <a:prstDash val="solid"/>
          </a:ln>
        </p:spPr>
        <p:txBody>
          <a:bodyPr vert="horz" wrap="square" lIns="91440" tIns="45720" rIns="91440" bIns="45720" anchor="t" anchorCtr="1">
            <a:spAutoFit/>
          </a:bodyPr>
          <a:lstStyle/>
          <a:p>
            <a:pPr marL="0" algn="ctr">
              <a:lnSpc>
                <a:spcPct val="120000"/>
              </a:lnSpc>
            </a:pPr>
            <a:r>
              <a:rPr lang="zh-CN" altLang="en-US" sz="1400" b="0" i="0" u="none" baseline="0">
                <a:solidFill>
                  <a:srgbClr val="000000"/>
                </a:solidFill>
                <a:latin typeface="微软雅黑"/>
                <a:ea typeface="微软雅黑"/>
              </a:rPr>
              <a:t>Pemrograman web adalah proses mengembangkan aplikasi atau situs web yang bersifat interaktif dan fungsional. Ini melibatkan penggunaan berbagai bahasa pemrograman dan teknologi untuk menghasilkan halaman web yang dapat digunakan oleh pengguna secara langsung.</a:t>
            </a:r>
          </a:p>
        </p:txBody>
      </p:sp>
      <p:sp>
        <p:nvSpPr>
          <p:cNvPr id="93" name="TextBox 93"/>
          <p:cNvSpPr txBox="1"/>
          <p:nvPr/>
        </p:nvSpPr>
        <p:spPr>
          <a:xfrm>
            <a:off x="4655999" y="4591095"/>
            <a:ext cx="540000" cy="540000"/>
          </a:xfrm>
          <a:prstGeom prst="ellipse">
            <a:avLst/>
          </a:prstGeom>
          <a:solidFill>
            <a:schemeClr val="accent2"/>
          </a:solidFill>
        </p:spPr>
        <p:txBody>
          <a:bodyPr vert="horz" wrap="none" lIns="108000" tIns="108000" rIns="108000" bIns="108000" rtlCol="0" anchor="ctr">
            <a:noAutofit/>
          </a:bodyPr>
          <a:lstStyle/>
          <a:p>
            <a:pPr marL="0" algn="ctr">
              <a:defRPr/>
            </a:pPr>
            <a:endParaRPr lang="en-US" sz="1100"/>
          </a:p>
        </p:txBody>
      </p:sp>
      <p:sp>
        <p:nvSpPr>
          <p:cNvPr id="94" name="Freeform 94"/>
          <p:cNvSpPr/>
          <p:nvPr/>
        </p:nvSpPr>
        <p:spPr>
          <a:xfrm>
            <a:off x="4812885" y="4723392"/>
            <a:ext cx="226228" cy="275406"/>
          </a:xfrm>
          <a:custGeom>
            <a:avLst/>
            <a:gdLst/>
            <a:ahLst/>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95" name="AutoShape 95"/>
          <p:cNvSpPr/>
          <p:nvPr/>
        </p:nvSpPr>
        <p:spPr>
          <a:xfrm>
            <a:off x="3507497" y="1896358"/>
            <a:ext cx="2743056" cy="338554"/>
          </a:xfrm>
          <a:prstGeom prst="rect">
            <a:avLst/>
          </a:prstGeom>
          <a:noFill/>
          <a:ln cap="flat" cmpd="sng">
            <a:prstDash val="solid"/>
          </a:ln>
        </p:spPr>
        <p:txBody>
          <a:bodyPr vert="horz" wrap="square" lIns="91440" tIns="45720" rIns="91440" bIns="45720" anchor="b" anchorCtr="1">
            <a:spAutoFit/>
          </a:bodyPr>
          <a:lstStyle/>
          <a:p>
            <a:pPr marL="0" algn="ctr"/>
            <a:r>
              <a:rPr lang="zh-CN" altLang="en-US" sz="1600" b="1" i="0" u="none" baseline="0">
                <a:solidFill>
                  <a:srgbClr val="000000"/>
                </a:solidFill>
                <a:latin typeface="微软雅黑"/>
                <a:ea typeface="微软雅黑"/>
              </a:rPr>
              <a:t>Importance in Modern Development</a:t>
            </a:r>
          </a:p>
        </p:txBody>
      </p:sp>
      <p:sp>
        <p:nvSpPr>
          <p:cNvPr id="96" name="AutoShape 96"/>
          <p:cNvSpPr/>
          <p:nvPr/>
        </p:nvSpPr>
        <p:spPr>
          <a:xfrm>
            <a:off x="3507497" y="2330447"/>
            <a:ext cx="2743056" cy="328551"/>
          </a:xfrm>
          <a:prstGeom prst="rect">
            <a:avLst/>
          </a:prstGeom>
          <a:noFill/>
          <a:ln cap="flat" cmpd="sng">
            <a:prstDash val="solid"/>
          </a:ln>
        </p:spPr>
        <p:txBody>
          <a:bodyPr vert="horz" wrap="square" lIns="91440" tIns="45720" rIns="91440" bIns="45720" anchor="t" anchorCtr="1">
            <a:spAutoFit/>
          </a:bodyPr>
          <a:lstStyle/>
          <a:p>
            <a:pPr marL="0" algn="ctr">
              <a:lnSpc>
                <a:spcPct val="120000"/>
              </a:lnSpc>
            </a:pPr>
            <a:r>
              <a:rPr lang="zh-CN" altLang="en-US" sz="1400" b="0" i="0" u="none" baseline="0">
                <a:solidFill>
                  <a:srgbClr val="000000"/>
                </a:solidFill>
                <a:latin typeface="微软雅黑"/>
                <a:ea typeface="微软雅黑"/>
              </a:rPr>
              <a:t>Pemrograman web sangat penting dalam pengembangan teknologi saat ini, karena hampir semua bisnis memiliki kehadiran online. Ini memungkinkan akses informasi, produk, dan layanan secara global, serta meningkatkan interaksi antara pengguna dan perusahaan.</a:t>
            </a:r>
          </a:p>
        </p:txBody>
      </p:sp>
      <p:sp>
        <p:nvSpPr>
          <p:cNvPr id="97" name="TextBox 97"/>
          <p:cNvSpPr txBox="1"/>
          <p:nvPr/>
        </p:nvSpPr>
        <p:spPr>
          <a:xfrm>
            <a:off x="7541466" y="4591095"/>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98" name="Freeform 98"/>
          <p:cNvSpPr/>
          <p:nvPr/>
        </p:nvSpPr>
        <p:spPr>
          <a:xfrm>
            <a:off x="7685617" y="4726096"/>
            <a:ext cx="251698" cy="269998"/>
          </a:xfrm>
          <a:custGeom>
            <a:avLst/>
            <a:gdLst/>
            <a:ahLst/>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99" name="AutoShape 99"/>
          <p:cNvSpPr/>
          <p:nvPr/>
        </p:nvSpPr>
        <p:spPr>
          <a:xfrm>
            <a:off x="6392965" y="1896358"/>
            <a:ext cx="2743056" cy="338554"/>
          </a:xfrm>
          <a:prstGeom prst="rect">
            <a:avLst/>
          </a:prstGeom>
          <a:noFill/>
          <a:ln cap="flat" cmpd="sng">
            <a:prstDash val="solid"/>
          </a:ln>
        </p:spPr>
        <p:txBody>
          <a:bodyPr vert="horz" wrap="square" lIns="91440" tIns="45720" rIns="91440" bIns="45720" anchor="b" anchorCtr="1">
            <a:spAutoFit/>
          </a:bodyPr>
          <a:lstStyle/>
          <a:p>
            <a:pPr marL="0" algn="ctr"/>
            <a:r>
              <a:rPr lang="zh-CN" altLang="en-US" sz="1600" b="1" i="0" u="none" baseline="0">
                <a:solidFill>
                  <a:srgbClr val="000000"/>
                </a:solidFill>
                <a:latin typeface="微软雅黑"/>
                <a:ea typeface="微软雅黑"/>
              </a:rPr>
              <a:t>Scope of Web Development</a:t>
            </a:r>
          </a:p>
        </p:txBody>
      </p:sp>
      <p:sp>
        <p:nvSpPr>
          <p:cNvPr id="100" name="AutoShape 100"/>
          <p:cNvSpPr/>
          <p:nvPr/>
        </p:nvSpPr>
        <p:spPr>
          <a:xfrm>
            <a:off x="6392965" y="2330447"/>
            <a:ext cx="2743056" cy="328551"/>
          </a:xfrm>
          <a:prstGeom prst="rect">
            <a:avLst/>
          </a:prstGeom>
          <a:noFill/>
          <a:ln cap="flat" cmpd="sng">
            <a:prstDash val="solid"/>
          </a:ln>
        </p:spPr>
        <p:txBody>
          <a:bodyPr vert="horz" wrap="square" lIns="91440" tIns="45720" rIns="91440" bIns="45720" anchor="t" anchorCtr="1">
            <a:spAutoFit/>
          </a:bodyPr>
          <a:lstStyle/>
          <a:p>
            <a:pPr marL="0" algn="ctr">
              <a:lnSpc>
                <a:spcPct val="120000"/>
              </a:lnSpc>
            </a:pPr>
            <a:r>
              <a:rPr lang="zh-CN" altLang="en-US" sz="1400" b="0" i="0" u="none" baseline="0">
                <a:solidFill>
                  <a:srgbClr val="000000"/>
                </a:solidFill>
                <a:latin typeface="微软雅黑"/>
                <a:ea typeface="微软雅黑"/>
              </a:rPr>
              <a:t>Ruang lingkup pengembangan web mencakup pembuatan tampilan (front-end), pengelolaan logika server (back-end), dan penyimpanan data di database. Setiap komponen saling terhubung untuk menyediakan pengalaman pengguna yang lancar dan efisien.</a:t>
            </a:r>
          </a:p>
        </p:txBody>
      </p:sp>
      <p:sp>
        <p:nvSpPr>
          <p:cNvPr id="101" name="AutoShape 101"/>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Definition and Importance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cxnSp>
        <p:nvCxnSpPr>
          <p:cNvPr id="2" name="Connector 2"/>
          <p:cNvCxnSpPr/>
          <p:nvPr/>
        </p:nvCxnSpPr>
        <p:spPr>
          <a:xfrm>
            <a:off x="660400" y="1755243"/>
            <a:ext cx="0" cy="4287334"/>
          </a:xfrm>
          <a:prstGeom prst="line">
            <a:avLst/>
          </a:prstGeom>
          <a:ln w="6350" cap="flat" cmpd="sng">
            <a:solidFill>
              <a:srgbClr val="778495">
                <a:alpha val="50000"/>
              </a:srgbClr>
            </a:solidFill>
            <a:prstDash val="solid"/>
            <a:headEnd type="oval"/>
          </a:ln>
        </p:spPr>
      </p:cxnSp>
      <p:cxnSp>
        <p:nvCxnSpPr>
          <p:cNvPr id="3" name="Connector 3"/>
          <p:cNvCxnSpPr/>
          <p:nvPr/>
        </p:nvCxnSpPr>
        <p:spPr>
          <a:xfrm>
            <a:off x="4405739" y="1755243"/>
            <a:ext cx="0" cy="4287334"/>
          </a:xfrm>
          <a:prstGeom prst="line">
            <a:avLst/>
          </a:prstGeom>
          <a:ln w="6350" cap="flat" cmpd="sng">
            <a:solidFill>
              <a:srgbClr val="778495">
                <a:alpha val="50000"/>
              </a:srgbClr>
            </a:solidFill>
            <a:prstDash val="solid"/>
            <a:headEnd type="oval"/>
          </a:ln>
        </p:spPr>
      </p:cxnSp>
      <p:cxnSp>
        <p:nvCxnSpPr>
          <p:cNvPr id="4" name="Connector 4"/>
          <p:cNvCxnSpPr/>
          <p:nvPr/>
        </p:nvCxnSpPr>
        <p:spPr>
          <a:xfrm>
            <a:off x="8163779" y="1755243"/>
            <a:ext cx="0" cy="4287334"/>
          </a:xfrm>
          <a:prstGeom prst="line">
            <a:avLst/>
          </a:prstGeom>
          <a:ln w="6350" cap="flat" cmpd="sng">
            <a:solidFill>
              <a:srgbClr val="778495">
                <a:alpha val="50000"/>
              </a:srgbClr>
            </a:solidFill>
            <a:prstDash val="solid"/>
            <a:headEnd type="oval"/>
          </a:ln>
        </p:spPr>
      </p:cxnSp>
      <p:sp>
        <p:nvSpPr>
          <p:cNvPr id="5" name="AutoShape 5"/>
          <p:cNvSpPr/>
          <p:nvPr/>
        </p:nvSpPr>
        <p:spPr>
          <a:xfrm>
            <a:off x="863175" y="2401580"/>
            <a:ext cx="3139646" cy="2662801"/>
          </a:xfrm>
          <a:prstGeom prst="roundRect">
            <a:avLst>
              <a:gd name="adj" fmla="val 5931"/>
            </a:avLst>
          </a:prstGeom>
          <a:solidFill>
            <a:srgbClr val="778495">
              <a:alpha val="10000"/>
            </a:srgbClr>
          </a:solidFill>
          <a:ln cap="flat">
            <a:prstDash val="solid"/>
          </a:ln>
        </p:spPr>
        <p:txBody>
          <a:bodyPr vert="horz" wrap="square" lIns="108000" tIns="108000" rIns="108000" bIns="108000" anchor="t" anchorCtr="1">
            <a:noAutofit/>
          </a:bodyPr>
          <a:lstStyle/>
          <a:p>
            <a:pPr marL="0" algn="ctr">
              <a:lnSpc>
                <a:spcPct val="120000"/>
              </a:lnSpc>
            </a:pPr>
            <a:r>
              <a:rPr lang="zh-CN" altLang="en-US" sz="1400" b="0" i="0" u="none" baseline="0">
                <a:solidFill>
                  <a:srgbClr val="000000"/>
                </a:solidFill>
                <a:latin typeface="微软雅黑"/>
                <a:ea typeface="微软雅黑"/>
              </a:rPr>
              <a:t>Front-end development melibatkan pembuatan antarmuka pengguna yang menarik dan intuitif menggunakan HTML, CSS, dan JavaScript. Teknologi ini memastikan halaman web mudah dinavigasi dan responsif terhadap perangkat yang berbeda.</a:t>
            </a:r>
          </a:p>
        </p:txBody>
      </p:sp>
      <p:sp>
        <p:nvSpPr>
          <p:cNvPr id="6" name="AutoShape 6"/>
          <p:cNvSpPr/>
          <p:nvPr/>
        </p:nvSpPr>
        <p:spPr>
          <a:xfrm>
            <a:off x="863173" y="1658203"/>
            <a:ext cx="3139646" cy="538768"/>
          </a:xfrm>
          <a:prstGeom prst="roundRect">
            <a:avLst>
              <a:gd name="adj" fmla="val 15900"/>
            </a:avLst>
          </a:prstGeom>
          <a:solidFill>
            <a:schemeClr val="accent1"/>
          </a:solidFill>
          <a:ln cap="flat" cmpd="sng">
            <a:prstDash val="solid"/>
          </a:ln>
        </p:spPr>
        <p:txBody>
          <a:bodyPr vert="horz" wrap="square" lIns="108000" tIns="108000" rIns="108000" bIns="108000" anchor="ctr">
            <a:noAutofit/>
          </a:bodyPr>
          <a:lstStyle/>
          <a:p>
            <a:pPr marL="0" algn="ctr"/>
            <a:r>
              <a:rPr lang="zh-CN" altLang="en-US" sz="1600" b="1" i="0" u="none" baseline="0">
                <a:solidFill>
                  <a:schemeClr val="lt1"/>
                </a:solidFill>
                <a:latin typeface="微软雅黑"/>
                <a:ea typeface="微软雅黑"/>
              </a:rPr>
              <a:t>Front-End Development</a:t>
            </a:r>
          </a:p>
        </p:txBody>
      </p:sp>
      <p:sp>
        <p:nvSpPr>
          <p:cNvPr id="7" name="AutoShape 7"/>
          <p:cNvSpPr/>
          <p:nvPr/>
        </p:nvSpPr>
        <p:spPr>
          <a:xfrm>
            <a:off x="4608514" y="2425433"/>
            <a:ext cx="3139646" cy="2662801"/>
          </a:xfrm>
          <a:prstGeom prst="roundRect">
            <a:avLst>
              <a:gd name="adj" fmla="val 5931"/>
            </a:avLst>
          </a:prstGeom>
          <a:solidFill>
            <a:srgbClr val="778495">
              <a:alpha val="10000"/>
            </a:srgbClr>
          </a:solidFill>
          <a:ln cap="flat">
            <a:prstDash val="solid"/>
          </a:ln>
        </p:spPr>
        <p:txBody>
          <a:bodyPr vert="horz" wrap="square" lIns="108000" tIns="108000" rIns="108000" bIns="108000" anchor="t" anchorCtr="1">
            <a:noAutofit/>
          </a:bodyPr>
          <a:lstStyle/>
          <a:p>
            <a:pPr marL="0" algn="ctr">
              <a:lnSpc>
                <a:spcPct val="120000"/>
              </a:lnSpc>
            </a:pPr>
            <a:r>
              <a:rPr lang="zh-CN" altLang="en-US" sz="1400" b="0" i="0" u="none" baseline="0">
                <a:solidFill>
                  <a:srgbClr val="000000"/>
                </a:solidFill>
                <a:latin typeface="微软雅黑"/>
                <a:ea typeface="微软雅黑"/>
              </a:rPr>
              <a:t>Back-end development berfungsi untuk mengelola logika aplikasi dan interaksi dengan database. Ini menggunakan berbagai bahasa pemrograman dan server untuk memastikan data diproses dan disajikan secara efisien kepada pengguna.</a:t>
            </a:r>
          </a:p>
        </p:txBody>
      </p:sp>
      <p:sp>
        <p:nvSpPr>
          <p:cNvPr id="8" name="AutoShape 8"/>
          <p:cNvSpPr/>
          <p:nvPr/>
        </p:nvSpPr>
        <p:spPr>
          <a:xfrm>
            <a:off x="4608512" y="1682056"/>
            <a:ext cx="3139646" cy="538768"/>
          </a:xfrm>
          <a:prstGeom prst="roundRect">
            <a:avLst>
              <a:gd name="adj" fmla="val 15900"/>
            </a:avLst>
          </a:prstGeom>
          <a:solidFill>
            <a:schemeClr val="accent1">
              <a:alpha val="15000"/>
            </a:schemeClr>
          </a:solidFill>
          <a:ln cap="flat" cmpd="sng">
            <a:prstDash val="solid"/>
          </a:ln>
        </p:spPr>
        <p:txBody>
          <a:bodyPr vert="horz" wrap="square" lIns="108000" tIns="108000" rIns="108000" bIns="108000" anchor="ctr">
            <a:noAutofit/>
          </a:bodyPr>
          <a:lstStyle/>
          <a:p>
            <a:pPr marL="0" algn="ctr"/>
            <a:r>
              <a:rPr lang="zh-CN" altLang="en-US" sz="1600" b="1" i="0" u="none" baseline="0">
                <a:solidFill>
                  <a:srgbClr val="000000"/>
                </a:solidFill>
                <a:latin typeface="微软雅黑"/>
                <a:ea typeface="微软雅黑"/>
              </a:rPr>
              <a:t>Back-End Development</a:t>
            </a:r>
          </a:p>
        </p:txBody>
      </p:sp>
      <p:sp>
        <p:nvSpPr>
          <p:cNvPr id="9" name="AutoShape 9"/>
          <p:cNvSpPr/>
          <p:nvPr/>
        </p:nvSpPr>
        <p:spPr>
          <a:xfrm>
            <a:off x="8366554" y="2425433"/>
            <a:ext cx="3139646" cy="2662801"/>
          </a:xfrm>
          <a:prstGeom prst="roundRect">
            <a:avLst>
              <a:gd name="adj" fmla="val 5931"/>
            </a:avLst>
          </a:prstGeom>
          <a:solidFill>
            <a:srgbClr val="778495">
              <a:alpha val="10000"/>
            </a:srgbClr>
          </a:solidFill>
          <a:ln cap="flat">
            <a:prstDash val="solid"/>
          </a:ln>
        </p:spPr>
        <p:txBody>
          <a:bodyPr vert="horz" wrap="square" lIns="108000" tIns="108000" rIns="108000" bIns="108000" anchor="t" anchorCtr="1">
            <a:noAutofit/>
          </a:bodyPr>
          <a:lstStyle/>
          <a:p>
            <a:pPr marL="0" algn="ctr">
              <a:lnSpc>
                <a:spcPct val="120000"/>
              </a:lnSpc>
            </a:pPr>
            <a:r>
              <a:rPr lang="zh-CN" altLang="en-US" sz="1400" b="0" i="0" u="none" baseline="0">
                <a:solidFill>
                  <a:srgbClr val="000000"/>
                </a:solidFill>
                <a:latin typeface="微软雅黑"/>
                <a:ea typeface="微软雅黑"/>
              </a:rPr>
              <a:t>Pengelolaan database penting untuk menyimpan dan mengakses data yang diperlukan, seperti pengguna dan transaksi. Database yang seperti MySQL dan MongoDB membantu dalam pengorganisasian data agar mudah diambil dan dikelola.</a:t>
            </a:r>
          </a:p>
        </p:txBody>
      </p:sp>
      <p:sp>
        <p:nvSpPr>
          <p:cNvPr id="10" name="AutoShape 10"/>
          <p:cNvSpPr/>
          <p:nvPr/>
        </p:nvSpPr>
        <p:spPr>
          <a:xfrm>
            <a:off x="8366552" y="1682056"/>
            <a:ext cx="3139646" cy="538768"/>
          </a:xfrm>
          <a:prstGeom prst="roundRect">
            <a:avLst>
              <a:gd name="adj" fmla="val 15900"/>
            </a:avLst>
          </a:prstGeom>
          <a:solidFill>
            <a:schemeClr val="accent3">
              <a:alpha val="15000"/>
            </a:schemeClr>
          </a:solidFill>
          <a:ln cap="flat" cmpd="sng">
            <a:prstDash val="solid"/>
          </a:ln>
        </p:spPr>
        <p:txBody>
          <a:bodyPr vert="horz" wrap="square" lIns="108000" tIns="108000" rIns="108000" bIns="108000" anchor="ctr">
            <a:noAutofit/>
          </a:bodyPr>
          <a:lstStyle/>
          <a:p>
            <a:pPr marL="0" algn="ctr"/>
            <a:r>
              <a:rPr lang="zh-CN" altLang="en-US" sz="1600" b="1" i="0" u="none" baseline="0">
                <a:solidFill>
                  <a:srgbClr val="000000"/>
                </a:solidFill>
                <a:latin typeface="微软雅黑"/>
                <a:ea typeface="微软雅黑"/>
              </a:rPr>
              <a:t>Database Management</a:t>
            </a:r>
          </a:p>
        </p:txBody>
      </p:sp>
      <p:sp>
        <p:nvSpPr>
          <p:cNvPr id="11" name="AutoShape 11"/>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Key Components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Front-End Development</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02</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User Interface Design</a:t>
            </a:r>
          </a:p>
        </p:txBody>
      </p:sp>
      <p:sp>
        <p:nvSpPr>
          <p:cNvPr id="3" name="AutoShape 3"/>
          <p:cNvSpPr/>
          <p:nvPr/>
        </p:nvSpPr>
        <p:spPr>
          <a:xfrm>
            <a:off x="1203895" y="3190656"/>
            <a:ext cx="195080" cy="195080"/>
          </a:xfrm>
          <a:prstGeom prst="rect">
            <a:avLst/>
          </a:prstGeom>
          <a:gradFill>
            <a:gsLst>
              <a:gs pos="0">
                <a:srgbClr val="FFC717">
                  <a:lumMod val="60000"/>
                  <a:lumOff val="40000"/>
                </a:srgbClr>
              </a:gs>
              <a:gs pos="50000">
                <a:srgbClr val="FFC717"/>
              </a:gs>
            </a:gsLst>
            <a:lin ang="2700000"/>
          </a:gradFill>
          <a:ln cap="flat">
            <a:prstDash val="solid"/>
          </a:ln>
        </p:spPr>
        <p:txBody>
          <a:bodyPr vert="horz" wrap="none" lIns="91440" tIns="45720" rIns="91440" bIns="45720" anchor="ctr">
            <a:noAutofit/>
          </a:bodyPr>
          <a:lstStyle/>
          <a:p>
            <a:pPr marL="0" algn="ctr"/>
            <a:endParaRPr/>
          </a:p>
        </p:txBody>
      </p:sp>
      <p:sp>
        <p:nvSpPr>
          <p:cNvPr id="4" name="AutoShape 4"/>
          <p:cNvSpPr/>
          <p:nvPr/>
        </p:nvSpPr>
        <p:spPr>
          <a:xfrm>
            <a:off x="1203895" y="4965362"/>
            <a:ext cx="195080" cy="195080"/>
          </a:xfrm>
          <a:prstGeom prst="rect">
            <a:avLst/>
          </a:prstGeom>
          <a:gradFill>
            <a:gsLst>
              <a:gs pos="0">
                <a:srgbClr val="FF9A2C">
                  <a:lumMod val="60000"/>
                  <a:lumOff val="40000"/>
                </a:srgbClr>
              </a:gs>
              <a:gs pos="50000">
                <a:srgbClr val="FF9A2C"/>
              </a:gs>
            </a:gsLst>
            <a:lin ang="2700000"/>
          </a:gradFill>
        </p:spPr>
        <p:txBody>
          <a:bodyPr vert="horz" wrap="square" lIns="91440" tIns="45720" rIns="91440" bIns="45720" anchor="ctr">
            <a:prstTxWarp prst="textNoShape">
              <a:avLst/>
            </a:prstTxWarp>
            <a:normAutofit/>
          </a:bodyPr>
          <a:lstStyle/>
          <a:p>
            <a:pPr marL="0" algn="ctr"/>
            <a:endParaRPr/>
          </a:p>
        </p:txBody>
      </p:sp>
      <p:sp>
        <p:nvSpPr>
          <p:cNvPr id="5" name="AutoShape 5"/>
          <p:cNvSpPr/>
          <p:nvPr/>
        </p:nvSpPr>
        <p:spPr>
          <a:xfrm>
            <a:off x="1203895" y="1604448"/>
            <a:ext cx="195080" cy="195080"/>
          </a:xfrm>
          <a:prstGeom prst="rect">
            <a:avLst/>
          </a:prstGeom>
          <a:gradFill>
            <a:gsLst>
              <a:gs pos="0">
                <a:srgbClr val="FF9A2C">
                  <a:lumMod val="60000"/>
                  <a:lumOff val="40000"/>
                </a:srgbClr>
              </a:gs>
              <a:gs pos="50000">
                <a:srgbClr val="FF9A2C"/>
              </a:gs>
            </a:gsLst>
            <a:lin ang="2700000"/>
          </a:gradFill>
        </p:spPr>
        <p:txBody>
          <a:bodyPr vert="horz" wrap="square" lIns="91440" tIns="45720" rIns="91440" bIns="45720" anchor="ctr">
            <a:prstTxWarp prst="textNoShape">
              <a:avLst/>
            </a:prstTxWarp>
            <a:normAutofit/>
          </a:bodyPr>
          <a:lstStyle/>
          <a:p>
            <a:pPr marL="0" algn="ctr"/>
            <a:endParaRPr/>
          </a:p>
        </p:txBody>
      </p:sp>
      <p:sp>
        <p:nvSpPr>
          <p:cNvPr id="6" name="TextBox 6"/>
          <p:cNvSpPr txBox="1"/>
          <p:nvPr/>
        </p:nvSpPr>
        <p:spPr>
          <a:xfrm>
            <a:off x="1488423" y="1859667"/>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HTML adalah bahasa markup dasar untuk membuat struktur halaman web. Elemen HTML seperti tag, atribut, dan struktur hierarki membentuk kerangka halaman yang ditampilkan oleh browser.</a:t>
            </a:r>
            <a:endParaRPr lang="en-US" sz="1100"/>
          </a:p>
        </p:txBody>
      </p:sp>
      <p:sp>
        <p:nvSpPr>
          <p:cNvPr id="7" name="TextBox 7"/>
          <p:cNvSpPr txBox="1"/>
          <p:nvPr/>
        </p:nvSpPr>
        <p:spPr>
          <a:xfrm>
            <a:off x="1488850" y="1521113"/>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HTML Basics</a:t>
            </a:r>
            <a:endParaRPr lang="en-US" sz="1100"/>
          </a:p>
        </p:txBody>
      </p:sp>
      <p:sp>
        <p:nvSpPr>
          <p:cNvPr id="8" name="TextBox 8"/>
          <p:cNvSpPr txBox="1"/>
          <p:nvPr/>
        </p:nvSpPr>
        <p:spPr>
          <a:xfrm>
            <a:off x="1488423" y="3443980"/>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CSS digunakan untuk mendesain halaman web, mempengaruhi aspek visual seperti warna, font, dan tata letak. Dengan prinsip CSS yang baik, pengembang dapat menciptakan pengalaman pengguna yang menarik dan mudah diakses.</a:t>
            </a:r>
            <a:endParaRPr lang="en-US" sz="1100"/>
          </a:p>
        </p:txBody>
      </p:sp>
      <p:sp>
        <p:nvSpPr>
          <p:cNvPr id="9" name="TextBox 9"/>
          <p:cNvSpPr txBox="1"/>
          <p:nvPr/>
        </p:nvSpPr>
        <p:spPr>
          <a:xfrm>
            <a:off x="1488850" y="3105426"/>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CSS Styling Techniques</a:t>
            </a:r>
            <a:endParaRPr lang="en-US" sz="1100"/>
          </a:p>
        </p:txBody>
      </p:sp>
      <p:sp>
        <p:nvSpPr>
          <p:cNvPr id="10" name="TextBox 10"/>
          <p:cNvSpPr txBox="1"/>
          <p:nvPr/>
        </p:nvSpPr>
        <p:spPr>
          <a:xfrm>
            <a:off x="1488423" y="5216791"/>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JavaScript menambah lapisan interaktivitas pada halaman web, memungkinkan pengguna untuk berinteraksi dengan elemen tanpa harus memuat ulang halaman. Fitur seperti manipulasi DOM, validasi form, dan perpustakaan seperti jQuery meningkatkan pengalaman pengguna.</a:t>
            </a:r>
            <a:endParaRPr lang="en-US" sz="1100"/>
          </a:p>
        </p:txBody>
      </p:sp>
      <p:sp>
        <p:nvSpPr>
          <p:cNvPr id="11" name="TextBox 11"/>
          <p:cNvSpPr txBox="1"/>
          <p:nvPr/>
        </p:nvSpPr>
        <p:spPr>
          <a:xfrm>
            <a:off x="1488850" y="4878237"/>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JavaScript for Interactivity</a:t>
            </a:r>
            <a:endParaRPr lang="en-US" sz="1100"/>
          </a:p>
        </p:txBody>
      </p:sp>
      <p:sp>
        <p:nvSpPr>
          <p:cNvPr id="12" name="Freeform 12"/>
          <p:cNvSpPr/>
          <p:nvPr/>
        </p:nvSpPr>
        <p:spPr>
          <a:xfrm>
            <a:off x="8058490" y="2356670"/>
            <a:ext cx="2566021" cy="3879030"/>
          </a:xfrm>
          <a:custGeom>
            <a:avLst/>
            <a:gdLst/>
            <a:ahLst/>
            <a:cxnLst/>
            <a:rect l="l" t="t" r="r" b="b"/>
            <a:pathLst>
              <a:path w="689" h="1041">
                <a:moveTo>
                  <a:pt x="534" y="591"/>
                </a:moveTo>
                <a:cubicBezTo>
                  <a:pt x="537" y="590"/>
                  <a:pt x="597" y="559"/>
                  <a:pt x="667" y="589"/>
                </a:cubicBezTo>
                <a:cubicBezTo>
                  <a:pt x="667" y="589"/>
                  <a:pt x="587" y="584"/>
                  <a:pt x="509" y="634"/>
                </a:cubicBezTo>
                <a:cubicBezTo>
                  <a:pt x="493" y="644"/>
                  <a:pt x="477" y="657"/>
                  <a:pt x="462" y="672"/>
                </a:cubicBezTo>
                <a:cubicBezTo>
                  <a:pt x="442" y="692"/>
                  <a:pt x="423" y="718"/>
                  <a:pt x="407" y="750"/>
                </a:cubicBezTo>
                <a:cubicBezTo>
                  <a:pt x="401" y="762"/>
                  <a:pt x="395" y="775"/>
                  <a:pt x="390" y="788"/>
                </a:cubicBezTo>
                <a:cubicBezTo>
                  <a:pt x="390" y="788"/>
                  <a:pt x="374" y="851"/>
                  <a:pt x="381" y="961"/>
                </a:cubicBezTo>
                <a:cubicBezTo>
                  <a:pt x="381" y="961"/>
                  <a:pt x="381" y="970"/>
                  <a:pt x="383" y="983"/>
                </a:cubicBezTo>
                <a:cubicBezTo>
                  <a:pt x="383" y="983"/>
                  <a:pt x="383" y="983"/>
                  <a:pt x="383" y="983"/>
                </a:cubicBezTo>
                <a:cubicBezTo>
                  <a:pt x="387" y="1000"/>
                  <a:pt x="387" y="1026"/>
                  <a:pt x="411" y="1041"/>
                </a:cubicBezTo>
                <a:cubicBezTo>
                  <a:pt x="227" y="1041"/>
                  <a:pt x="227" y="1041"/>
                  <a:pt x="227" y="1041"/>
                </a:cubicBezTo>
                <a:cubicBezTo>
                  <a:pt x="227" y="1041"/>
                  <a:pt x="258" y="1034"/>
                  <a:pt x="266" y="968"/>
                </a:cubicBezTo>
                <a:cubicBezTo>
                  <a:pt x="266" y="968"/>
                  <a:pt x="266" y="968"/>
                  <a:pt x="266" y="968"/>
                </a:cubicBezTo>
                <a:cubicBezTo>
                  <a:pt x="267" y="935"/>
                  <a:pt x="270" y="901"/>
                  <a:pt x="274" y="866"/>
                </a:cubicBezTo>
                <a:cubicBezTo>
                  <a:pt x="289" y="744"/>
                  <a:pt x="247" y="642"/>
                  <a:pt x="196" y="596"/>
                </a:cubicBezTo>
                <a:cubicBezTo>
                  <a:pt x="192" y="592"/>
                  <a:pt x="188" y="589"/>
                  <a:pt x="184" y="586"/>
                </a:cubicBezTo>
                <a:cubicBezTo>
                  <a:pt x="134" y="551"/>
                  <a:pt x="73" y="547"/>
                  <a:pt x="19" y="496"/>
                </a:cubicBezTo>
                <a:cubicBezTo>
                  <a:pt x="13" y="489"/>
                  <a:pt x="6" y="482"/>
                  <a:pt x="0" y="473"/>
                </a:cubicBezTo>
                <a:cubicBezTo>
                  <a:pt x="1" y="474"/>
                  <a:pt x="9" y="482"/>
                  <a:pt x="23" y="490"/>
                </a:cubicBezTo>
                <a:cubicBezTo>
                  <a:pt x="23" y="490"/>
                  <a:pt x="23" y="490"/>
                  <a:pt x="23" y="490"/>
                </a:cubicBezTo>
                <a:cubicBezTo>
                  <a:pt x="37" y="499"/>
                  <a:pt x="57" y="509"/>
                  <a:pt x="82" y="516"/>
                </a:cubicBezTo>
                <a:cubicBezTo>
                  <a:pt x="103" y="522"/>
                  <a:pt x="126" y="526"/>
                  <a:pt x="154" y="527"/>
                </a:cubicBezTo>
                <a:cubicBezTo>
                  <a:pt x="154" y="527"/>
                  <a:pt x="137" y="509"/>
                  <a:pt x="120" y="479"/>
                </a:cubicBezTo>
                <a:cubicBezTo>
                  <a:pt x="114" y="470"/>
                  <a:pt x="108" y="459"/>
                  <a:pt x="103" y="447"/>
                </a:cubicBezTo>
                <a:cubicBezTo>
                  <a:pt x="94" y="429"/>
                  <a:pt x="86" y="408"/>
                  <a:pt x="81" y="386"/>
                </a:cubicBezTo>
                <a:cubicBezTo>
                  <a:pt x="77" y="372"/>
                  <a:pt x="74" y="356"/>
                  <a:pt x="73" y="340"/>
                </a:cubicBezTo>
                <a:cubicBezTo>
                  <a:pt x="72" y="332"/>
                  <a:pt x="72" y="323"/>
                  <a:pt x="72" y="314"/>
                </a:cubicBezTo>
                <a:cubicBezTo>
                  <a:pt x="73" y="303"/>
                  <a:pt x="74" y="291"/>
                  <a:pt x="76" y="280"/>
                </a:cubicBezTo>
                <a:cubicBezTo>
                  <a:pt x="76" y="280"/>
                  <a:pt x="76" y="290"/>
                  <a:pt x="79" y="305"/>
                </a:cubicBezTo>
                <a:cubicBezTo>
                  <a:pt x="80" y="311"/>
                  <a:pt x="82" y="316"/>
                  <a:pt x="83" y="323"/>
                </a:cubicBezTo>
                <a:cubicBezTo>
                  <a:pt x="89" y="346"/>
                  <a:pt x="98" y="377"/>
                  <a:pt x="115" y="406"/>
                </a:cubicBezTo>
                <a:cubicBezTo>
                  <a:pt x="120" y="416"/>
                  <a:pt x="126" y="426"/>
                  <a:pt x="133" y="435"/>
                </a:cubicBezTo>
                <a:cubicBezTo>
                  <a:pt x="139" y="442"/>
                  <a:pt x="145" y="450"/>
                  <a:pt x="151" y="458"/>
                </a:cubicBezTo>
                <a:cubicBezTo>
                  <a:pt x="151" y="458"/>
                  <a:pt x="151" y="458"/>
                  <a:pt x="151" y="458"/>
                </a:cubicBezTo>
                <a:cubicBezTo>
                  <a:pt x="153" y="460"/>
                  <a:pt x="155" y="462"/>
                  <a:pt x="157" y="465"/>
                </a:cubicBezTo>
                <a:cubicBezTo>
                  <a:pt x="171" y="482"/>
                  <a:pt x="187" y="500"/>
                  <a:pt x="203" y="518"/>
                </a:cubicBezTo>
                <a:cubicBezTo>
                  <a:pt x="203" y="518"/>
                  <a:pt x="203" y="518"/>
                  <a:pt x="203" y="518"/>
                </a:cubicBezTo>
                <a:cubicBezTo>
                  <a:pt x="216" y="534"/>
                  <a:pt x="230" y="550"/>
                  <a:pt x="243" y="567"/>
                </a:cubicBezTo>
                <a:cubicBezTo>
                  <a:pt x="270" y="601"/>
                  <a:pt x="293" y="637"/>
                  <a:pt x="303" y="671"/>
                </a:cubicBezTo>
                <a:cubicBezTo>
                  <a:pt x="303" y="671"/>
                  <a:pt x="317" y="642"/>
                  <a:pt x="332" y="594"/>
                </a:cubicBezTo>
                <a:cubicBezTo>
                  <a:pt x="333" y="593"/>
                  <a:pt x="333" y="593"/>
                  <a:pt x="333" y="592"/>
                </a:cubicBezTo>
                <a:cubicBezTo>
                  <a:pt x="342" y="565"/>
                  <a:pt x="351" y="532"/>
                  <a:pt x="359" y="494"/>
                </a:cubicBezTo>
                <a:cubicBezTo>
                  <a:pt x="359" y="491"/>
                  <a:pt x="360" y="489"/>
                  <a:pt x="360" y="486"/>
                </a:cubicBezTo>
                <a:cubicBezTo>
                  <a:pt x="361" y="484"/>
                  <a:pt x="361" y="482"/>
                  <a:pt x="361" y="481"/>
                </a:cubicBezTo>
                <a:cubicBezTo>
                  <a:pt x="364" y="468"/>
                  <a:pt x="366" y="454"/>
                  <a:pt x="368" y="440"/>
                </a:cubicBezTo>
                <a:cubicBezTo>
                  <a:pt x="369" y="436"/>
                  <a:pt x="369" y="431"/>
                  <a:pt x="370" y="427"/>
                </a:cubicBezTo>
                <a:cubicBezTo>
                  <a:pt x="373" y="400"/>
                  <a:pt x="375" y="371"/>
                  <a:pt x="376" y="342"/>
                </a:cubicBezTo>
                <a:cubicBezTo>
                  <a:pt x="376" y="337"/>
                  <a:pt x="376" y="332"/>
                  <a:pt x="376" y="327"/>
                </a:cubicBezTo>
                <a:cubicBezTo>
                  <a:pt x="376" y="314"/>
                  <a:pt x="376" y="301"/>
                  <a:pt x="375" y="288"/>
                </a:cubicBezTo>
                <a:cubicBezTo>
                  <a:pt x="375" y="287"/>
                  <a:pt x="375" y="287"/>
                  <a:pt x="375" y="287"/>
                </a:cubicBezTo>
                <a:cubicBezTo>
                  <a:pt x="375" y="281"/>
                  <a:pt x="374" y="276"/>
                  <a:pt x="374" y="270"/>
                </a:cubicBezTo>
                <a:cubicBezTo>
                  <a:pt x="374" y="270"/>
                  <a:pt x="374" y="270"/>
                  <a:pt x="374" y="270"/>
                </a:cubicBezTo>
                <a:cubicBezTo>
                  <a:pt x="374" y="265"/>
                  <a:pt x="373" y="261"/>
                  <a:pt x="373" y="257"/>
                </a:cubicBezTo>
                <a:cubicBezTo>
                  <a:pt x="372" y="243"/>
                  <a:pt x="370" y="229"/>
                  <a:pt x="368" y="215"/>
                </a:cubicBezTo>
                <a:cubicBezTo>
                  <a:pt x="367" y="207"/>
                  <a:pt x="365" y="199"/>
                  <a:pt x="364" y="191"/>
                </a:cubicBezTo>
                <a:cubicBezTo>
                  <a:pt x="363" y="190"/>
                  <a:pt x="363" y="189"/>
                  <a:pt x="363" y="188"/>
                </a:cubicBezTo>
                <a:cubicBezTo>
                  <a:pt x="363" y="188"/>
                  <a:pt x="363" y="188"/>
                  <a:pt x="363" y="188"/>
                </a:cubicBezTo>
                <a:cubicBezTo>
                  <a:pt x="362" y="181"/>
                  <a:pt x="360" y="173"/>
                  <a:pt x="358" y="165"/>
                </a:cubicBezTo>
                <a:cubicBezTo>
                  <a:pt x="352" y="139"/>
                  <a:pt x="344" y="113"/>
                  <a:pt x="334" y="86"/>
                </a:cubicBezTo>
                <a:cubicBezTo>
                  <a:pt x="332" y="80"/>
                  <a:pt x="330" y="74"/>
                  <a:pt x="327" y="67"/>
                </a:cubicBezTo>
                <a:cubicBezTo>
                  <a:pt x="323" y="57"/>
                  <a:pt x="319" y="48"/>
                  <a:pt x="314" y="38"/>
                </a:cubicBezTo>
                <a:cubicBezTo>
                  <a:pt x="308" y="25"/>
                  <a:pt x="302" y="12"/>
                  <a:pt x="295" y="0"/>
                </a:cubicBezTo>
                <a:cubicBezTo>
                  <a:pt x="296" y="1"/>
                  <a:pt x="310" y="14"/>
                  <a:pt x="328" y="39"/>
                </a:cubicBezTo>
                <a:cubicBezTo>
                  <a:pt x="334" y="47"/>
                  <a:pt x="340" y="56"/>
                  <a:pt x="346" y="66"/>
                </a:cubicBezTo>
                <a:cubicBezTo>
                  <a:pt x="346" y="66"/>
                  <a:pt x="346" y="66"/>
                  <a:pt x="346" y="66"/>
                </a:cubicBezTo>
                <a:cubicBezTo>
                  <a:pt x="359" y="87"/>
                  <a:pt x="373" y="114"/>
                  <a:pt x="386" y="146"/>
                </a:cubicBezTo>
                <a:cubicBezTo>
                  <a:pt x="392" y="163"/>
                  <a:pt x="398" y="181"/>
                  <a:pt x="404" y="201"/>
                </a:cubicBezTo>
                <a:cubicBezTo>
                  <a:pt x="406" y="210"/>
                  <a:pt x="408" y="218"/>
                  <a:pt x="410" y="228"/>
                </a:cubicBezTo>
                <a:cubicBezTo>
                  <a:pt x="410" y="228"/>
                  <a:pt x="410" y="228"/>
                  <a:pt x="410" y="228"/>
                </a:cubicBezTo>
                <a:cubicBezTo>
                  <a:pt x="412" y="238"/>
                  <a:pt x="414" y="248"/>
                  <a:pt x="416" y="259"/>
                </a:cubicBezTo>
                <a:cubicBezTo>
                  <a:pt x="420" y="281"/>
                  <a:pt x="423" y="305"/>
                  <a:pt x="424" y="331"/>
                </a:cubicBezTo>
                <a:cubicBezTo>
                  <a:pt x="424" y="340"/>
                  <a:pt x="425" y="350"/>
                  <a:pt x="425" y="361"/>
                </a:cubicBezTo>
                <a:cubicBezTo>
                  <a:pt x="425" y="370"/>
                  <a:pt x="425" y="379"/>
                  <a:pt x="425" y="389"/>
                </a:cubicBezTo>
                <a:cubicBezTo>
                  <a:pt x="425" y="389"/>
                  <a:pt x="429" y="381"/>
                  <a:pt x="437" y="370"/>
                </a:cubicBezTo>
                <a:cubicBezTo>
                  <a:pt x="442" y="362"/>
                  <a:pt x="449" y="353"/>
                  <a:pt x="457" y="344"/>
                </a:cubicBezTo>
                <a:cubicBezTo>
                  <a:pt x="467" y="331"/>
                  <a:pt x="478" y="317"/>
                  <a:pt x="491" y="306"/>
                </a:cubicBezTo>
                <a:cubicBezTo>
                  <a:pt x="495" y="302"/>
                  <a:pt x="501" y="297"/>
                  <a:pt x="506" y="291"/>
                </a:cubicBezTo>
                <a:cubicBezTo>
                  <a:pt x="511" y="286"/>
                  <a:pt x="515" y="281"/>
                  <a:pt x="520" y="275"/>
                </a:cubicBezTo>
                <a:cubicBezTo>
                  <a:pt x="528" y="265"/>
                  <a:pt x="537" y="253"/>
                  <a:pt x="546" y="239"/>
                </a:cubicBezTo>
                <a:cubicBezTo>
                  <a:pt x="546" y="239"/>
                  <a:pt x="546" y="239"/>
                  <a:pt x="546" y="239"/>
                </a:cubicBezTo>
                <a:cubicBezTo>
                  <a:pt x="551" y="231"/>
                  <a:pt x="556" y="222"/>
                  <a:pt x="561" y="213"/>
                </a:cubicBezTo>
                <a:cubicBezTo>
                  <a:pt x="575" y="186"/>
                  <a:pt x="588" y="153"/>
                  <a:pt x="599" y="113"/>
                </a:cubicBezTo>
                <a:cubicBezTo>
                  <a:pt x="602" y="101"/>
                  <a:pt x="605" y="88"/>
                  <a:pt x="608" y="74"/>
                </a:cubicBezTo>
                <a:cubicBezTo>
                  <a:pt x="608" y="74"/>
                  <a:pt x="611" y="91"/>
                  <a:pt x="608" y="120"/>
                </a:cubicBezTo>
                <a:cubicBezTo>
                  <a:pt x="608" y="123"/>
                  <a:pt x="607" y="127"/>
                  <a:pt x="607" y="131"/>
                </a:cubicBezTo>
                <a:cubicBezTo>
                  <a:pt x="607" y="131"/>
                  <a:pt x="607" y="131"/>
                  <a:pt x="607" y="131"/>
                </a:cubicBezTo>
                <a:cubicBezTo>
                  <a:pt x="606" y="137"/>
                  <a:pt x="605" y="143"/>
                  <a:pt x="604" y="150"/>
                </a:cubicBezTo>
                <a:cubicBezTo>
                  <a:pt x="600" y="174"/>
                  <a:pt x="592" y="203"/>
                  <a:pt x="578" y="235"/>
                </a:cubicBezTo>
                <a:cubicBezTo>
                  <a:pt x="574" y="244"/>
                  <a:pt x="570" y="253"/>
                  <a:pt x="566" y="262"/>
                </a:cubicBezTo>
                <a:cubicBezTo>
                  <a:pt x="563" y="268"/>
                  <a:pt x="560" y="274"/>
                  <a:pt x="556" y="280"/>
                </a:cubicBezTo>
                <a:cubicBezTo>
                  <a:pt x="553" y="286"/>
                  <a:pt x="550" y="291"/>
                  <a:pt x="547" y="297"/>
                </a:cubicBezTo>
                <a:cubicBezTo>
                  <a:pt x="544" y="302"/>
                  <a:pt x="541" y="306"/>
                  <a:pt x="538" y="311"/>
                </a:cubicBezTo>
                <a:cubicBezTo>
                  <a:pt x="521" y="337"/>
                  <a:pt x="508" y="359"/>
                  <a:pt x="496" y="376"/>
                </a:cubicBezTo>
                <a:cubicBezTo>
                  <a:pt x="493" y="379"/>
                  <a:pt x="491" y="383"/>
                  <a:pt x="489" y="386"/>
                </a:cubicBezTo>
                <a:cubicBezTo>
                  <a:pt x="448" y="446"/>
                  <a:pt x="439" y="449"/>
                  <a:pt x="427" y="479"/>
                </a:cubicBezTo>
                <a:cubicBezTo>
                  <a:pt x="427" y="479"/>
                  <a:pt x="426" y="483"/>
                  <a:pt x="425" y="489"/>
                </a:cubicBezTo>
                <a:cubicBezTo>
                  <a:pt x="425" y="492"/>
                  <a:pt x="424" y="497"/>
                  <a:pt x="423" y="501"/>
                </a:cubicBezTo>
                <a:cubicBezTo>
                  <a:pt x="419" y="526"/>
                  <a:pt x="411" y="568"/>
                  <a:pt x="406" y="605"/>
                </a:cubicBezTo>
                <a:cubicBezTo>
                  <a:pt x="401" y="635"/>
                  <a:pt x="397" y="663"/>
                  <a:pt x="396" y="677"/>
                </a:cubicBezTo>
                <a:cubicBezTo>
                  <a:pt x="396" y="677"/>
                  <a:pt x="444" y="624"/>
                  <a:pt x="496" y="584"/>
                </a:cubicBezTo>
                <a:cubicBezTo>
                  <a:pt x="502" y="579"/>
                  <a:pt x="509" y="574"/>
                  <a:pt x="515" y="570"/>
                </a:cubicBezTo>
                <a:cubicBezTo>
                  <a:pt x="545" y="548"/>
                  <a:pt x="581" y="519"/>
                  <a:pt x="614" y="485"/>
                </a:cubicBezTo>
                <a:cubicBezTo>
                  <a:pt x="615" y="485"/>
                  <a:pt x="615" y="484"/>
                  <a:pt x="616" y="483"/>
                </a:cubicBezTo>
                <a:cubicBezTo>
                  <a:pt x="644" y="454"/>
                  <a:pt x="669" y="422"/>
                  <a:pt x="685" y="390"/>
                </a:cubicBezTo>
                <a:cubicBezTo>
                  <a:pt x="686" y="387"/>
                  <a:pt x="688" y="385"/>
                  <a:pt x="689" y="383"/>
                </a:cubicBezTo>
                <a:cubicBezTo>
                  <a:pt x="689" y="383"/>
                  <a:pt x="688" y="386"/>
                  <a:pt x="686" y="390"/>
                </a:cubicBezTo>
                <a:cubicBezTo>
                  <a:pt x="681" y="406"/>
                  <a:pt x="665" y="444"/>
                  <a:pt x="632" y="490"/>
                </a:cubicBezTo>
                <a:cubicBezTo>
                  <a:pt x="631" y="490"/>
                  <a:pt x="631" y="491"/>
                  <a:pt x="630" y="492"/>
                </a:cubicBezTo>
                <a:cubicBezTo>
                  <a:pt x="607" y="523"/>
                  <a:pt x="576" y="558"/>
                  <a:pt x="534" y="591"/>
                </a:cubicBezTo>
                <a:close/>
              </a:path>
            </a:pathLst>
          </a:custGeom>
          <a:solidFill>
            <a:srgbClr val="FFC529"/>
          </a:solidFill>
          <a:ln cap="flat">
            <a:prstDash val="solid"/>
          </a:ln>
        </p:spPr>
        <p:txBody>
          <a:bodyPr vert="horz" wrap="square" lIns="91440" tIns="45720" rIns="91440" bIns="45720" anchor="ctr">
            <a:normAutofit/>
          </a:bodyPr>
          <a:lstStyle/>
          <a:p>
            <a:pPr marL="0" algn="ctr"/>
            <a:endParaRPr/>
          </a:p>
        </p:txBody>
      </p:sp>
      <p:sp>
        <p:nvSpPr>
          <p:cNvPr id="13" name="Freeform 13"/>
          <p:cNvSpPr/>
          <p:nvPr/>
        </p:nvSpPr>
        <p:spPr>
          <a:xfrm>
            <a:off x="8208481" y="3288929"/>
            <a:ext cx="1218399" cy="1220707"/>
          </a:xfrm>
          <a:custGeom>
            <a:avLst/>
            <a:gdLst/>
            <a:ahLst/>
            <a:cxnLst/>
            <a:rect l="l" t="t" r="r" b="b"/>
            <a:pathLst>
              <a:path w="327" h="328">
                <a:moveTo>
                  <a:pt x="323" y="198"/>
                </a:moveTo>
                <a:cubicBezTo>
                  <a:pt x="321" y="209"/>
                  <a:pt x="317" y="219"/>
                  <a:pt x="313" y="229"/>
                </a:cubicBezTo>
                <a:cubicBezTo>
                  <a:pt x="312" y="231"/>
                  <a:pt x="311" y="233"/>
                  <a:pt x="310" y="235"/>
                </a:cubicBezTo>
                <a:cubicBezTo>
                  <a:pt x="295" y="266"/>
                  <a:pt x="270" y="291"/>
                  <a:pt x="240" y="307"/>
                </a:cubicBezTo>
                <a:cubicBezTo>
                  <a:pt x="228" y="313"/>
                  <a:pt x="216" y="318"/>
                  <a:pt x="203" y="321"/>
                </a:cubicBezTo>
                <a:cubicBezTo>
                  <a:pt x="193" y="323"/>
                  <a:pt x="183" y="325"/>
                  <a:pt x="173" y="325"/>
                </a:cubicBezTo>
                <a:cubicBezTo>
                  <a:pt x="121" y="328"/>
                  <a:pt x="74" y="306"/>
                  <a:pt x="42" y="270"/>
                </a:cubicBezTo>
                <a:cubicBezTo>
                  <a:pt x="31" y="257"/>
                  <a:pt x="22" y="243"/>
                  <a:pt x="15" y="227"/>
                </a:cubicBezTo>
                <a:cubicBezTo>
                  <a:pt x="8" y="210"/>
                  <a:pt x="3" y="191"/>
                  <a:pt x="2" y="171"/>
                </a:cubicBezTo>
                <a:cubicBezTo>
                  <a:pt x="0" y="133"/>
                  <a:pt x="12" y="97"/>
                  <a:pt x="32" y="68"/>
                </a:cubicBezTo>
                <a:cubicBezTo>
                  <a:pt x="35" y="65"/>
                  <a:pt x="37" y="62"/>
                  <a:pt x="39" y="59"/>
                </a:cubicBezTo>
                <a:cubicBezTo>
                  <a:pt x="55" y="40"/>
                  <a:pt x="76" y="24"/>
                  <a:pt x="99" y="14"/>
                </a:cubicBezTo>
                <a:cubicBezTo>
                  <a:pt x="109" y="10"/>
                  <a:pt x="120" y="6"/>
                  <a:pt x="132" y="4"/>
                </a:cubicBezTo>
                <a:cubicBezTo>
                  <a:pt x="139" y="2"/>
                  <a:pt x="147" y="1"/>
                  <a:pt x="155" y="1"/>
                </a:cubicBezTo>
                <a:cubicBezTo>
                  <a:pt x="155" y="1"/>
                  <a:pt x="155" y="1"/>
                  <a:pt x="155" y="1"/>
                </a:cubicBezTo>
                <a:cubicBezTo>
                  <a:pt x="155" y="1"/>
                  <a:pt x="156" y="1"/>
                  <a:pt x="156" y="1"/>
                </a:cubicBezTo>
                <a:cubicBezTo>
                  <a:pt x="165" y="0"/>
                  <a:pt x="173" y="0"/>
                  <a:pt x="182" y="1"/>
                </a:cubicBezTo>
                <a:cubicBezTo>
                  <a:pt x="182" y="1"/>
                  <a:pt x="182" y="1"/>
                  <a:pt x="182" y="1"/>
                </a:cubicBezTo>
                <a:cubicBezTo>
                  <a:pt x="206" y="4"/>
                  <a:pt x="228" y="12"/>
                  <a:pt x="248" y="24"/>
                </a:cubicBezTo>
                <a:cubicBezTo>
                  <a:pt x="253" y="27"/>
                  <a:pt x="259" y="30"/>
                  <a:pt x="264" y="34"/>
                </a:cubicBezTo>
                <a:cubicBezTo>
                  <a:pt x="277" y="45"/>
                  <a:pt x="290" y="58"/>
                  <a:pt x="299" y="72"/>
                </a:cubicBezTo>
                <a:cubicBezTo>
                  <a:pt x="299" y="73"/>
                  <a:pt x="299" y="73"/>
                  <a:pt x="299" y="73"/>
                </a:cubicBezTo>
                <a:cubicBezTo>
                  <a:pt x="302" y="77"/>
                  <a:pt x="305" y="82"/>
                  <a:pt x="308" y="86"/>
                </a:cubicBezTo>
                <a:cubicBezTo>
                  <a:pt x="319" y="107"/>
                  <a:pt x="325" y="130"/>
                  <a:pt x="327" y="155"/>
                </a:cubicBezTo>
                <a:cubicBezTo>
                  <a:pt x="327" y="170"/>
                  <a:pt x="326" y="184"/>
                  <a:pt x="323" y="198"/>
                </a:cubicBezTo>
                <a:close/>
              </a:path>
            </a:pathLst>
          </a:custGeom>
          <a:solidFill>
            <a:schemeClr val="accent2">
              <a:lumMod val="20000"/>
              <a:lumOff val="80000"/>
            </a:schemeClr>
          </a:solidFill>
        </p:spPr>
        <p:txBody>
          <a:bodyPr vert="horz" wrap="square" lIns="91440" tIns="45720" rIns="91440" bIns="45720" anchor="ctr">
            <a:normAutofit/>
          </a:bodyPr>
          <a:lstStyle/>
          <a:p>
            <a:pPr marL="0" algn="ctr"/>
            <a:endParaRPr/>
          </a:p>
        </p:txBody>
      </p:sp>
      <p:sp>
        <p:nvSpPr>
          <p:cNvPr id="14" name="Freeform 14"/>
          <p:cNvSpPr/>
          <p:nvPr/>
        </p:nvSpPr>
        <p:spPr>
          <a:xfrm>
            <a:off x="7735429" y="2682036"/>
            <a:ext cx="535357" cy="535357"/>
          </a:xfrm>
          <a:custGeom>
            <a:avLst/>
            <a:gdLst/>
            <a:ahLst/>
            <a:cxnLst/>
            <a:rect l="l" t="t" r="r" b="b"/>
            <a:pathLst>
              <a:path w="144" h="144">
                <a:moveTo>
                  <a:pt x="142" y="69"/>
                </a:moveTo>
                <a:cubicBezTo>
                  <a:pt x="144" y="107"/>
                  <a:pt x="114" y="140"/>
                  <a:pt x="76" y="142"/>
                </a:cubicBezTo>
                <a:cubicBezTo>
                  <a:pt x="37" y="144"/>
                  <a:pt x="4" y="114"/>
                  <a:pt x="2" y="76"/>
                </a:cubicBezTo>
                <a:cubicBezTo>
                  <a:pt x="0" y="37"/>
                  <a:pt x="30" y="4"/>
                  <a:pt x="69" y="2"/>
                </a:cubicBezTo>
                <a:cubicBezTo>
                  <a:pt x="107" y="0"/>
                  <a:pt x="140" y="30"/>
                  <a:pt x="142" y="69"/>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5" name="Freeform 15"/>
          <p:cNvSpPr/>
          <p:nvPr/>
        </p:nvSpPr>
        <p:spPr>
          <a:xfrm>
            <a:off x="10377600" y="3325850"/>
            <a:ext cx="537665" cy="535357"/>
          </a:xfrm>
          <a:custGeom>
            <a:avLst/>
            <a:gdLst/>
            <a:ahLst/>
            <a:cxnLst/>
            <a:rect l="l" t="t" r="r" b="b"/>
            <a:pathLst>
              <a:path w="144" h="144">
                <a:moveTo>
                  <a:pt x="142" y="69"/>
                </a:moveTo>
                <a:cubicBezTo>
                  <a:pt x="144" y="108"/>
                  <a:pt x="114" y="141"/>
                  <a:pt x="75" y="142"/>
                </a:cubicBezTo>
                <a:cubicBezTo>
                  <a:pt x="36" y="144"/>
                  <a:pt x="3" y="115"/>
                  <a:pt x="1" y="76"/>
                </a:cubicBezTo>
                <a:cubicBezTo>
                  <a:pt x="0" y="37"/>
                  <a:pt x="29" y="4"/>
                  <a:pt x="68" y="2"/>
                </a:cubicBezTo>
                <a:cubicBezTo>
                  <a:pt x="107" y="0"/>
                  <a:pt x="140" y="30"/>
                  <a:pt x="142" y="69"/>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6" name="Freeform 16"/>
          <p:cNvSpPr/>
          <p:nvPr/>
        </p:nvSpPr>
        <p:spPr>
          <a:xfrm>
            <a:off x="8990749" y="3575068"/>
            <a:ext cx="539972" cy="537665"/>
          </a:xfrm>
          <a:custGeom>
            <a:avLst/>
            <a:gdLst/>
            <a:ahLst/>
            <a:cxnLst/>
            <a:rect l="l" t="t" r="r" b="b"/>
            <a:pathLst>
              <a:path w="145" h="144">
                <a:moveTo>
                  <a:pt x="143" y="68"/>
                </a:moveTo>
                <a:cubicBezTo>
                  <a:pt x="145" y="107"/>
                  <a:pt x="115" y="140"/>
                  <a:pt x="76" y="142"/>
                </a:cubicBezTo>
                <a:cubicBezTo>
                  <a:pt x="37" y="144"/>
                  <a:pt x="4" y="114"/>
                  <a:pt x="2" y="75"/>
                </a:cubicBezTo>
                <a:cubicBezTo>
                  <a:pt x="0" y="36"/>
                  <a:pt x="30" y="3"/>
                  <a:pt x="69" y="2"/>
                </a:cubicBezTo>
                <a:cubicBezTo>
                  <a:pt x="108" y="0"/>
                  <a:pt x="141" y="29"/>
                  <a:pt x="143" y="68"/>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7" name="Freeform 17"/>
          <p:cNvSpPr/>
          <p:nvPr/>
        </p:nvSpPr>
        <p:spPr>
          <a:xfrm>
            <a:off x="9011516" y="2017455"/>
            <a:ext cx="537665" cy="537665"/>
          </a:xfrm>
          <a:custGeom>
            <a:avLst/>
            <a:gdLst/>
            <a:ahLst/>
            <a:cxnLst/>
            <a:rect l="l" t="t" r="r" b="b"/>
            <a:pathLst>
              <a:path w="144" h="144">
                <a:moveTo>
                  <a:pt x="143" y="68"/>
                </a:moveTo>
                <a:cubicBezTo>
                  <a:pt x="144" y="107"/>
                  <a:pt x="115" y="140"/>
                  <a:pt x="76" y="142"/>
                </a:cubicBezTo>
                <a:cubicBezTo>
                  <a:pt x="37" y="144"/>
                  <a:pt x="4" y="114"/>
                  <a:pt x="2" y="75"/>
                </a:cubicBezTo>
                <a:cubicBezTo>
                  <a:pt x="0" y="37"/>
                  <a:pt x="30" y="4"/>
                  <a:pt x="69" y="2"/>
                </a:cubicBezTo>
                <a:cubicBezTo>
                  <a:pt x="108" y="0"/>
                  <a:pt x="141" y="30"/>
                  <a:pt x="143" y="68"/>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8" name="Freeform 18"/>
          <p:cNvSpPr/>
          <p:nvPr/>
        </p:nvSpPr>
        <p:spPr>
          <a:xfrm>
            <a:off x="10389138" y="1775161"/>
            <a:ext cx="200760" cy="203066"/>
          </a:xfrm>
          <a:custGeom>
            <a:avLst/>
            <a:gdLst/>
            <a:ahLst/>
            <a:cxnLst/>
            <a:rect l="l" t="t" r="r" b="b"/>
            <a:pathLst>
              <a:path w="54" h="54">
                <a:moveTo>
                  <a:pt x="53" y="25"/>
                </a:moveTo>
                <a:cubicBezTo>
                  <a:pt x="54" y="40"/>
                  <a:pt x="43" y="52"/>
                  <a:pt x="28" y="53"/>
                </a:cubicBezTo>
                <a:cubicBezTo>
                  <a:pt x="14" y="54"/>
                  <a:pt x="2" y="42"/>
                  <a:pt x="1" y="28"/>
                </a:cubicBezTo>
                <a:cubicBezTo>
                  <a:pt x="0" y="14"/>
                  <a:pt x="11" y="1"/>
                  <a:pt x="26" y="1"/>
                </a:cubicBezTo>
                <a:cubicBezTo>
                  <a:pt x="40" y="0"/>
                  <a:pt x="52" y="11"/>
                  <a:pt x="53" y="25"/>
                </a:cubicBezTo>
                <a:close/>
              </a:path>
            </a:pathLst>
          </a:custGeom>
          <a:solidFill>
            <a:schemeClr val="accent1">
              <a:lumMod val="40000"/>
              <a:lumOff val="60000"/>
            </a:schemeClr>
          </a:solidFill>
          <a:ln cap="flat">
            <a:prstDash val="solid"/>
          </a:ln>
        </p:spPr>
        <p:txBody>
          <a:bodyPr vert="horz" wrap="square" lIns="91440" tIns="45720" rIns="91440" bIns="45720" anchor="ctr">
            <a:normAutofit/>
          </a:bodyPr>
          <a:lstStyle/>
          <a:p>
            <a:pPr marL="0" algn="ctr"/>
            <a:endParaRPr/>
          </a:p>
        </p:txBody>
      </p:sp>
      <p:sp>
        <p:nvSpPr>
          <p:cNvPr id="19" name="Freeform 19"/>
          <p:cNvSpPr/>
          <p:nvPr/>
        </p:nvSpPr>
        <p:spPr>
          <a:xfrm>
            <a:off x="10594512" y="2151295"/>
            <a:ext cx="55382" cy="57690"/>
          </a:xfrm>
          <a:custGeom>
            <a:avLst/>
            <a:gdLst/>
            <a:ahLst/>
            <a:cxnLst/>
            <a:rect l="l" t="t" r="r" b="b"/>
            <a:pathLst>
              <a:path w="15" h="15">
                <a:moveTo>
                  <a:pt x="15" y="7"/>
                </a:moveTo>
                <a:cubicBezTo>
                  <a:pt x="15" y="11"/>
                  <a:pt x="12" y="15"/>
                  <a:pt x="8" y="15"/>
                </a:cubicBezTo>
                <a:cubicBezTo>
                  <a:pt x="4" y="15"/>
                  <a:pt x="1" y="12"/>
                  <a:pt x="1" y="8"/>
                </a:cubicBezTo>
                <a:cubicBezTo>
                  <a:pt x="0" y="4"/>
                  <a:pt x="4" y="1"/>
                  <a:pt x="8" y="0"/>
                </a:cubicBezTo>
                <a:cubicBezTo>
                  <a:pt x="12" y="0"/>
                  <a:pt x="15" y="3"/>
                  <a:pt x="15" y="7"/>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20" name="Freeform 20"/>
          <p:cNvSpPr/>
          <p:nvPr/>
        </p:nvSpPr>
        <p:spPr>
          <a:xfrm>
            <a:off x="8238505" y="2642807"/>
            <a:ext cx="55382" cy="57690"/>
          </a:xfrm>
          <a:custGeom>
            <a:avLst/>
            <a:gdLst/>
            <a:ahLst/>
            <a:cxnLst/>
            <a:rect l="l" t="t" r="r" b="b"/>
            <a:pathLst>
              <a:path w="15" h="15">
                <a:moveTo>
                  <a:pt x="14" y="7"/>
                </a:moveTo>
                <a:cubicBezTo>
                  <a:pt x="15" y="11"/>
                  <a:pt x="12" y="14"/>
                  <a:pt x="8" y="14"/>
                </a:cubicBezTo>
                <a:cubicBezTo>
                  <a:pt x="3" y="15"/>
                  <a:pt x="0" y="12"/>
                  <a:pt x="0" y="8"/>
                </a:cubicBezTo>
                <a:cubicBezTo>
                  <a:pt x="0" y="4"/>
                  <a:pt x="3" y="0"/>
                  <a:pt x="7" y="0"/>
                </a:cubicBezTo>
                <a:cubicBezTo>
                  <a:pt x="11" y="0"/>
                  <a:pt x="14" y="3"/>
                  <a:pt x="14" y="7"/>
                </a:cubicBezTo>
                <a:close/>
              </a:path>
            </a:pathLst>
          </a:custGeom>
          <a:solidFill>
            <a:schemeClr val="accent1">
              <a:alpha val="60000"/>
            </a:schemeClr>
          </a:solidFill>
        </p:spPr>
        <p:txBody>
          <a:bodyPr vert="horz" wrap="square" lIns="91440" tIns="45720" rIns="91440" bIns="45720" anchor="ctr">
            <a:normAutofit/>
          </a:bodyPr>
          <a:lstStyle/>
          <a:p>
            <a:pPr marL="0" algn="ctr"/>
            <a:endParaRPr/>
          </a:p>
        </p:txBody>
      </p:sp>
      <p:sp>
        <p:nvSpPr>
          <p:cNvPr id="21" name="Freeform 21"/>
          <p:cNvSpPr/>
          <p:nvPr/>
        </p:nvSpPr>
        <p:spPr>
          <a:xfrm>
            <a:off x="8508493" y="2518197"/>
            <a:ext cx="916111" cy="918413"/>
          </a:xfrm>
          <a:custGeom>
            <a:avLst/>
            <a:gdLst/>
            <a:ahLst/>
            <a:cxnLst/>
            <a:rect l="l" t="t" r="r" b="b"/>
            <a:pathLst>
              <a:path w="246" h="247">
                <a:moveTo>
                  <a:pt x="243" y="118"/>
                </a:moveTo>
                <a:cubicBezTo>
                  <a:pt x="246" y="184"/>
                  <a:pt x="195" y="240"/>
                  <a:pt x="129" y="243"/>
                </a:cubicBezTo>
                <a:cubicBezTo>
                  <a:pt x="63" y="247"/>
                  <a:pt x="7" y="196"/>
                  <a:pt x="3" y="130"/>
                </a:cubicBezTo>
                <a:cubicBezTo>
                  <a:pt x="0" y="63"/>
                  <a:pt x="51" y="7"/>
                  <a:pt x="117" y="4"/>
                </a:cubicBezTo>
                <a:cubicBezTo>
                  <a:pt x="183" y="0"/>
                  <a:pt x="240" y="51"/>
                  <a:pt x="243" y="118"/>
                </a:cubicBezTo>
                <a:close/>
              </a:path>
            </a:pathLst>
          </a:custGeom>
          <a:solidFill>
            <a:schemeClr val="accent1">
              <a:alpha val="60000"/>
            </a:schemeClr>
          </a:solidFill>
        </p:spPr>
        <p:txBody>
          <a:bodyPr vert="horz" wrap="square" lIns="91440" tIns="45720" rIns="91440" bIns="45720" anchor="ctr">
            <a:normAutofit/>
          </a:bodyPr>
          <a:lstStyle/>
          <a:p>
            <a:pPr marL="0" algn="ctr"/>
            <a:endParaRPr/>
          </a:p>
        </p:txBody>
      </p:sp>
      <p:sp>
        <p:nvSpPr>
          <p:cNvPr id="22" name="Freeform 22"/>
          <p:cNvSpPr/>
          <p:nvPr/>
        </p:nvSpPr>
        <p:spPr>
          <a:xfrm>
            <a:off x="9491523" y="3076628"/>
            <a:ext cx="768426" cy="766113"/>
          </a:xfrm>
          <a:custGeom>
            <a:avLst/>
            <a:gdLst/>
            <a:ahLst/>
            <a:cxnLst/>
            <a:rect l="l" t="t" r="r" b="b"/>
            <a:pathLst>
              <a:path w="206" h="206">
                <a:moveTo>
                  <a:pt x="204" y="98"/>
                </a:moveTo>
                <a:cubicBezTo>
                  <a:pt x="206" y="153"/>
                  <a:pt x="164" y="200"/>
                  <a:pt x="108" y="203"/>
                </a:cubicBezTo>
                <a:cubicBezTo>
                  <a:pt x="53" y="206"/>
                  <a:pt x="6" y="163"/>
                  <a:pt x="3" y="108"/>
                </a:cubicBezTo>
                <a:cubicBezTo>
                  <a:pt x="0" y="52"/>
                  <a:pt x="43" y="5"/>
                  <a:pt x="98" y="3"/>
                </a:cubicBezTo>
                <a:cubicBezTo>
                  <a:pt x="154" y="0"/>
                  <a:pt x="201" y="42"/>
                  <a:pt x="204" y="98"/>
                </a:cubicBezTo>
                <a:close/>
              </a:path>
            </a:pathLst>
          </a:custGeom>
          <a:solidFill>
            <a:schemeClr val="accent1">
              <a:alpha val="60000"/>
            </a:schemeClr>
          </a:solidFill>
        </p:spPr>
        <p:txBody>
          <a:bodyPr vert="horz" wrap="square" lIns="91440" tIns="45720" rIns="91440" bIns="45720" anchor="ctr">
            <a:normAutofit/>
          </a:bodyPr>
          <a:lstStyle/>
          <a:p>
            <a:pPr marL="0" algn="ctr"/>
            <a:endParaRPr/>
          </a:p>
        </p:txBody>
      </p:sp>
      <p:sp>
        <p:nvSpPr>
          <p:cNvPr id="23" name="Freeform 23"/>
          <p:cNvSpPr/>
          <p:nvPr/>
        </p:nvSpPr>
        <p:spPr>
          <a:xfrm>
            <a:off x="9286119" y="1800544"/>
            <a:ext cx="745346" cy="740732"/>
          </a:xfrm>
          <a:custGeom>
            <a:avLst/>
            <a:gdLst/>
            <a:ahLst/>
            <a:cxnLst/>
            <a:rect l="l" t="t" r="r" b="b"/>
            <a:pathLst>
              <a:path w="200" h="199">
                <a:moveTo>
                  <a:pt x="197" y="95"/>
                </a:moveTo>
                <a:cubicBezTo>
                  <a:pt x="200" y="148"/>
                  <a:pt x="158" y="194"/>
                  <a:pt x="105" y="197"/>
                </a:cubicBezTo>
                <a:cubicBezTo>
                  <a:pt x="51" y="199"/>
                  <a:pt x="6" y="158"/>
                  <a:pt x="3" y="105"/>
                </a:cubicBezTo>
                <a:cubicBezTo>
                  <a:pt x="0" y="51"/>
                  <a:pt x="42" y="5"/>
                  <a:pt x="95" y="3"/>
                </a:cubicBezTo>
                <a:cubicBezTo>
                  <a:pt x="149" y="0"/>
                  <a:pt x="194" y="41"/>
                  <a:pt x="197" y="95"/>
                </a:cubicBezTo>
                <a:close/>
              </a:path>
            </a:pathLst>
          </a:custGeom>
          <a:solidFill>
            <a:schemeClr val="accent1">
              <a:lumMod val="40000"/>
              <a:lumOff val="60000"/>
            </a:schemeClr>
          </a:solidFill>
          <a:ln cap="flat">
            <a:prstDash val="solid"/>
          </a:ln>
        </p:spPr>
        <p:txBody>
          <a:bodyPr vert="horz" wrap="square" lIns="91440" tIns="45720" rIns="91440" bIns="45720" anchor="ctr">
            <a:normAutofit/>
          </a:bodyPr>
          <a:lstStyle/>
          <a:p>
            <a:pPr marL="0" algn="ctr"/>
            <a:endParaRPr/>
          </a:p>
        </p:txBody>
      </p:sp>
      <p:sp>
        <p:nvSpPr>
          <p:cNvPr id="24" name="Freeform 24"/>
          <p:cNvSpPr/>
          <p:nvPr/>
        </p:nvSpPr>
        <p:spPr>
          <a:xfrm>
            <a:off x="10220685" y="2268982"/>
            <a:ext cx="256141" cy="258448"/>
          </a:xfrm>
          <a:custGeom>
            <a:avLst/>
            <a:gdLst/>
            <a:ahLst/>
            <a:cxnLst/>
            <a:rect l="l" t="t" r="r" b="b"/>
            <a:pathLst>
              <a:path w="69" h="69">
                <a:moveTo>
                  <a:pt x="68" y="33"/>
                </a:moveTo>
                <a:cubicBezTo>
                  <a:pt x="69" y="52"/>
                  <a:pt x="54" y="67"/>
                  <a:pt x="36" y="68"/>
                </a:cubicBezTo>
                <a:cubicBezTo>
                  <a:pt x="17" y="69"/>
                  <a:pt x="1" y="55"/>
                  <a:pt x="0" y="36"/>
                </a:cubicBezTo>
                <a:cubicBezTo>
                  <a:pt x="0" y="18"/>
                  <a:pt x="14" y="2"/>
                  <a:pt x="32" y="1"/>
                </a:cubicBezTo>
                <a:cubicBezTo>
                  <a:pt x="51" y="0"/>
                  <a:pt x="67" y="14"/>
                  <a:pt x="68" y="33"/>
                </a:cubicBezTo>
                <a:close/>
              </a:path>
            </a:pathLst>
          </a:custGeom>
          <a:solidFill>
            <a:schemeClr val="accent4">
              <a:lumMod val="20000"/>
              <a:lumOff val="80000"/>
            </a:schemeClr>
          </a:solidFill>
          <a:ln cap="flat">
            <a:prstDash val="solid"/>
          </a:ln>
        </p:spPr>
        <p:txBody>
          <a:bodyPr vert="horz" wrap="square" lIns="91440" tIns="45720" rIns="91440" bIns="45720" anchor="ctr">
            <a:normAutofit/>
          </a:bodyPr>
          <a:lstStyle/>
          <a:p>
            <a:pPr marL="0" algn="ctr"/>
            <a:endParaRPr/>
          </a:p>
        </p:txBody>
      </p:sp>
      <p:sp>
        <p:nvSpPr>
          <p:cNvPr id="25" name="Freeform 25"/>
          <p:cNvSpPr/>
          <p:nvPr/>
        </p:nvSpPr>
        <p:spPr>
          <a:xfrm>
            <a:off x="7940803" y="1975919"/>
            <a:ext cx="235373" cy="237681"/>
          </a:xfrm>
          <a:custGeom>
            <a:avLst/>
            <a:gdLst/>
            <a:ahLst/>
            <a:cxnLst/>
            <a:rect l="l" t="t" r="r" b="b"/>
            <a:pathLst>
              <a:path w="63" h="64">
                <a:moveTo>
                  <a:pt x="62" y="30"/>
                </a:moveTo>
                <a:cubicBezTo>
                  <a:pt x="63" y="47"/>
                  <a:pt x="50" y="62"/>
                  <a:pt x="33" y="63"/>
                </a:cubicBezTo>
                <a:cubicBezTo>
                  <a:pt x="16" y="64"/>
                  <a:pt x="1" y="51"/>
                  <a:pt x="1" y="34"/>
                </a:cubicBezTo>
                <a:cubicBezTo>
                  <a:pt x="0" y="16"/>
                  <a:pt x="13" y="2"/>
                  <a:pt x="30" y="1"/>
                </a:cubicBezTo>
                <a:cubicBezTo>
                  <a:pt x="47" y="0"/>
                  <a:pt x="62" y="13"/>
                  <a:pt x="62" y="30"/>
                </a:cubicBezTo>
                <a:close/>
              </a:path>
            </a:pathLst>
          </a:custGeom>
          <a:solidFill>
            <a:srgbClr val="FFC529"/>
          </a:solidFill>
          <a:ln cap="flat">
            <a:prstDash val="solid"/>
          </a:ln>
        </p:spPr>
        <p:txBody>
          <a:bodyPr vert="horz" wrap="square" lIns="91440" tIns="45720" rIns="91440" bIns="45720" anchor="ctr">
            <a:normAutofit/>
          </a:bodyPr>
          <a:lstStyle/>
          <a:p>
            <a:pPr marL="0" algn="ctr"/>
            <a:endParaRPr/>
          </a:p>
        </p:txBody>
      </p:sp>
      <p:sp>
        <p:nvSpPr>
          <p:cNvPr id="26" name="Freeform 26"/>
          <p:cNvSpPr/>
          <p:nvPr/>
        </p:nvSpPr>
        <p:spPr>
          <a:xfrm>
            <a:off x="9819167" y="1445178"/>
            <a:ext cx="237681" cy="239987"/>
          </a:xfrm>
          <a:custGeom>
            <a:avLst/>
            <a:gdLst/>
            <a:ahLst/>
            <a:cxnLst/>
            <a:rect l="l" t="t" r="r" b="b"/>
            <a:pathLst>
              <a:path w="64" h="64">
                <a:moveTo>
                  <a:pt x="63" y="31"/>
                </a:moveTo>
                <a:cubicBezTo>
                  <a:pt x="64" y="48"/>
                  <a:pt x="50" y="62"/>
                  <a:pt x="33" y="63"/>
                </a:cubicBezTo>
                <a:cubicBezTo>
                  <a:pt x="16" y="64"/>
                  <a:pt x="2" y="51"/>
                  <a:pt x="1" y="34"/>
                </a:cubicBezTo>
                <a:cubicBezTo>
                  <a:pt x="0" y="17"/>
                  <a:pt x="13" y="2"/>
                  <a:pt x="30" y="1"/>
                </a:cubicBezTo>
                <a:cubicBezTo>
                  <a:pt x="47" y="0"/>
                  <a:pt x="62" y="13"/>
                  <a:pt x="63" y="31"/>
                </a:cubicBezTo>
                <a:close/>
              </a:path>
            </a:pathLst>
          </a:custGeom>
          <a:solidFill>
            <a:srgbClr val="FFC529"/>
          </a:solidFill>
          <a:ln cap="flat">
            <a:prstDash val="solid"/>
          </a:ln>
        </p:spPr>
        <p:txBody>
          <a:bodyPr vert="horz" wrap="square" lIns="91440" tIns="45720" rIns="91440" bIns="45720" anchor="ctr">
            <a:normAutofit/>
          </a:bodyPr>
          <a:lstStyle/>
          <a:p>
            <a:pPr marL="0" algn="ctr"/>
            <a:endParaRPr/>
          </a:p>
        </p:txBody>
      </p:sp>
      <p:sp>
        <p:nvSpPr>
          <p:cNvPr id="27" name="Freeform 27"/>
          <p:cNvSpPr/>
          <p:nvPr/>
        </p:nvSpPr>
        <p:spPr>
          <a:xfrm>
            <a:off x="10123767" y="2439742"/>
            <a:ext cx="55382" cy="57690"/>
          </a:xfrm>
          <a:custGeom>
            <a:avLst/>
            <a:gdLst/>
            <a:ahLst/>
            <a:cxnLst/>
            <a:rect l="l" t="t" r="r" b="b"/>
            <a:pathLst>
              <a:path w="15" h="15">
                <a:moveTo>
                  <a:pt x="15" y="7"/>
                </a:moveTo>
                <a:cubicBezTo>
                  <a:pt x="15" y="11"/>
                  <a:pt x="12" y="15"/>
                  <a:pt x="8" y="15"/>
                </a:cubicBezTo>
                <a:cubicBezTo>
                  <a:pt x="4" y="15"/>
                  <a:pt x="0" y="12"/>
                  <a:pt x="0" y="8"/>
                </a:cubicBezTo>
                <a:cubicBezTo>
                  <a:pt x="0" y="4"/>
                  <a:pt x="3" y="1"/>
                  <a:pt x="7" y="0"/>
                </a:cubicBezTo>
                <a:cubicBezTo>
                  <a:pt x="11" y="0"/>
                  <a:pt x="14" y="3"/>
                  <a:pt x="15" y="7"/>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28" name="Freeform 28"/>
          <p:cNvSpPr/>
          <p:nvPr/>
        </p:nvSpPr>
        <p:spPr>
          <a:xfrm>
            <a:off x="10610665" y="3171242"/>
            <a:ext cx="55382" cy="55382"/>
          </a:xfrm>
          <a:custGeom>
            <a:avLst/>
            <a:gdLst/>
            <a:ahLst/>
            <a:cxnLst/>
            <a:rect l="l" t="t" r="r" b="b"/>
            <a:pathLst>
              <a:path w="15" h="15">
                <a:moveTo>
                  <a:pt x="14" y="7"/>
                </a:moveTo>
                <a:cubicBezTo>
                  <a:pt x="15" y="11"/>
                  <a:pt x="12" y="14"/>
                  <a:pt x="8" y="14"/>
                </a:cubicBezTo>
                <a:cubicBezTo>
                  <a:pt x="3" y="15"/>
                  <a:pt x="0" y="11"/>
                  <a:pt x="0" y="7"/>
                </a:cubicBezTo>
                <a:cubicBezTo>
                  <a:pt x="0" y="3"/>
                  <a:pt x="3" y="0"/>
                  <a:pt x="7" y="0"/>
                </a:cubicBezTo>
                <a:cubicBezTo>
                  <a:pt x="11" y="0"/>
                  <a:pt x="14" y="3"/>
                  <a:pt x="14" y="7"/>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29" name="Freeform 29"/>
          <p:cNvSpPr/>
          <p:nvPr/>
        </p:nvSpPr>
        <p:spPr>
          <a:xfrm>
            <a:off x="8817681" y="2195140"/>
            <a:ext cx="55382" cy="55382"/>
          </a:xfrm>
          <a:custGeom>
            <a:avLst/>
            <a:gdLst/>
            <a:ahLst/>
            <a:cxnLst/>
            <a:rect l="l" t="t" r="r" b="b"/>
            <a:pathLst>
              <a:path w="15" h="15">
                <a:moveTo>
                  <a:pt x="15" y="7"/>
                </a:moveTo>
                <a:cubicBezTo>
                  <a:pt x="15" y="11"/>
                  <a:pt x="12" y="15"/>
                  <a:pt x="8" y="15"/>
                </a:cubicBezTo>
                <a:cubicBezTo>
                  <a:pt x="4" y="15"/>
                  <a:pt x="0" y="12"/>
                  <a:pt x="0" y="8"/>
                </a:cubicBezTo>
                <a:cubicBezTo>
                  <a:pt x="0" y="4"/>
                  <a:pt x="3" y="1"/>
                  <a:pt x="7" y="1"/>
                </a:cubicBezTo>
                <a:cubicBezTo>
                  <a:pt x="11" y="0"/>
                  <a:pt x="15" y="3"/>
                  <a:pt x="15" y="7"/>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30" name="Freeform 30"/>
          <p:cNvSpPr/>
          <p:nvPr/>
        </p:nvSpPr>
        <p:spPr>
          <a:xfrm>
            <a:off x="8480775" y="1389796"/>
            <a:ext cx="57690" cy="55382"/>
          </a:xfrm>
          <a:custGeom>
            <a:avLst/>
            <a:gdLst/>
            <a:ahLst/>
            <a:cxnLst/>
            <a:rect l="l" t="t" r="r" b="b"/>
            <a:pathLst>
              <a:path w="15" h="15">
                <a:moveTo>
                  <a:pt x="15" y="7"/>
                </a:moveTo>
                <a:cubicBezTo>
                  <a:pt x="15" y="11"/>
                  <a:pt x="12" y="14"/>
                  <a:pt x="8" y="14"/>
                </a:cubicBezTo>
                <a:cubicBezTo>
                  <a:pt x="4" y="15"/>
                  <a:pt x="1" y="12"/>
                  <a:pt x="1" y="8"/>
                </a:cubicBezTo>
                <a:cubicBezTo>
                  <a:pt x="0" y="3"/>
                  <a:pt x="4" y="0"/>
                  <a:pt x="8" y="0"/>
                </a:cubicBezTo>
                <a:cubicBezTo>
                  <a:pt x="12" y="0"/>
                  <a:pt x="15" y="3"/>
                  <a:pt x="15" y="7"/>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31" name="Freeform 31"/>
          <p:cNvSpPr/>
          <p:nvPr/>
        </p:nvSpPr>
        <p:spPr>
          <a:xfrm>
            <a:off x="8277708" y="3178166"/>
            <a:ext cx="55382" cy="55382"/>
          </a:xfrm>
          <a:custGeom>
            <a:avLst/>
            <a:gdLst/>
            <a:ahLst/>
            <a:cxnLst/>
            <a:rect l="l" t="t" r="r" b="b"/>
            <a:pathLst>
              <a:path w="15" h="15">
                <a:moveTo>
                  <a:pt x="15" y="7"/>
                </a:moveTo>
                <a:cubicBezTo>
                  <a:pt x="15" y="11"/>
                  <a:pt x="12" y="14"/>
                  <a:pt x="8" y="15"/>
                </a:cubicBezTo>
                <a:cubicBezTo>
                  <a:pt x="4" y="15"/>
                  <a:pt x="0" y="12"/>
                  <a:pt x="0" y="8"/>
                </a:cubicBezTo>
                <a:cubicBezTo>
                  <a:pt x="0" y="4"/>
                  <a:pt x="3" y="0"/>
                  <a:pt x="7" y="0"/>
                </a:cubicBezTo>
                <a:cubicBezTo>
                  <a:pt x="11" y="0"/>
                  <a:pt x="15" y="3"/>
                  <a:pt x="15" y="7"/>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32" name="Freeform 32"/>
          <p:cNvSpPr/>
          <p:nvPr/>
        </p:nvSpPr>
        <p:spPr>
          <a:xfrm>
            <a:off x="8370012" y="2354362"/>
            <a:ext cx="341521" cy="346136"/>
          </a:xfrm>
          <a:custGeom>
            <a:avLst/>
            <a:gdLst/>
            <a:ahLst/>
            <a:cxnLst/>
            <a:rect l="l" t="t" r="r" b="b"/>
            <a:pathLst>
              <a:path w="92" h="93">
                <a:moveTo>
                  <a:pt x="91" y="44"/>
                </a:moveTo>
                <a:cubicBezTo>
                  <a:pt x="92" y="69"/>
                  <a:pt x="73" y="90"/>
                  <a:pt x="48" y="91"/>
                </a:cubicBezTo>
                <a:cubicBezTo>
                  <a:pt x="23" y="93"/>
                  <a:pt x="2" y="73"/>
                  <a:pt x="1" y="49"/>
                </a:cubicBezTo>
                <a:cubicBezTo>
                  <a:pt x="0" y="24"/>
                  <a:pt x="19" y="3"/>
                  <a:pt x="44" y="1"/>
                </a:cubicBezTo>
                <a:cubicBezTo>
                  <a:pt x="69" y="0"/>
                  <a:pt x="90" y="19"/>
                  <a:pt x="91" y="44"/>
                </a:cubicBezTo>
                <a:close/>
              </a:path>
            </a:pathLst>
          </a:custGeom>
          <a:solidFill>
            <a:schemeClr val="accent1"/>
          </a:solidFill>
          <a:ln cap="flat">
            <a:prstDash val="solid"/>
          </a:ln>
        </p:spPr>
        <p:txBody>
          <a:bodyPr vert="horz" wrap="square" lIns="91440" tIns="45720" rIns="91440" bIns="45720" anchor="ctr">
            <a:normAutofit/>
          </a:bodyPr>
          <a:lstStyle/>
          <a:p>
            <a:pPr marL="0" algn="ctr"/>
            <a:endParaRPr/>
          </a:p>
        </p:txBody>
      </p:sp>
      <p:sp>
        <p:nvSpPr>
          <p:cNvPr id="33" name="Freeform 33"/>
          <p:cNvSpPr/>
          <p:nvPr/>
        </p:nvSpPr>
        <p:spPr>
          <a:xfrm>
            <a:off x="10301450" y="2772033"/>
            <a:ext cx="346136" cy="346136"/>
          </a:xfrm>
          <a:custGeom>
            <a:avLst/>
            <a:gdLst/>
            <a:ahLst/>
            <a:cxnLst/>
            <a:rect l="l" t="t" r="r" b="b"/>
            <a:pathLst>
              <a:path w="93" h="93">
                <a:moveTo>
                  <a:pt x="92" y="44"/>
                </a:moveTo>
                <a:cubicBezTo>
                  <a:pt x="93" y="69"/>
                  <a:pt x="74" y="90"/>
                  <a:pt x="49" y="91"/>
                </a:cubicBezTo>
                <a:cubicBezTo>
                  <a:pt x="24" y="93"/>
                  <a:pt x="3" y="74"/>
                  <a:pt x="2" y="49"/>
                </a:cubicBezTo>
                <a:cubicBezTo>
                  <a:pt x="0" y="24"/>
                  <a:pt x="19" y="3"/>
                  <a:pt x="44" y="1"/>
                </a:cubicBezTo>
                <a:cubicBezTo>
                  <a:pt x="69" y="0"/>
                  <a:pt x="90" y="19"/>
                  <a:pt x="92" y="44"/>
                </a:cubicBezTo>
                <a:close/>
              </a:path>
            </a:pathLst>
          </a:custGeom>
          <a:solidFill>
            <a:schemeClr val="accent2">
              <a:lumMod val="20000"/>
              <a:lumOff val="80000"/>
            </a:schemeClr>
          </a:solidFill>
          <a:ln cap="flat">
            <a:prstDash val="solid"/>
          </a:ln>
        </p:spPr>
        <p:txBody>
          <a:bodyPr vert="horz" wrap="square" lIns="91440" tIns="45720" rIns="91440" bIns="45720" anchor="ctr">
            <a:normAutofit/>
          </a:bodyPr>
          <a:lstStyle/>
          <a:p>
            <a:pPr marL="0" algn="ctr"/>
            <a:endParaRPr/>
          </a:p>
        </p:txBody>
      </p:sp>
      <p:sp>
        <p:nvSpPr>
          <p:cNvPr id="34" name="AutoShape 34"/>
          <p:cNvSpPr/>
          <p:nvPr/>
        </p:nvSpPr>
        <p:spPr>
          <a:xfrm>
            <a:off x="8586923" y="1223651"/>
            <a:ext cx="978411" cy="978410"/>
          </a:xfrm>
          <a:prstGeom prst="ellipse">
            <a:avLst/>
          </a:prstGeom>
          <a:solidFill>
            <a:srgbClr val="EFD0E2"/>
          </a:solidFill>
          <a:ln cap="flat">
            <a:prstDash val="solid"/>
          </a:ln>
        </p:spPr>
        <p:txBody>
          <a:bodyPr vert="horz" wrap="square" lIns="91440" tIns="45720" rIns="91440" bIns="45720" anchor="ctr">
            <a:normAutofit/>
          </a:bodyPr>
          <a:lstStyle/>
          <a:p>
            <a:pPr marL="0" algn="ctr"/>
            <a:endParaRPr/>
          </a:p>
        </p:txBody>
      </p:sp>
      <p:cxnSp>
        <p:nvCxnSpPr>
          <p:cNvPr id="35" name="Connector 35"/>
          <p:cNvCxnSpPr/>
          <p:nvPr/>
        </p:nvCxnSpPr>
        <p:spPr>
          <a:xfrm>
            <a:off x="8400854" y="3773427"/>
            <a:ext cx="1142924" cy="414214"/>
          </a:xfrm>
          <a:prstGeom prst="line">
            <a:avLst/>
          </a:prstGeom>
          <a:ln w="57150" cap="flat" cmpd="sng">
            <a:solidFill>
              <a:schemeClr val="accent1"/>
            </a:solidFill>
            <a:prstDash val="solid"/>
          </a:ln>
        </p:spPr>
      </p:cxnSp>
      <p:cxnSp>
        <p:nvCxnSpPr>
          <p:cNvPr id="36" name="Connector 36"/>
          <p:cNvCxnSpPr/>
          <p:nvPr/>
        </p:nvCxnSpPr>
        <p:spPr>
          <a:xfrm flipV="1">
            <a:off x="9559119" y="3903828"/>
            <a:ext cx="1020194" cy="276143"/>
          </a:xfrm>
          <a:prstGeom prst="line">
            <a:avLst/>
          </a:prstGeom>
          <a:ln w="57150" cap="flat" cmpd="sng">
            <a:solidFill>
              <a:schemeClr val="accent1"/>
            </a:solidFill>
            <a:prstDash val="solid"/>
          </a:ln>
        </p:spPr>
      </p:cxnSp>
      <p:sp>
        <p:nvSpPr>
          <p:cNvPr id="37" name="Freeform 37"/>
          <p:cNvSpPr/>
          <p:nvPr/>
        </p:nvSpPr>
        <p:spPr>
          <a:xfrm>
            <a:off x="8720997" y="3283162"/>
            <a:ext cx="1169940" cy="1169941"/>
          </a:xfrm>
          <a:custGeom>
            <a:avLst/>
            <a:gdLst/>
            <a:ahLst/>
            <a:cxnLst/>
            <a:rect l="l" t="t" r="r" b="b"/>
            <a:pathLst>
              <a:path w="314" h="314">
                <a:moveTo>
                  <a:pt x="310" y="150"/>
                </a:moveTo>
                <a:cubicBezTo>
                  <a:pt x="314" y="234"/>
                  <a:pt x="249" y="306"/>
                  <a:pt x="165" y="310"/>
                </a:cubicBezTo>
                <a:cubicBezTo>
                  <a:pt x="80" y="314"/>
                  <a:pt x="9" y="249"/>
                  <a:pt x="4" y="165"/>
                </a:cubicBezTo>
                <a:cubicBezTo>
                  <a:pt x="0" y="80"/>
                  <a:pt x="65" y="9"/>
                  <a:pt x="149" y="4"/>
                </a:cubicBezTo>
                <a:cubicBezTo>
                  <a:pt x="234" y="0"/>
                  <a:pt x="306" y="65"/>
                  <a:pt x="310" y="150"/>
                </a:cubicBezTo>
                <a:close/>
              </a:path>
            </a:pathLst>
          </a:custGeom>
          <a:solidFill>
            <a:schemeClr val="accent1">
              <a:alpha val="10000"/>
            </a:schemeClr>
          </a:solidFill>
          <a:ln cap="flat">
            <a:prstDash val="solid"/>
          </a:ln>
        </p:spPr>
        <p:txBody>
          <a:bodyPr vert="horz" lIns="91440" tIns="45720" rIns="91440" bIns="45720" anchor="ctr">
            <a:normAutofit/>
          </a:bodyPr>
          <a:lstStyle/>
          <a:p>
            <a:pPr marL="0" algn="ctr"/>
            <a:endParaRPr/>
          </a:p>
        </p:txBody>
      </p:sp>
      <p:sp>
        <p:nvSpPr>
          <p:cNvPr id="38" name="Freeform 38"/>
          <p:cNvSpPr/>
          <p:nvPr/>
        </p:nvSpPr>
        <p:spPr>
          <a:xfrm>
            <a:off x="8370011" y="2421283"/>
            <a:ext cx="953029" cy="948413"/>
          </a:xfrm>
          <a:custGeom>
            <a:avLst/>
            <a:gdLst/>
            <a:ahLst/>
            <a:cxnLst/>
            <a:rect l="l" t="t" r="r" b="b"/>
            <a:pathLst>
              <a:path w="256" h="255">
                <a:moveTo>
                  <a:pt x="252" y="121"/>
                </a:moveTo>
                <a:cubicBezTo>
                  <a:pt x="256" y="190"/>
                  <a:pt x="203" y="248"/>
                  <a:pt x="134" y="252"/>
                </a:cubicBezTo>
                <a:cubicBezTo>
                  <a:pt x="65" y="255"/>
                  <a:pt x="7" y="202"/>
                  <a:pt x="4" y="133"/>
                </a:cubicBezTo>
                <a:cubicBezTo>
                  <a:pt x="0" y="65"/>
                  <a:pt x="53" y="6"/>
                  <a:pt x="122" y="3"/>
                </a:cubicBezTo>
                <a:cubicBezTo>
                  <a:pt x="190" y="0"/>
                  <a:pt x="249" y="52"/>
                  <a:pt x="252" y="121"/>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39" name="Freeform 39"/>
          <p:cNvSpPr/>
          <p:nvPr/>
        </p:nvSpPr>
        <p:spPr>
          <a:xfrm>
            <a:off x="8250017" y="1851311"/>
            <a:ext cx="1169940" cy="1169941"/>
          </a:xfrm>
          <a:custGeom>
            <a:avLst/>
            <a:gdLst/>
            <a:ahLst/>
            <a:cxnLst/>
            <a:rect l="l" t="t" r="r" b="b"/>
            <a:pathLst>
              <a:path w="314" h="314">
                <a:moveTo>
                  <a:pt x="310" y="150"/>
                </a:moveTo>
                <a:cubicBezTo>
                  <a:pt x="314" y="234"/>
                  <a:pt x="249" y="306"/>
                  <a:pt x="164" y="310"/>
                </a:cubicBezTo>
                <a:cubicBezTo>
                  <a:pt x="80" y="314"/>
                  <a:pt x="8" y="249"/>
                  <a:pt x="4" y="165"/>
                </a:cubicBezTo>
                <a:cubicBezTo>
                  <a:pt x="0" y="80"/>
                  <a:pt x="65" y="9"/>
                  <a:pt x="149" y="4"/>
                </a:cubicBezTo>
                <a:cubicBezTo>
                  <a:pt x="234" y="0"/>
                  <a:pt x="305" y="65"/>
                  <a:pt x="310" y="150"/>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40" name="Freeform 40"/>
          <p:cNvSpPr/>
          <p:nvPr/>
        </p:nvSpPr>
        <p:spPr>
          <a:xfrm>
            <a:off x="9687635" y="2633579"/>
            <a:ext cx="856111" cy="856111"/>
          </a:xfrm>
          <a:custGeom>
            <a:avLst/>
            <a:gdLst/>
            <a:ahLst/>
            <a:cxnLst/>
            <a:rect l="l" t="t" r="r" b="b"/>
            <a:pathLst>
              <a:path w="230" h="230">
                <a:moveTo>
                  <a:pt x="227" y="109"/>
                </a:moveTo>
                <a:cubicBezTo>
                  <a:pt x="230" y="171"/>
                  <a:pt x="182" y="224"/>
                  <a:pt x="121" y="227"/>
                </a:cubicBezTo>
                <a:cubicBezTo>
                  <a:pt x="59" y="230"/>
                  <a:pt x="6" y="182"/>
                  <a:pt x="3" y="120"/>
                </a:cubicBezTo>
                <a:cubicBezTo>
                  <a:pt x="0" y="59"/>
                  <a:pt x="48" y="6"/>
                  <a:pt x="109" y="3"/>
                </a:cubicBezTo>
                <a:cubicBezTo>
                  <a:pt x="171" y="0"/>
                  <a:pt x="224" y="48"/>
                  <a:pt x="227" y="109"/>
                </a:cubicBezTo>
                <a:close/>
              </a:path>
            </a:pathLst>
          </a:custGeom>
          <a:solidFill>
            <a:schemeClr val="accent1">
              <a:alpha val="10000"/>
            </a:schemeClr>
          </a:solidFill>
          <a:ln cap="flat">
            <a:prstDash val="solid"/>
          </a:ln>
        </p:spPr>
        <p:txBody>
          <a:bodyPr vert="horz" lIns="91440" tIns="45720" rIns="91440" bIns="45720" anchor="ctr">
            <a:normAutofit/>
          </a:bodyPr>
          <a:lstStyle/>
          <a:p>
            <a:pPr marL="0" algn="ctr"/>
            <a:endParaRPr/>
          </a:p>
        </p:txBody>
      </p:sp>
      <p:sp>
        <p:nvSpPr>
          <p:cNvPr id="41" name="Freeform 41"/>
          <p:cNvSpPr/>
          <p:nvPr/>
        </p:nvSpPr>
        <p:spPr>
          <a:xfrm>
            <a:off x="8944598" y="2174371"/>
            <a:ext cx="1220707" cy="1220707"/>
          </a:xfrm>
          <a:custGeom>
            <a:avLst/>
            <a:gdLst/>
            <a:ahLst/>
            <a:cxnLst/>
            <a:rect l="l" t="t" r="r" b="b"/>
            <a:pathLst>
              <a:path w="328" h="328">
                <a:moveTo>
                  <a:pt x="323" y="156"/>
                </a:moveTo>
                <a:cubicBezTo>
                  <a:pt x="328" y="244"/>
                  <a:pt x="260" y="319"/>
                  <a:pt x="172" y="323"/>
                </a:cubicBezTo>
                <a:cubicBezTo>
                  <a:pt x="84" y="328"/>
                  <a:pt x="9" y="260"/>
                  <a:pt x="4" y="172"/>
                </a:cubicBezTo>
                <a:cubicBezTo>
                  <a:pt x="0" y="84"/>
                  <a:pt x="68" y="9"/>
                  <a:pt x="156" y="4"/>
                </a:cubicBezTo>
                <a:cubicBezTo>
                  <a:pt x="244" y="0"/>
                  <a:pt x="319" y="68"/>
                  <a:pt x="323" y="156"/>
                </a:cubicBezTo>
                <a:close/>
              </a:path>
            </a:pathLst>
          </a:custGeom>
          <a:solidFill>
            <a:schemeClr val="accent2">
              <a:lumMod val="90000"/>
            </a:schemeClr>
          </a:solidFill>
        </p:spPr>
        <p:txBody>
          <a:bodyPr vert="horz" lIns="91440" tIns="45720" rIns="91440" bIns="45720" anchor="ctr">
            <a:normAutofit/>
          </a:bodyPr>
          <a:lstStyle/>
          <a:p>
            <a:pPr marL="0" algn="ctr"/>
            <a:endParaRPr/>
          </a:p>
        </p:txBody>
      </p:sp>
      <p:sp>
        <p:nvSpPr>
          <p:cNvPr id="42" name="Freeform 42"/>
          <p:cNvSpPr/>
          <p:nvPr/>
        </p:nvSpPr>
        <p:spPr>
          <a:xfrm>
            <a:off x="10202224" y="3547377"/>
            <a:ext cx="722271" cy="717656"/>
          </a:xfrm>
          <a:custGeom>
            <a:avLst/>
            <a:gdLst/>
            <a:ahLst/>
            <a:cxnLst/>
            <a:rect l="l" t="t" r="r" b="b"/>
            <a:pathLst>
              <a:path w="194" h="193">
                <a:moveTo>
                  <a:pt x="192" y="93"/>
                </a:moveTo>
                <a:cubicBezTo>
                  <a:pt x="194" y="145"/>
                  <a:pt x="153" y="190"/>
                  <a:pt x="101" y="192"/>
                </a:cubicBezTo>
                <a:cubicBezTo>
                  <a:pt x="84" y="193"/>
                  <a:pt x="69" y="190"/>
                  <a:pt x="55" y="183"/>
                </a:cubicBezTo>
                <a:cubicBezTo>
                  <a:pt x="50" y="181"/>
                  <a:pt x="45" y="178"/>
                  <a:pt x="40" y="174"/>
                </a:cubicBezTo>
                <a:cubicBezTo>
                  <a:pt x="25" y="163"/>
                  <a:pt x="12" y="147"/>
                  <a:pt x="6" y="127"/>
                </a:cubicBezTo>
                <a:cubicBezTo>
                  <a:pt x="4" y="122"/>
                  <a:pt x="2" y="115"/>
                  <a:pt x="1" y="109"/>
                </a:cubicBezTo>
                <a:cubicBezTo>
                  <a:pt x="1" y="106"/>
                  <a:pt x="1" y="104"/>
                  <a:pt x="1" y="101"/>
                </a:cubicBezTo>
                <a:cubicBezTo>
                  <a:pt x="0" y="79"/>
                  <a:pt x="6" y="59"/>
                  <a:pt x="18" y="43"/>
                </a:cubicBezTo>
                <a:cubicBezTo>
                  <a:pt x="26" y="31"/>
                  <a:pt x="36" y="21"/>
                  <a:pt x="48" y="14"/>
                </a:cubicBezTo>
                <a:cubicBezTo>
                  <a:pt x="61" y="6"/>
                  <a:pt x="76" y="2"/>
                  <a:pt x="92" y="1"/>
                </a:cubicBezTo>
                <a:cubicBezTo>
                  <a:pt x="129" y="0"/>
                  <a:pt x="161" y="19"/>
                  <a:pt x="179" y="48"/>
                </a:cubicBezTo>
                <a:cubicBezTo>
                  <a:pt x="179" y="48"/>
                  <a:pt x="179" y="48"/>
                  <a:pt x="179" y="48"/>
                </a:cubicBezTo>
                <a:cubicBezTo>
                  <a:pt x="187" y="61"/>
                  <a:pt x="191" y="76"/>
                  <a:pt x="192" y="93"/>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43" name="Freeform 43"/>
          <p:cNvSpPr/>
          <p:nvPr/>
        </p:nvSpPr>
        <p:spPr>
          <a:xfrm>
            <a:off x="7986955" y="3328158"/>
            <a:ext cx="869955" cy="869956"/>
          </a:xfrm>
          <a:custGeom>
            <a:avLst/>
            <a:gdLst/>
            <a:ahLst/>
            <a:cxnLst/>
            <a:rect l="l" t="t" r="r" b="b"/>
            <a:pathLst>
              <a:path w="234" h="234">
                <a:moveTo>
                  <a:pt x="232" y="112"/>
                </a:moveTo>
                <a:cubicBezTo>
                  <a:pt x="234" y="175"/>
                  <a:pt x="185" y="229"/>
                  <a:pt x="122" y="232"/>
                </a:cubicBezTo>
                <a:cubicBezTo>
                  <a:pt x="59" y="234"/>
                  <a:pt x="6" y="185"/>
                  <a:pt x="3" y="122"/>
                </a:cubicBezTo>
                <a:cubicBezTo>
                  <a:pt x="0" y="59"/>
                  <a:pt x="49" y="6"/>
                  <a:pt x="112" y="3"/>
                </a:cubicBezTo>
                <a:cubicBezTo>
                  <a:pt x="176" y="0"/>
                  <a:pt x="229" y="49"/>
                  <a:pt x="232" y="112"/>
                </a:cubicBezTo>
                <a:close/>
              </a:path>
            </a:pathLst>
          </a:custGeom>
          <a:solidFill>
            <a:schemeClr val="accent2">
              <a:lumMod val="90000"/>
            </a:schemeClr>
          </a:solidFill>
          <a:ln cap="flat">
            <a:prstDash val="solid"/>
          </a:ln>
        </p:spPr>
        <p:txBody>
          <a:bodyPr vert="horz" wrap="none" lIns="0" tIns="0" rIns="0" bIns="0" anchor="ctr">
            <a:normAutofit/>
          </a:bodyPr>
          <a:lstStyle/>
          <a:p>
            <a:pPr marL="0" algn="ct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Tools and Technologies</a:t>
            </a:r>
          </a:p>
        </p:txBody>
      </p:sp>
      <p:sp>
        <p:nvSpPr>
          <p:cNvPr id="3" name="AutoShape 3"/>
          <p:cNvSpPr/>
          <p:nvPr/>
        </p:nvSpPr>
        <p:spPr>
          <a:xfrm>
            <a:off x="8776388" y="2793017"/>
            <a:ext cx="3098114"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a:solidFill>
                  <a:srgbClr val="000000"/>
                </a:solidFill>
                <a:latin typeface="微软雅黑"/>
                <a:ea typeface="微软雅黑"/>
              </a:rPr>
              <a:t>Responsive Design Principles</a:t>
            </a:r>
          </a:p>
        </p:txBody>
      </p:sp>
      <p:sp>
        <p:nvSpPr>
          <p:cNvPr id="4" name="AutoShape 4"/>
          <p:cNvSpPr/>
          <p:nvPr/>
        </p:nvSpPr>
        <p:spPr>
          <a:xfrm>
            <a:off x="8776388" y="3393972"/>
            <a:ext cx="3098112" cy="700192"/>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Desain responsif adalah pendekatan untuk membuat halaman web yang berfungsi dengan baik di berbagai perangkat. Teknik seperti media queries memungkinkan pengembang menyesuaikan tata letak dan elemen berdasarkan ukuran layar.</a:t>
            </a:r>
          </a:p>
        </p:txBody>
      </p:sp>
      <p:cxnSp>
        <p:nvCxnSpPr>
          <p:cNvPr id="5" name="Connector 5"/>
          <p:cNvCxnSpPr/>
          <p:nvPr/>
        </p:nvCxnSpPr>
        <p:spPr>
          <a:xfrm>
            <a:off x="9050527" y="2684563"/>
            <a:ext cx="2344400" cy="0"/>
          </a:xfrm>
          <a:prstGeom prst="straightConnector1">
            <a:avLst/>
          </a:prstGeom>
          <a:ln w="25400" cap="flat" cmpd="sng">
            <a:solidFill>
              <a:schemeClr val="accent2"/>
            </a:solidFill>
            <a:prstDash val="solid"/>
          </a:ln>
        </p:spPr>
      </p:cxnSp>
      <p:sp>
        <p:nvSpPr>
          <p:cNvPr id="6" name="TextBox 6"/>
          <p:cNvSpPr txBox="1"/>
          <p:nvPr/>
        </p:nvSpPr>
        <p:spPr>
          <a:xfrm>
            <a:off x="9050527" y="1422252"/>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2">
                    <a:alpha val="20000"/>
                  </a:schemeClr>
                </a:solidFill>
                <a:latin typeface="Arial"/>
                <a:ea typeface="Arial"/>
              </a:rPr>
              <a:t>02</a:t>
            </a:r>
            <a:endParaRPr lang="en-US" sz="1100"/>
          </a:p>
        </p:txBody>
      </p:sp>
      <p:sp>
        <p:nvSpPr>
          <p:cNvPr id="7" name="AutoShape 7"/>
          <p:cNvSpPr/>
          <p:nvPr/>
        </p:nvSpPr>
        <p:spPr>
          <a:xfrm>
            <a:off x="384230" y="2793017"/>
            <a:ext cx="3121058"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a:solidFill>
                  <a:srgbClr val="000000"/>
                </a:solidFill>
                <a:latin typeface="微软雅黑"/>
                <a:ea typeface="微软雅黑"/>
              </a:rPr>
              <a:t>Frameworks Overview</a:t>
            </a:r>
          </a:p>
        </p:txBody>
      </p:sp>
      <p:sp>
        <p:nvSpPr>
          <p:cNvPr id="8" name="AutoShape 8"/>
          <p:cNvSpPr/>
          <p:nvPr/>
        </p:nvSpPr>
        <p:spPr>
          <a:xfrm>
            <a:off x="384230" y="3393972"/>
            <a:ext cx="3121058" cy="700192"/>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Framework seperti React dan Vue.js mempercepat pengembangan front-end dengan menyediakan aturan dan komponen siap pakai. Ini memudahkan pengembang dalam membangun aplikasi web yang interaktif dan dinamis.</a:t>
            </a:r>
          </a:p>
        </p:txBody>
      </p:sp>
      <p:cxnSp>
        <p:nvCxnSpPr>
          <p:cNvPr id="9" name="Connector 9"/>
          <p:cNvCxnSpPr/>
          <p:nvPr/>
        </p:nvCxnSpPr>
        <p:spPr>
          <a:xfrm>
            <a:off x="660399" y="2684563"/>
            <a:ext cx="2344400" cy="0"/>
          </a:xfrm>
          <a:prstGeom prst="straightConnector1">
            <a:avLst/>
          </a:prstGeom>
          <a:ln w="25400" cap="flat" cmpd="sng">
            <a:solidFill>
              <a:schemeClr val="accent1"/>
            </a:solidFill>
            <a:prstDash val="solid"/>
          </a:ln>
        </p:spPr>
      </p:cxnSp>
      <p:sp>
        <p:nvSpPr>
          <p:cNvPr id="10" name="TextBox 10"/>
          <p:cNvSpPr txBox="1"/>
          <p:nvPr/>
        </p:nvSpPr>
        <p:spPr>
          <a:xfrm>
            <a:off x="660399" y="1422252"/>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1">
                    <a:alpha val="20000"/>
                  </a:schemeClr>
                </a:solidFill>
                <a:latin typeface="Arial"/>
                <a:ea typeface="Arial"/>
              </a:rPr>
              <a:t>01</a:t>
            </a:r>
            <a:endParaRPr lang="en-US" sz="1100"/>
          </a:p>
        </p:txBody>
      </p:sp>
      <p:grpSp>
        <p:nvGrpSpPr>
          <p:cNvPr id="11" name="Group 11"/>
          <p:cNvGrpSpPr/>
          <p:nvPr/>
        </p:nvGrpSpPr>
        <p:grpSpPr>
          <a:xfrm>
            <a:off x="3605803" y="1422252"/>
            <a:ext cx="4967693" cy="2590456"/>
            <a:chOff x="4233874" y="2934424"/>
            <a:chExt cx="3886210" cy="2026506"/>
          </a:xfrm>
        </p:grpSpPr>
        <p:sp>
          <p:nvSpPr>
            <p:cNvPr id="12" name="Freeform 12"/>
            <p:cNvSpPr/>
            <p:nvPr/>
          </p:nvSpPr>
          <p:spPr>
            <a:xfrm>
              <a:off x="5341674" y="3351310"/>
              <a:ext cx="2695672" cy="1588182"/>
            </a:xfrm>
            <a:custGeom>
              <a:avLst/>
              <a:gdLst/>
              <a:ahLst/>
              <a:cxnLst/>
              <a:rect l="l" t="t" r="r" b="b"/>
              <a:pathLst>
                <a:path w="4272351" h="2517097">
                  <a:moveTo>
                    <a:pt x="4272352" y="2517098"/>
                  </a:moveTo>
                  <a:lnTo>
                    <a:pt x="0" y="2517098"/>
                  </a:lnTo>
                  <a:lnTo>
                    <a:pt x="0" y="2136176"/>
                  </a:lnTo>
                  <a:cubicBezTo>
                    <a:pt x="0" y="956369"/>
                    <a:pt x="956436" y="0"/>
                    <a:pt x="2136176" y="0"/>
                  </a:cubicBezTo>
                  <a:lnTo>
                    <a:pt x="2136176" y="0"/>
                  </a:lnTo>
                  <a:cubicBezTo>
                    <a:pt x="3315982" y="0"/>
                    <a:pt x="4272352" y="956436"/>
                    <a:pt x="4272352" y="2136176"/>
                  </a:cubicBezTo>
                  <a:lnTo>
                    <a:pt x="4272352" y="2517098"/>
                  </a:lnTo>
                  <a:close/>
                </a:path>
              </a:pathLst>
            </a:custGeom>
            <a:solidFill>
              <a:schemeClr val="accent1">
                <a:alpha val="15000"/>
              </a:schemeClr>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6623812" y="3978152"/>
              <a:ext cx="70106" cy="71288"/>
            </a:xfrm>
            <a:custGeom>
              <a:avLst/>
              <a:gdLst/>
              <a:ahLst/>
              <a:cxnLst/>
              <a:rect l="l" t="t" r="r" b="b"/>
              <a:pathLst>
                <a:path w="111110" h="112984">
                  <a:moveTo>
                    <a:pt x="107055" y="11392"/>
                  </a:moveTo>
                  <a:cubicBezTo>
                    <a:pt x="107055" y="11392"/>
                    <a:pt x="134369" y="88602"/>
                    <a:pt x="47232" y="112984"/>
                  </a:cubicBezTo>
                  <a:lnTo>
                    <a:pt x="0" y="0"/>
                  </a:lnTo>
                  <a:lnTo>
                    <a:pt x="107055" y="11392"/>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5757886" y="3985340"/>
              <a:ext cx="92473" cy="71540"/>
            </a:xfrm>
            <a:custGeom>
              <a:avLst/>
              <a:gdLst/>
              <a:ahLst/>
              <a:cxnLst/>
              <a:rect l="l" t="t" r="r" b="b"/>
              <a:pathLst>
                <a:path w="146560" h="113383">
                  <a:moveTo>
                    <a:pt x="467" y="0"/>
                  </a:moveTo>
                  <a:cubicBezTo>
                    <a:pt x="467" y="0"/>
                    <a:pt x="-14455" y="89801"/>
                    <a:pt x="124377" y="113384"/>
                  </a:cubicBezTo>
                  <a:lnTo>
                    <a:pt x="146561" y="13723"/>
                  </a:lnTo>
                  <a:lnTo>
                    <a:pt x="467" y="0"/>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5354789" y="3114790"/>
              <a:ext cx="299571" cy="478968"/>
            </a:xfrm>
            <a:custGeom>
              <a:avLst/>
              <a:gdLst/>
              <a:ahLst/>
              <a:cxnLst/>
              <a:rect l="l" t="t" r="r" b="b"/>
              <a:pathLst>
                <a:path w="474787" h="759113">
                  <a:moveTo>
                    <a:pt x="431819" y="759113"/>
                  </a:moveTo>
                  <a:lnTo>
                    <a:pt x="42969" y="759113"/>
                  </a:lnTo>
                  <a:cubicBezTo>
                    <a:pt x="19253" y="759113"/>
                    <a:pt x="0" y="739860"/>
                    <a:pt x="0" y="716144"/>
                  </a:cubicBezTo>
                  <a:lnTo>
                    <a:pt x="0" y="42969"/>
                  </a:lnTo>
                  <a:cubicBezTo>
                    <a:pt x="0" y="19253"/>
                    <a:pt x="19253" y="0"/>
                    <a:pt x="42969" y="0"/>
                  </a:cubicBezTo>
                  <a:lnTo>
                    <a:pt x="431819" y="0"/>
                  </a:lnTo>
                  <a:cubicBezTo>
                    <a:pt x="455535" y="0"/>
                    <a:pt x="474787" y="19253"/>
                    <a:pt x="474787" y="42969"/>
                  </a:cubicBezTo>
                  <a:lnTo>
                    <a:pt x="474787" y="716144"/>
                  </a:lnTo>
                  <a:cubicBezTo>
                    <a:pt x="474787" y="739860"/>
                    <a:pt x="455535" y="759113"/>
                    <a:pt x="431819" y="759113"/>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5354746" y="3114748"/>
              <a:ext cx="281749" cy="116389"/>
            </a:xfrm>
            <a:custGeom>
              <a:avLst/>
              <a:gdLst/>
              <a:ahLst/>
              <a:cxnLst/>
              <a:rect l="l" t="t" r="r" b="b"/>
              <a:pathLst>
                <a:path w="446541" h="184465">
                  <a:moveTo>
                    <a:pt x="42969" y="67"/>
                  </a:moveTo>
                  <a:cubicBezTo>
                    <a:pt x="19253" y="67"/>
                    <a:pt x="0" y="19319"/>
                    <a:pt x="0" y="43035"/>
                  </a:cubicBezTo>
                  <a:lnTo>
                    <a:pt x="0" y="184466"/>
                  </a:lnTo>
                  <a:lnTo>
                    <a:pt x="381988" y="184466"/>
                  </a:lnTo>
                  <a:cubicBezTo>
                    <a:pt x="417629" y="184466"/>
                    <a:pt x="446541" y="155553"/>
                    <a:pt x="446541" y="119913"/>
                  </a:cubicBezTo>
                  <a:lnTo>
                    <a:pt x="446541" y="8127"/>
                  </a:lnTo>
                  <a:cubicBezTo>
                    <a:pt x="446541" y="6196"/>
                    <a:pt x="446341" y="4330"/>
                    <a:pt x="446075" y="2465"/>
                  </a:cubicBezTo>
                  <a:cubicBezTo>
                    <a:pt x="441611" y="933"/>
                    <a:pt x="436881" y="0"/>
                    <a:pt x="431885" y="0"/>
                  </a:cubicBezTo>
                  <a:lnTo>
                    <a:pt x="42969" y="0"/>
                  </a:ln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4762449" y="4112440"/>
              <a:ext cx="108544" cy="426946"/>
            </a:xfrm>
            <a:custGeom>
              <a:avLst/>
              <a:gdLst/>
              <a:ahLst/>
              <a:cxnLst/>
              <a:rect l="l" t="t" r="r" b="b"/>
              <a:pathLst>
                <a:path w="172031" h="676664">
                  <a:moveTo>
                    <a:pt x="159296" y="669191"/>
                  </a:moveTo>
                  <a:lnTo>
                    <a:pt x="107467" y="676519"/>
                  </a:lnTo>
                  <a:cubicBezTo>
                    <a:pt x="99407" y="677651"/>
                    <a:pt x="91879" y="672056"/>
                    <a:pt x="90746" y="663928"/>
                  </a:cubicBezTo>
                  <a:lnTo>
                    <a:pt x="146" y="24195"/>
                  </a:lnTo>
                  <a:cubicBezTo>
                    <a:pt x="-987" y="16134"/>
                    <a:pt x="4609" y="8606"/>
                    <a:pt x="12736" y="7473"/>
                  </a:cubicBezTo>
                  <a:lnTo>
                    <a:pt x="64565" y="146"/>
                  </a:lnTo>
                  <a:cubicBezTo>
                    <a:pt x="72626" y="-987"/>
                    <a:pt x="80154" y="4609"/>
                    <a:pt x="81286" y="12736"/>
                  </a:cubicBezTo>
                  <a:lnTo>
                    <a:pt x="171887" y="652470"/>
                  </a:lnTo>
                  <a:cubicBezTo>
                    <a:pt x="173020" y="660597"/>
                    <a:pt x="167357" y="668058"/>
                    <a:pt x="159296" y="6691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4849236" y="4172830"/>
              <a:ext cx="156277" cy="361667"/>
            </a:xfrm>
            <a:custGeom>
              <a:avLst/>
              <a:gdLst/>
              <a:ahLst/>
              <a:cxnLst/>
              <a:rect l="l" t="t" r="r" b="b"/>
              <a:pathLst>
                <a:path w="247683" h="573204">
                  <a:moveTo>
                    <a:pt x="60188" y="572481"/>
                  </a:moveTo>
                  <a:lnTo>
                    <a:pt x="10291" y="556560"/>
                  </a:lnTo>
                  <a:cubicBezTo>
                    <a:pt x="2497" y="554095"/>
                    <a:pt x="-1767" y="545768"/>
                    <a:pt x="698" y="537973"/>
                  </a:cubicBezTo>
                  <a:lnTo>
                    <a:pt x="168909" y="10291"/>
                  </a:lnTo>
                  <a:cubicBezTo>
                    <a:pt x="171374" y="2497"/>
                    <a:pt x="179701" y="-1767"/>
                    <a:pt x="187495" y="698"/>
                  </a:cubicBezTo>
                  <a:lnTo>
                    <a:pt x="237392" y="16620"/>
                  </a:lnTo>
                  <a:cubicBezTo>
                    <a:pt x="245187" y="19085"/>
                    <a:pt x="249450" y="27412"/>
                    <a:pt x="246985" y="35206"/>
                  </a:cubicBezTo>
                  <a:lnTo>
                    <a:pt x="78775" y="562888"/>
                  </a:lnTo>
                  <a:cubicBezTo>
                    <a:pt x="76310" y="570683"/>
                    <a:pt x="67983" y="575013"/>
                    <a:pt x="60188" y="572481"/>
                  </a:cubicBez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6723306" y="3056532"/>
              <a:ext cx="1238423" cy="1126616"/>
            </a:xfrm>
            <a:custGeom>
              <a:avLst/>
              <a:gdLst/>
              <a:ahLst/>
              <a:cxnLst/>
              <a:rect l="l" t="t" r="r" b="b"/>
              <a:pathLst>
                <a:path w="1962768" h="1785564">
                  <a:moveTo>
                    <a:pt x="1916469" y="1785565"/>
                  </a:moveTo>
                  <a:lnTo>
                    <a:pt x="46300" y="1785565"/>
                  </a:lnTo>
                  <a:cubicBezTo>
                    <a:pt x="20718" y="1785565"/>
                    <a:pt x="0" y="1764846"/>
                    <a:pt x="0" y="1739265"/>
                  </a:cubicBezTo>
                  <a:lnTo>
                    <a:pt x="0" y="46300"/>
                  </a:lnTo>
                  <a:cubicBezTo>
                    <a:pt x="0" y="20718"/>
                    <a:pt x="20718" y="0"/>
                    <a:pt x="46300" y="0"/>
                  </a:cubicBezTo>
                  <a:lnTo>
                    <a:pt x="1916469" y="0"/>
                  </a:lnTo>
                  <a:cubicBezTo>
                    <a:pt x="1942051" y="0"/>
                    <a:pt x="1962769" y="20718"/>
                    <a:pt x="1962769" y="46300"/>
                  </a:cubicBezTo>
                  <a:lnTo>
                    <a:pt x="1962769" y="1739265"/>
                  </a:lnTo>
                  <a:cubicBezTo>
                    <a:pt x="1962769" y="1764846"/>
                    <a:pt x="1942051" y="1785565"/>
                    <a:pt x="1916469" y="1785565"/>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4330986" y="4756229"/>
              <a:ext cx="926789" cy="149553"/>
            </a:xfrm>
            <a:custGeom>
              <a:avLst/>
              <a:gdLst/>
              <a:ahLst/>
              <a:cxnLst/>
              <a:rect l="l" t="t" r="r" b="b"/>
              <a:pathLst>
                <a:path w="1468862" h="237026">
                  <a:moveTo>
                    <a:pt x="1468862" y="237027"/>
                  </a:moveTo>
                  <a:lnTo>
                    <a:pt x="118514" y="237027"/>
                  </a:lnTo>
                  <a:cubicBezTo>
                    <a:pt x="53028" y="237027"/>
                    <a:pt x="0" y="183932"/>
                    <a:pt x="0" y="118513"/>
                  </a:cubicBezTo>
                  <a:lnTo>
                    <a:pt x="0" y="118513"/>
                  </a:lnTo>
                  <a:cubicBezTo>
                    <a:pt x="0" y="53028"/>
                    <a:pt x="53095" y="0"/>
                    <a:pt x="118514" y="0"/>
                  </a:cubicBezTo>
                  <a:lnTo>
                    <a:pt x="1468862" y="0"/>
                  </a:lnTo>
                  <a:lnTo>
                    <a:pt x="1468862" y="237027"/>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21" name="Freeform 21"/>
            <p:cNvSpPr/>
            <p:nvPr/>
          </p:nvSpPr>
          <p:spPr>
            <a:xfrm>
              <a:off x="4657458" y="4765098"/>
              <a:ext cx="593761" cy="131816"/>
            </a:xfrm>
            <a:custGeom>
              <a:avLst/>
              <a:gdLst/>
              <a:ahLst/>
              <a:cxnLst/>
              <a:rect l="l" t="t" r="r" b="b"/>
              <a:pathLst>
                <a:path w="941047" h="208914">
                  <a:moveTo>
                    <a:pt x="941047" y="208914"/>
                  </a:moveTo>
                  <a:lnTo>
                    <a:pt x="104457" y="208914"/>
                  </a:lnTo>
                  <a:cubicBezTo>
                    <a:pt x="46766" y="208914"/>
                    <a:pt x="0" y="162148"/>
                    <a:pt x="0" y="104457"/>
                  </a:cubicBezTo>
                  <a:lnTo>
                    <a:pt x="0" y="104457"/>
                  </a:lnTo>
                  <a:cubicBezTo>
                    <a:pt x="0" y="46766"/>
                    <a:pt x="46766" y="0"/>
                    <a:pt x="104457" y="0"/>
                  </a:cubicBezTo>
                  <a:lnTo>
                    <a:pt x="941047" y="0"/>
                  </a:lnTo>
                  <a:lnTo>
                    <a:pt x="941047"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4553342" y="4606674"/>
              <a:ext cx="800689" cy="149555"/>
            </a:xfrm>
            <a:custGeom>
              <a:avLst/>
              <a:gdLst/>
              <a:ahLst/>
              <a:cxnLst/>
              <a:rect l="l" t="t" r="r" b="b"/>
              <a:pathLst>
                <a:path w="1269007" h="237027">
                  <a:moveTo>
                    <a:pt x="1269008" y="237027"/>
                  </a:moveTo>
                  <a:lnTo>
                    <a:pt x="118514" y="237027"/>
                  </a:lnTo>
                  <a:cubicBezTo>
                    <a:pt x="53028" y="237027"/>
                    <a:pt x="0" y="183932"/>
                    <a:pt x="0" y="118513"/>
                  </a:cubicBezTo>
                  <a:lnTo>
                    <a:pt x="0" y="118513"/>
                  </a:lnTo>
                  <a:cubicBezTo>
                    <a:pt x="0" y="53028"/>
                    <a:pt x="53095" y="0"/>
                    <a:pt x="118514" y="0"/>
                  </a:cubicBezTo>
                  <a:lnTo>
                    <a:pt x="1269008" y="0"/>
                  </a:lnTo>
                  <a:lnTo>
                    <a:pt x="1269008" y="237027"/>
                  </a:ln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4879813" y="4615543"/>
              <a:ext cx="467660" cy="131816"/>
            </a:xfrm>
            <a:custGeom>
              <a:avLst/>
              <a:gdLst/>
              <a:ahLst/>
              <a:cxnLst/>
              <a:rect l="l" t="t" r="r" b="b"/>
              <a:pathLst>
                <a:path w="741192" h="208914">
                  <a:moveTo>
                    <a:pt x="741193" y="208914"/>
                  </a:moveTo>
                  <a:lnTo>
                    <a:pt x="104457" y="208914"/>
                  </a:lnTo>
                  <a:cubicBezTo>
                    <a:pt x="46766" y="208914"/>
                    <a:pt x="0" y="162149"/>
                    <a:pt x="0" y="104457"/>
                  </a:cubicBezTo>
                  <a:lnTo>
                    <a:pt x="0" y="104457"/>
                  </a:lnTo>
                  <a:cubicBezTo>
                    <a:pt x="0" y="46766"/>
                    <a:pt x="46766" y="0"/>
                    <a:pt x="104457" y="0"/>
                  </a:cubicBezTo>
                  <a:lnTo>
                    <a:pt x="741193" y="0"/>
                  </a:lnTo>
                  <a:lnTo>
                    <a:pt x="741193"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5984818" y="3294398"/>
              <a:ext cx="469342" cy="483006"/>
            </a:xfrm>
            <a:custGeom>
              <a:avLst/>
              <a:gdLst/>
              <a:ahLst/>
              <a:cxnLst/>
              <a:rect l="l" t="t" r="r" b="b"/>
              <a:pathLst>
                <a:path w="743857" h="765511">
                  <a:moveTo>
                    <a:pt x="343291" y="0"/>
                  </a:moveTo>
                  <a:cubicBezTo>
                    <a:pt x="343291" y="0"/>
                    <a:pt x="26189" y="128040"/>
                    <a:pt x="147367" y="368798"/>
                  </a:cubicBezTo>
                  <a:cubicBezTo>
                    <a:pt x="147367" y="368798"/>
                    <a:pt x="-103183" y="491575"/>
                    <a:pt x="49106" y="676640"/>
                  </a:cubicBezTo>
                  <a:cubicBezTo>
                    <a:pt x="201394" y="861638"/>
                    <a:pt x="581784" y="721207"/>
                    <a:pt x="682777" y="586572"/>
                  </a:cubicBezTo>
                  <a:cubicBezTo>
                    <a:pt x="751527" y="494906"/>
                    <a:pt x="810484" y="226368"/>
                    <a:pt x="576321" y="154288"/>
                  </a:cubicBezTo>
                  <a:cubicBezTo>
                    <a:pt x="342225" y="82207"/>
                    <a:pt x="343291" y="0"/>
                    <a:pt x="34329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4233874" y="4906077"/>
              <a:ext cx="3886210" cy="54853"/>
            </a:xfrm>
            <a:custGeom>
              <a:avLst/>
              <a:gdLst/>
              <a:ahLst/>
              <a:cxnLst/>
              <a:rect l="l" t="t" r="r" b="b"/>
              <a:pathLst>
                <a:path w="7120408" h="105922">
                  <a:moveTo>
                    <a:pt x="0" y="0"/>
                  </a:moveTo>
                  <a:lnTo>
                    <a:pt x="7120408" y="0"/>
                  </a:lnTo>
                  <a:lnTo>
                    <a:pt x="7120408" y="105923"/>
                  </a:lnTo>
                  <a:lnTo>
                    <a:pt x="0" y="105923"/>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5227834" y="4299538"/>
              <a:ext cx="1204182" cy="577351"/>
            </a:xfrm>
            <a:custGeom>
              <a:avLst/>
              <a:gdLst/>
              <a:ahLst/>
              <a:cxnLst/>
              <a:rect l="l" t="t" r="r" b="b"/>
              <a:pathLst>
                <a:path w="1908499" h="915038">
                  <a:moveTo>
                    <a:pt x="1113213" y="0"/>
                  </a:moveTo>
                  <a:cubicBezTo>
                    <a:pt x="1113213" y="0"/>
                    <a:pt x="321457" y="130038"/>
                    <a:pt x="75369" y="390182"/>
                  </a:cubicBezTo>
                  <a:cubicBezTo>
                    <a:pt x="-95839" y="572516"/>
                    <a:pt x="-149333" y="1017858"/>
                    <a:pt x="1908500" y="893415"/>
                  </a:cubicBezTo>
                  <a:cubicBezTo>
                    <a:pt x="1901371" y="537208"/>
                    <a:pt x="1901371" y="537208"/>
                    <a:pt x="1901371" y="537208"/>
                  </a:cubicBezTo>
                  <a:cubicBezTo>
                    <a:pt x="1229128" y="282727"/>
                    <a:pt x="1229128" y="282727"/>
                    <a:pt x="1229128" y="282727"/>
                  </a:cubicBezTo>
                  <a:cubicBezTo>
                    <a:pt x="1113213" y="0"/>
                    <a:pt x="1113213" y="0"/>
                    <a:pt x="1113213"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5084977" y="4709193"/>
              <a:ext cx="432101" cy="196589"/>
            </a:xfrm>
            <a:custGeom>
              <a:avLst/>
              <a:gdLst/>
              <a:ahLst/>
              <a:cxnLst/>
              <a:rect l="l" t="t" r="r" b="b"/>
              <a:pathLst>
                <a:path w="684834" h="311572">
                  <a:moveTo>
                    <a:pt x="684834" y="311573"/>
                  </a:moveTo>
                  <a:cubicBezTo>
                    <a:pt x="156952" y="311573"/>
                    <a:pt x="156952" y="311573"/>
                    <a:pt x="156952" y="311573"/>
                  </a:cubicBezTo>
                  <a:cubicBezTo>
                    <a:pt x="71348" y="311573"/>
                    <a:pt x="0" y="242157"/>
                    <a:pt x="0" y="156685"/>
                  </a:cubicBezTo>
                  <a:cubicBezTo>
                    <a:pt x="0" y="69416"/>
                    <a:pt x="71348" y="0"/>
                    <a:pt x="156952" y="0"/>
                  </a:cubicBezTo>
                  <a:cubicBezTo>
                    <a:pt x="684834" y="0"/>
                    <a:pt x="684834" y="0"/>
                    <a:pt x="684834" y="0"/>
                  </a:cubicBezTo>
                  <a:cubicBezTo>
                    <a:pt x="684834" y="311573"/>
                    <a:pt x="684834" y="311573"/>
                    <a:pt x="684834" y="311573"/>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5181149" y="4748074"/>
              <a:ext cx="335929" cy="119878"/>
            </a:xfrm>
            <a:custGeom>
              <a:avLst/>
              <a:gdLst/>
              <a:ahLst/>
              <a:cxnLst/>
              <a:rect l="l" t="t" r="r" b="b"/>
              <a:pathLst>
                <a:path w="532411" h="189994">
                  <a:moveTo>
                    <a:pt x="532412" y="189995"/>
                  </a:moveTo>
                  <a:cubicBezTo>
                    <a:pt x="94398" y="189995"/>
                    <a:pt x="94398" y="189995"/>
                    <a:pt x="94398" y="189995"/>
                  </a:cubicBezTo>
                  <a:cubicBezTo>
                    <a:pt x="42769" y="189995"/>
                    <a:pt x="0" y="146959"/>
                    <a:pt x="0" y="94997"/>
                  </a:cubicBezTo>
                  <a:cubicBezTo>
                    <a:pt x="0" y="41237"/>
                    <a:pt x="42769" y="0"/>
                    <a:pt x="94398" y="0"/>
                  </a:cubicBezTo>
                  <a:cubicBezTo>
                    <a:pt x="532412" y="0"/>
                    <a:pt x="532412" y="0"/>
                    <a:pt x="532412" y="0"/>
                  </a:cubicBezTo>
                  <a:cubicBezTo>
                    <a:pt x="532412" y="189995"/>
                    <a:pt x="532412" y="189995"/>
                    <a:pt x="532412" y="189995"/>
                  </a:cubicBezTo>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29" name="Freeform 29"/>
            <p:cNvSpPr/>
            <p:nvPr/>
          </p:nvSpPr>
          <p:spPr>
            <a:xfrm>
              <a:off x="5103388" y="4710245"/>
              <a:ext cx="413732" cy="195538"/>
            </a:xfrm>
            <a:custGeom>
              <a:avLst/>
              <a:gdLst/>
              <a:ahLst/>
              <a:cxnLst/>
              <a:rect l="l" t="t" r="r" b="b"/>
              <a:pathLst>
                <a:path w="655721" h="309907">
                  <a:moveTo>
                    <a:pt x="655655" y="0"/>
                  </a:moveTo>
                  <a:lnTo>
                    <a:pt x="655655" y="0"/>
                  </a:lnTo>
                  <a:cubicBezTo>
                    <a:pt x="493507" y="60556"/>
                    <a:pt x="493507" y="60556"/>
                    <a:pt x="493507" y="60556"/>
                  </a:cubicBezTo>
                  <a:cubicBezTo>
                    <a:pt x="655655" y="60556"/>
                    <a:pt x="655655" y="60556"/>
                    <a:pt x="655655" y="60556"/>
                  </a:cubicBezTo>
                  <a:cubicBezTo>
                    <a:pt x="655655" y="249351"/>
                    <a:pt x="655655" y="249351"/>
                    <a:pt x="655655" y="249351"/>
                  </a:cubicBezTo>
                  <a:cubicBezTo>
                    <a:pt x="217375" y="249351"/>
                    <a:pt x="217375" y="249351"/>
                    <a:pt x="217375" y="249351"/>
                  </a:cubicBezTo>
                  <a:cubicBezTo>
                    <a:pt x="179936" y="249351"/>
                    <a:pt x="146093" y="226235"/>
                    <a:pt x="131837" y="194125"/>
                  </a:cubicBezTo>
                  <a:cubicBezTo>
                    <a:pt x="0" y="242223"/>
                    <a:pt x="0" y="242223"/>
                    <a:pt x="0" y="242223"/>
                  </a:cubicBezTo>
                  <a:cubicBezTo>
                    <a:pt x="28513" y="283193"/>
                    <a:pt x="74812" y="309907"/>
                    <a:pt x="128307" y="309907"/>
                  </a:cubicBezTo>
                  <a:cubicBezTo>
                    <a:pt x="655722" y="309907"/>
                    <a:pt x="655722" y="309907"/>
                    <a:pt x="655722" y="309907"/>
                  </a:cubicBezTo>
                  <a:cubicBezTo>
                    <a:pt x="655655" y="0"/>
                    <a:pt x="655655" y="0"/>
                    <a:pt x="655655"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30" name="Freeform 30"/>
            <p:cNvSpPr/>
            <p:nvPr/>
          </p:nvSpPr>
          <p:spPr>
            <a:xfrm>
              <a:off x="5186529" y="4748074"/>
              <a:ext cx="330549" cy="119878"/>
            </a:xfrm>
            <a:custGeom>
              <a:avLst/>
              <a:gdLst/>
              <a:ahLst/>
              <a:cxnLst/>
              <a:rect l="l" t="t" r="r" b="b"/>
              <a:pathLst>
                <a:path w="523884" h="189994">
                  <a:moveTo>
                    <a:pt x="523885" y="0"/>
                  </a:moveTo>
                  <a:cubicBezTo>
                    <a:pt x="361736" y="0"/>
                    <a:pt x="361736" y="0"/>
                    <a:pt x="361736" y="0"/>
                  </a:cubicBezTo>
                  <a:cubicBezTo>
                    <a:pt x="0" y="134435"/>
                    <a:pt x="0" y="134435"/>
                    <a:pt x="0" y="134435"/>
                  </a:cubicBezTo>
                  <a:cubicBezTo>
                    <a:pt x="14256" y="166678"/>
                    <a:pt x="48098" y="189995"/>
                    <a:pt x="85538" y="189995"/>
                  </a:cubicBezTo>
                  <a:cubicBezTo>
                    <a:pt x="523885" y="189995"/>
                    <a:pt x="523885" y="189995"/>
                    <a:pt x="523885" y="189995"/>
                  </a:cubicBezTo>
                  <a:cubicBezTo>
                    <a:pt x="523885" y="0"/>
                    <a:pt x="523885" y="0"/>
                    <a:pt x="523885" y="0"/>
                  </a:cubicBezTo>
                </a:path>
              </a:pathLst>
            </a:custGeom>
            <a:solidFill>
              <a:srgbClr val="151411"/>
            </a:solidFill>
            <a:ln cap="flat">
              <a:prstDash val="solid"/>
            </a:ln>
          </p:spPr>
          <p:txBody>
            <a:bodyPr vert="horz" lIns="91440" tIns="45720" rIns="91440" bIns="45720" anchor="ctr">
              <a:normAutofit/>
            </a:bodyPr>
            <a:lstStyle/>
            <a:p>
              <a:pPr marL="0" algn="l"/>
              <a:endParaRPr/>
            </a:p>
          </p:txBody>
        </p:sp>
        <p:sp>
          <p:nvSpPr>
            <p:cNvPr id="31" name="Freeform 31"/>
            <p:cNvSpPr/>
            <p:nvPr/>
          </p:nvSpPr>
          <p:spPr>
            <a:xfrm>
              <a:off x="5264334" y="4769679"/>
              <a:ext cx="8659" cy="75618"/>
            </a:xfrm>
            <a:custGeom>
              <a:avLst/>
              <a:gdLst/>
              <a:ahLst/>
              <a:cxnLst/>
              <a:rect l="l" t="t" r="r" b="b"/>
              <a:pathLst>
                <a:path w="13723" h="119845">
                  <a:moveTo>
                    <a:pt x="0" y="0"/>
                  </a:moveTo>
                  <a:lnTo>
                    <a:pt x="13723" y="0"/>
                  </a:lnTo>
                  <a:lnTo>
                    <a:pt x="13723"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2" name="Freeform 32"/>
            <p:cNvSpPr/>
            <p:nvPr/>
          </p:nvSpPr>
          <p:spPr>
            <a:xfrm>
              <a:off x="5320489" y="4769679"/>
              <a:ext cx="8659" cy="75618"/>
            </a:xfrm>
            <a:custGeom>
              <a:avLst/>
              <a:gdLst/>
              <a:ahLst/>
              <a:cxnLst/>
              <a:rect l="l" t="t" r="r" b="b"/>
              <a:pathLst>
                <a:path w="13723" h="119845">
                  <a:moveTo>
                    <a:pt x="0" y="0"/>
                  </a:moveTo>
                  <a:lnTo>
                    <a:pt x="13724" y="0"/>
                  </a:lnTo>
                  <a:lnTo>
                    <a:pt x="13724"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3" name="Freeform 33"/>
            <p:cNvSpPr/>
            <p:nvPr/>
          </p:nvSpPr>
          <p:spPr>
            <a:xfrm>
              <a:off x="5376688" y="4769679"/>
              <a:ext cx="9709" cy="75618"/>
            </a:xfrm>
            <a:custGeom>
              <a:avLst/>
              <a:gdLst/>
              <a:ahLst/>
              <a:cxnLst/>
              <a:rect l="l" t="t" r="r" b="b"/>
              <a:pathLst>
                <a:path w="15388" h="119845">
                  <a:moveTo>
                    <a:pt x="0" y="0"/>
                  </a:moveTo>
                  <a:lnTo>
                    <a:pt x="15389" y="0"/>
                  </a:lnTo>
                  <a:lnTo>
                    <a:pt x="15389"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7009887" y="4688639"/>
              <a:ext cx="456900" cy="196589"/>
            </a:xfrm>
            <a:custGeom>
              <a:avLst/>
              <a:gdLst/>
              <a:ahLst/>
              <a:cxnLst/>
              <a:rect l="l" t="t" r="r" b="b"/>
              <a:pathLst>
                <a:path w="724138" h="311572">
                  <a:moveTo>
                    <a:pt x="0" y="0"/>
                  </a:moveTo>
                  <a:cubicBezTo>
                    <a:pt x="567586" y="0"/>
                    <a:pt x="567586" y="0"/>
                    <a:pt x="567586" y="0"/>
                  </a:cubicBezTo>
                  <a:cubicBezTo>
                    <a:pt x="652991" y="0"/>
                    <a:pt x="724139" y="69416"/>
                    <a:pt x="724139" y="156685"/>
                  </a:cubicBezTo>
                  <a:cubicBezTo>
                    <a:pt x="724139" y="242157"/>
                    <a:pt x="652991" y="311573"/>
                    <a:pt x="567586" y="311573"/>
                  </a:cubicBezTo>
                  <a:cubicBezTo>
                    <a:pt x="0" y="311573"/>
                    <a:pt x="0" y="311573"/>
                    <a:pt x="0" y="311573"/>
                  </a:cubicBezTo>
                  <a:cubicBezTo>
                    <a:pt x="0" y="0"/>
                    <a:pt x="0" y="0"/>
                    <a:pt x="0" y="0"/>
                  </a:cubicBezTo>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5" name="Freeform 35"/>
            <p:cNvSpPr/>
            <p:nvPr/>
          </p:nvSpPr>
          <p:spPr>
            <a:xfrm>
              <a:off x="7009887" y="4688639"/>
              <a:ext cx="431008" cy="196589"/>
            </a:xfrm>
            <a:custGeom>
              <a:avLst/>
              <a:gdLst/>
              <a:ahLst/>
              <a:cxnLst/>
              <a:rect l="l" t="t" r="r" b="b"/>
              <a:pathLst>
                <a:path w="683101" h="311572">
                  <a:moveTo>
                    <a:pt x="0" y="0"/>
                  </a:moveTo>
                  <a:cubicBezTo>
                    <a:pt x="526549" y="0"/>
                    <a:pt x="526549" y="0"/>
                    <a:pt x="526549" y="0"/>
                  </a:cubicBezTo>
                  <a:cubicBezTo>
                    <a:pt x="613686" y="0"/>
                    <a:pt x="683102" y="69416"/>
                    <a:pt x="683102" y="156685"/>
                  </a:cubicBezTo>
                  <a:cubicBezTo>
                    <a:pt x="683102" y="242157"/>
                    <a:pt x="613753" y="311573"/>
                    <a:pt x="526549" y="311573"/>
                  </a:cubicBezTo>
                  <a:cubicBezTo>
                    <a:pt x="0" y="311573"/>
                    <a:pt x="0" y="311573"/>
                    <a:pt x="0" y="311573"/>
                  </a:cubicBezTo>
                  <a:cubicBezTo>
                    <a:pt x="0" y="0"/>
                    <a:pt x="0" y="0"/>
                    <a:pt x="0" y="0"/>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36" name="Freeform 36"/>
            <p:cNvSpPr/>
            <p:nvPr/>
          </p:nvSpPr>
          <p:spPr>
            <a:xfrm>
              <a:off x="7008836" y="4844204"/>
              <a:ext cx="434202" cy="42117"/>
            </a:xfrm>
            <a:custGeom>
              <a:avLst/>
              <a:gdLst/>
              <a:ahLst/>
              <a:cxnLst/>
              <a:rect l="l" t="t" r="r" b="b"/>
              <a:pathLst>
                <a:path w="688164" h="66751">
                  <a:moveTo>
                    <a:pt x="688165" y="10525"/>
                  </a:moveTo>
                  <a:cubicBezTo>
                    <a:pt x="677506" y="24582"/>
                    <a:pt x="663250" y="35107"/>
                    <a:pt x="649060" y="43901"/>
                  </a:cubicBezTo>
                  <a:lnTo>
                    <a:pt x="649060" y="43901"/>
                  </a:lnTo>
                  <a:cubicBezTo>
                    <a:pt x="665049" y="35107"/>
                    <a:pt x="677506" y="24582"/>
                    <a:pt x="688165" y="10525"/>
                  </a:cubicBezTo>
                  <a:lnTo>
                    <a:pt x="688165" y="10525"/>
                  </a:lnTo>
                  <a:moveTo>
                    <a:pt x="1732" y="0"/>
                  </a:moveTo>
                  <a:lnTo>
                    <a:pt x="0" y="0"/>
                  </a:lnTo>
                  <a:cubicBezTo>
                    <a:pt x="0" y="66751"/>
                    <a:pt x="0" y="66751"/>
                    <a:pt x="0" y="66751"/>
                  </a:cubicBezTo>
                  <a:cubicBezTo>
                    <a:pt x="380589" y="66751"/>
                    <a:pt x="380589" y="66751"/>
                    <a:pt x="380589" y="66751"/>
                  </a:cubicBezTo>
                  <a:cubicBezTo>
                    <a:pt x="380589" y="66751"/>
                    <a:pt x="380589" y="66751"/>
                    <a:pt x="382388" y="65019"/>
                  </a:cubicBezTo>
                  <a:cubicBezTo>
                    <a:pt x="1799" y="65019"/>
                    <a:pt x="1799" y="65019"/>
                    <a:pt x="1799" y="65019"/>
                  </a:cubicBezTo>
                  <a:cubicBezTo>
                    <a:pt x="1732" y="0"/>
                    <a:pt x="1732" y="0"/>
                    <a:pt x="1732" y="0"/>
                  </a:cubicBezTo>
                </a:path>
              </a:pathLst>
            </a:custGeom>
            <a:solidFill>
              <a:srgbClr val="923A2B"/>
            </a:solidFill>
            <a:ln cap="flat">
              <a:prstDash val="solid"/>
            </a:ln>
          </p:spPr>
          <p:txBody>
            <a:bodyPr vert="horz" lIns="91440" tIns="45720" rIns="91440" bIns="45720" anchor="ctr">
              <a:normAutofit/>
            </a:bodyPr>
            <a:lstStyle/>
            <a:p>
              <a:pPr marL="0" algn="l"/>
              <a:endParaRPr/>
            </a:p>
          </p:txBody>
        </p:sp>
        <p:pic>
          <p:nvPicPr>
            <p:cNvPr id="37" name="image4.png"/>
            <p:cNvPicPr>
              <a:picLocks noChangeAspect="1"/>
            </p:cNvPicPr>
            <p:nvPr/>
          </p:nvPicPr>
          <p:blipFill>
            <a:blip r:embed="rId2"/>
            <a:stretch>
              <a:fillRect/>
            </a:stretch>
          </p:blipFill>
          <p:spPr>
            <a:xfrm>
              <a:off x="7004507" y="4826920"/>
              <a:ext cx="6481" cy="21605"/>
            </a:xfrm>
            <a:custGeom>
              <a:avLst/>
              <a:gdLst/>
              <a:ahLst/>
              <a:cxnLst/>
              <a:rect l="0" t="0" r="0" b="0"/>
              <a:pathLst>
                <a:path w="10272" h="34241">
                  <a:moveTo>
                    <a:pt x="754" y="552"/>
                  </a:moveTo>
                  <a:lnTo>
                    <a:pt x="11027" y="552"/>
                  </a:lnTo>
                  <a:lnTo>
                    <a:pt x="11027" y="34794"/>
                  </a:lnTo>
                  <a:lnTo>
                    <a:pt x="754" y="34794"/>
                  </a:lnTo>
                  <a:close/>
                </a:path>
              </a:pathLst>
            </a:custGeom>
          </p:spPr>
        </p:pic>
        <p:sp>
          <p:nvSpPr>
            <p:cNvPr id="38" name="Freeform 38"/>
            <p:cNvSpPr/>
            <p:nvPr/>
          </p:nvSpPr>
          <p:spPr>
            <a:xfrm>
              <a:off x="6973908" y="4736179"/>
              <a:ext cx="413690" cy="149092"/>
            </a:xfrm>
            <a:custGeom>
              <a:avLst/>
              <a:gdLst/>
              <a:ahLst/>
              <a:cxnLst/>
              <a:rect l="l" t="t" r="r" b="b"/>
              <a:pathLst>
                <a:path w="655655" h="236294">
                  <a:moveTo>
                    <a:pt x="197256" y="0"/>
                  </a:moveTo>
                  <a:cubicBezTo>
                    <a:pt x="138632" y="60423"/>
                    <a:pt x="67551" y="110119"/>
                    <a:pt x="0" y="149224"/>
                  </a:cubicBezTo>
                  <a:cubicBezTo>
                    <a:pt x="0" y="236294"/>
                    <a:pt x="0" y="236294"/>
                    <a:pt x="0" y="236294"/>
                  </a:cubicBezTo>
                  <a:cubicBezTo>
                    <a:pt x="525950" y="236294"/>
                    <a:pt x="525950" y="236294"/>
                    <a:pt x="525950" y="236294"/>
                  </a:cubicBezTo>
                  <a:cubicBezTo>
                    <a:pt x="579244" y="236294"/>
                    <a:pt x="627210" y="209647"/>
                    <a:pt x="655655" y="168810"/>
                  </a:cubicBezTo>
                  <a:cubicBezTo>
                    <a:pt x="197256" y="0"/>
                    <a:pt x="197256" y="0"/>
                    <a:pt x="197256"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6976050" y="4727562"/>
              <a:ext cx="335929" cy="119878"/>
            </a:xfrm>
            <a:custGeom>
              <a:avLst/>
              <a:gdLst/>
              <a:ahLst/>
              <a:cxnLst/>
              <a:rect l="l" t="t" r="r" b="b"/>
              <a:pathLst>
                <a:path w="532411" h="189994">
                  <a:moveTo>
                    <a:pt x="0" y="0"/>
                  </a:moveTo>
                  <a:cubicBezTo>
                    <a:pt x="438347" y="0"/>
                    <a:pt x="438347" y="0"/>
                    <a:pt x="438347" y="0"/>
                  </a:cubicBezTo>
                  <a:cubicBezTo>
                    <a:pt x="489843" y="0"/>
                    <a:pt x="532412" y="41237"/>
                    <a:pt x="532412" y="94997"/>
                  </a:cubicBezTo>
                  <a:cubicBezTo>
                    <a:pt x="532412" y="146959"/>
                    <a:pt x="489843" y="189995"/>
                    <a:pt x="438347" y="189995"/>
                  </a:cubicBezTo>
                  <a:cubicBezTo>
                    <a:pt x="0" y="189995"/>
                    <a:pt x="0" y="189995"/>
                    <a:pt x="0" y="189995"/>
                  </a:cubicBezTo>
                  <a:lnTo>
                    <a:pt x="0" y="0"/>
                  </a:lnTo>
                  <a:lnTo>
                    <a:pt x="0" y="0"/>
                  </a:lnTo>
                  <a:lnTo>
                    <a:pt x="0" y="0"/>
                  </a:lnTo>
                  <a:close/>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6870211" y="4699441"/>
              <a:ext cx="116642" cy="184736"/>
            </a:xfrm>
            <a:custGeom>
              <a:avLst/>
              <a:gdLst/>
              <a:ahLst/>
              <a:cxnLst/>
              <a:rect l="l" t="t" r="r" b="b"/>
              <a:pathLst>
                <a:path w="184865" h="292786">
                  <a:moveTo>
                    <a:pt x="0" y="0"/>
                  </a:moveTo>
                  <a:lnTo>
                    <a:pt x="184865" y="0"/>
                  </a:lnTo>
                  <a:lnTo>
                    <a:pt x="184865" y="292786"/>
                  </a:lnTo>
                  <a:lnTo>
                    <a:pt x="0" y="292786"/>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5802290" y="3626376"/>
              <a:ext cx="839622" cy="1010267"/>
            </a:xfrm>
            <a:custGeom>
              <a:avLst/>
              <a:gdLst/>
              <a:ahLst/>
              <a:cxnLst/>
              <a:rect l="l" t="t" r="r" b="b"/>
              <a:pathLst>
                <a:path w="1330711" h="1601165">
                  <a:moveTo>
                    <a:pt x="665356" y="1601166"/>
                  </a:moveTo>
                  <a:lnTo>
                    <a:pt x="665356" y="1601166"/>
                  </a:lnTo>
                  <a:cubicBezTo>
                    <a:pt x="222878" y="1601166"/>
                    <a:pt x="-96489" y="1205854"/>
                    <a:pt x="26622" y="810542"/>
                  </a:cubicBezTo>
                  <a:cubicBezTo>
                    <a:pt x="172915" y="343816"/>
                    <a:pt x="172915" y="343816"/>
                    <a:pt x="172915" y="343816"/>
                  </a:cubicBezTo>
                  <a:cubicBezTo>
                    <a:pt x="237135" y="141164"/>
                    <a:pt x="436989" y="0"/>
                    <a:pt x="665356" y="0"/>
                  </a:cubicBezTo>
                  <a:cubicBezTo>
                    <a:pt x="893723" y="0"/>
                    <a:pt x="1095309" y="141164"/>
                    <a:pt x="1157797" y="343816"/>
                  </a:cubicBezTo>
                  <a:cubicBezTo>
                    <a:pt x="1304090" y="810542"/>
                    <a:pt x="1304090" y="810542"/>
                    <a:pt x="1304090" y="810542"/>
                  </a:cubicBezTo>
                  <a:cubicBezTo>
                    <a:pt x="1427200" y="1205854"/>
                    <a:pt x="1107833" y="1601166"/>
                    <a:pt x="665356" y="1601166"/>
                  </a:cubicBezTo>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42" name="Freeform 42"/>
            <p:cNvSpPr/>
            <p:nvPr/>
          </p:nvSpPr>
          <p:spPr>
            <a:xfrm>
              <a:off x="5438981" y="4716760"/>
              <a:ext cx="117734" cy="184693"/>
            </a:xfrm>
            <a:custGeom>
              <a:avLst/>
              <a:gdLst/>
              <a:ahLst/>
              <a:cxnLst/>
              <a:rect l="l" t="t" r="r" b="b"/>
              <a:pathLst>
                <a:path w="186597" h="292719">
                  <a:moveTo>
                    <a:pt x="0" y="0"/>
                  </a:moveTo>
                  <a:lnTo>
                    <a:pt x="186597" y="0"/>
                  </a:lnTo>
                  <a:lnTo>
                    <a:pt x="186597" y="292720"/>
                  </a:lnTo>
                  <a:lnTo>
                    <a:pt x="0" y="292720"/>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3" name="Freeform 43"/>
            <p:cNvSpPr/>
            <p:nvPr/>
          </p:nvSpPr>
          <p:spPr>
            <a:xfrm>
              <a:off x="6162504" y="3514357"/>
              <a:ext cx="98772" cy="158752"/>
            </a:xfrm>
            <a:custGeom>
              <a:avLst/>
              <a:gdLst/>
              <a:ahLst/>
              <a:cxnLst/>
              <a:rect l="l" t="t" r="r" b="b"/>
              <a:pathLst>
                <a:path w="156543" h="251605">
                  <a:moveTo>
                    <a:pt x="48755" y="250351"/>
                  </a:moveTo>
                  <a:cubicBezTo>
                    <a:pt x="15446" y="243622"/>
                    <a:pt x="-5471" y="212045"/>
                    <a:pt x="1257" y="178736"/>
                  </a:cubicBezTo>
                  <a:cubicBezTo>
                    <a:pt x="37431" y="0"/>
                    <a:pt x="37431" y="0"/>
                    <a:pt x="37431" y="0"/>
                  </a:cubicBezTo>
                  <a:cubicBezTo>
                    <a:pt x="156544" y="24116"/>
                    <a:pt x="156544" y="24116"/>
                    <a:pt x="156544" y="24116"/>
                  </a:cubicBezTo>
                  <a:cubicBezTo>
                    <a:pt x="120370" y="202852"/>
                    <a:pt x="120370" y="202852"/>
                    <a:pt x="120370" y="202852"/>
                  </a:cubicBezTo>
                  <a:cubicBezTo>
                    <a:pt x="113642" y="236094"/>
                    <a:pt x="82065" y="257079"/>
                    <a:pt x="48755" y="250351"/>
                  </a:cubicBezTo>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5685624" y="3708675"/>
              <a:ext cx="594610" cy="871686"/>
            </a:xfrm>
            <a:custGeom>
              <a:avLst/>
              <a:gdLst/>
              <a:ahLst/>
              <a:cxnLst/>
              <a:rect l="l" t="t" r="r" b="b"/>
              <a:pathLst>
                <a:path w="942392" h="1381527">
                  <a:moveTo>
                    <a:pt x="505311" y="2"/>
                  </a:moveTo>
                  <a:cubicBezTo>
                    <a:pt x="505311" y="2"/>
                    <a:pt x="500381" y="-3396"/>
                    <a:pt x="364880" y="274668"/>
                  </a:cubicBezTo>
                  <a:cubicBezTo>
                    <a:pt x="364880" y="274668"/>
                    <a:pt x="199134" y="638270"/>
                    <a:pt x="286471" y="843254"/>
                  </a:cubicBezTo>
                  <a:cubicBezTo>
                    <a:pt x="350624" y="994743"/>
                    <a:pt x="942392" y="1044640"/>
                    <a:pt x="942392" y="1044640"/>
                  </a:cubicBezTo>
                  <a:cubicBezTo>
                    <a:pt x="942392" y="1044640"/>
                    <a:pt x="942392" y="1044640"/>
                    <a:pt x="892495" y="1381528"/>
                  </a:cubicBezTo>
                  <a:cubicBezTo>
                    <a:pt x="892495" y="1381528"/>
                    <a:pt x="421905" y="1313777"/>
                    <a:pt x="172420" y="1187270"/>
                  </a:cubicBezTo>
                  <a:cubicBezTo>
                    <a:pt x="-356927" y="921663"/>
                    <a:pt x="501514" y="535"/>
                    <a:pt x="501514" y="535"/>
                  </a:cubicBezTo>
                  <a:lnTo>
                    <a:pt x="505311" y="2"/>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502703" y="4472505"/>
              <a:ext cx="1220601" cy="251737"/>
            </a:xfrm>
            <a:custGeom>
              <a:avLst/>
              <a:gdLst/>
              <a:ahLst/>
              <a:cxnLst/>
              <a:rect l="l" t="t" r="r" b="b"/>
              <a:pathLst>
                <a:path w="1934522" h="398975">
                  <a:moveTo>
                    <a:pt x="1547605" y="0"/>
                  </a:moveTo>
                  <a:lnTo>
                    <a:pt x="0" y="398976"/>
                  </a:lnTo>
                  <a:lnTo>
                    <a:pt x="1934523" y="70748"/>
                  </a:lnTo>
                  <a:lnTo>
                    <a:pt x="1547605" y="0"/>
                  </a:lnTo>
                  <a:lnTo>
                    <a:pt x="1547605" y="0"/>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5702529" y="4460525"/>
              <a:ext cx="575728" cy="186669"/>
            </a:xfrm>
            <a:custGeom>
              <a:avLst/>
              <a:gdLst/>
              <a:ahLst/>
              <a:cxnLst/>
              <a:rect l="l" t="t" r="r" b="b"/>
              <a:pathLst>
                <a:path w="912468" h="295851">
                  <a:moveTo>
                    <a:pt x="912468" y="295851"/>
                  </a:moveTo>
                  <a:lnTo>
                    <a:pt x="0" y="162748"/>
                  </a:lnTo>
                  <a:lnTo>
                    <a:pt x="297650" y="0"/>
                  </a:lnTo>
                  <a:lnTo>
                    <a:pt x="912468" y="295851"/>
                  </a:lnTo>
                  <a:lnTo>
                    <a:pt x="912468" y="295851"/>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5502703" y="4281548"/>
              <a:ext cx="1679437" cy="624235"/>
            </a:xfrm>
            <a:custGeom>
              <a:avLst/>
              <a:gdLst/>
              <a:ahLst/>
              <a:cxnLst/>
              <a:rect l="l" t="t" r="r" b="b"/>
              <a:pathLst>
                <a:path w="2661729" h="989345">
                  <a:moveTo>
                    <a:pt x="1654061" y="0"/>
                  </a:moveTo>
                  <a:cubicBezTo>
                    <a:pt x="1654061" y="0"/>
                    <a:pt x="2518497" y="50896"/>
                    <a:pt x="2646870" y="440945"/>
                  </a:cubicBezTo>
                  <a:cubicBezTo>
                    <a:pt x="2773445" y="830994"/>
                    <a:pt x="2049772" y="989345"/>
                    <a:pt x="2049772" y="989345"/>
                  </a:cubicBezTo>
                  <a:cubicBezTo>
                    <a:pt x="0" y="989345"/>
                    <a:pt x="0" y="989345"/>
                    <a:pt x="0" y="989345"/>
                  </a:cubicBezTo>
                  <a:cubicBezTo>
                    <a:pt x="0" y="689697"/>
                    <a:pt x="0" y="689697"/>
                    <a:pt x="0" y="689697"/>
                  </a:cubicBezTo>
                  <a:cubicBezTo>
                    <a:pt x="1830532" y="361803"/>
                    <a:pt x="1830532" y="361803"/>
                    <a:pt x="1830532" y="361803"/>
                  </a:cubicBezTo>
                  <a:cubicBezTo>
                    <a:pt x="1379594" y="305244"/>
                    <a:pt x="1379594" y="305244"/>
                    <a:pt x="1379594" y="305244"/>
                  </a:cubicBezTo>
                  <a:cubicBezTo>
                    <a:pt x="1654061" y="0"/>
                    <a:pt x="1654061" y="0"/>
                    <a:pt x="1654061"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6166912" y="3711745"/>
              <a:ext cx="595839" cy="869457"/>
            </a:xfrm>
            <a:custGeom>
              <a:avLst/>
              <a:gdLst/>
              <a:ahLst/>
              <a:cxnLst/>
              <a:rect l="l" t="t" r="r" b="b"/>
              <a:pathLst>
                <a:path w="944342" h="1377995">
                  <a:moveTo>
                    <a:pt x="445875" y="0"/>
                  </a:moveTo>
                  <a:cubicBezTo>
                    <a:pt x="445875" y="0"/>
                    <a:pt x="481849" y="46433"/>
                    <a:pt x="588904" y="283926"/>
                  </a:cubicBezTo>
                  <a:cubicBezTo>
                    <a:pt x="588904" y="283926"/>
                    <a:pt x="697758" y="584374"/>
                    <a:pt x="656788" y="839721"/>
                  </a:cubicBezTo>
                  <a:cubicBezTo>
                    <a:pt x="630740" y="1002203"/>
                    <a:pt x="0" y="1041107"/>
                    <a:pt x="0" y="1041107"/>
                  </a:cubicBezTo>
                  <a:cubicBezTo>
                    <a:pt x="0" y="1041107"/>
                    <a:pt x="0" y="1041107"/>
                    <a:pt x="49964" y="1377995"/>
                  </a:cubicBezTo>
                  <a:cubicBezTo>
                    <a:pt x="49964" y="1377995"/>
                    <a:pt x="521153" y="1310245"/>
                    <a:pt x="771038" y="1183737"/>
                  </a:cubicBezTo>
                  <a:cubicBezTo>
                    <a:pt x="1301185" y="918197"/>
                    <a:pt x="445875" y="0"/>
                    <a:pt x="445875" y="0"/>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5758223" y="3704137"/>
              <a:ext cx="271997" cy="342612"/>
            </a:xfrm>
            <a:custGeom>
              <a:avLst/>
              <a:gdLst/>
              <a:ahLst/>
              <a:cxnLst/>
              <a:rect l="l" t="t" r="r" b="b"/>
              <a:pathLst>
                <a:path w="431085" h="543003">
                  <a:moveTo>
                    <a:pt x="431086" y="13923"/>
                  </a:moveTo>
                  <a:cubicBezTo>
                    <a:pt x="431086" y="13923"/>
                    <a:pt x="390116" y="1732"/>
                    <a:pt x="391847" y="0"/>
                  </a:cubicBezTo>
                  <a:cubicBezTo>
                    <a:pt x="391847" y="0"/>
                    <a:pt x="114716" y="244089"/>
                    <a:pt x="0" y="445675"/>
                  </a:cubicBezTo>
                  <a:cubicBezTo>
                    <a:pt x="0" y="445675"/>
                    <a:pt x="76478" y="442211"/>
                    <a:pt x="218974" y="543004"/>
                  </a:cubicBezTo>
                  <a:lnTo>
                    <a:pt x="431086" y="13923"/>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6442439" y="3707374"/>
              <a:ext cx="248962" cy="339376"/>
            </a:xfrm>
            <a:custGeom>
              <a:avLst/>
              <a:gdLst/>
              <a:ahLst/>
              <a:cxnLst/>
              <a:rect l="l" t="t" r="r" b="b"/>
              <a:pathLst>
                <a:path w="394578" h="537874">
                  <a:moveTo>
                    <a:pt x="0" y="0"/>
                  </a:moveTo>
                  <a:cubicBezTo>
                    <a:pt x="0" y="0"/>
                    <a:pt x="0" y="0"/>
                    <a:pt x="0" y="1732"/>
                  </a:cubicBezTo>
                  <a:cubicBezTo>
                    <a:pt x="0" y="1732"/>
                    <a:pt x="0" y="1732"/>
                    <a:pt x="1732" y="1732"/>
                  </a:cubicBezTo>
                  <a:cubicBezTo>
                    <a:pt x="1665" y="1732"/>
                    <a:pt x="1665" y="1732"/>
                    <a:pt x="0" y="0"/>
                  </a:cubicBezTo>
                  <a:cubicBezTo>
                    <a:pt x="0" y="0"/>
                    <a:pt x="279863" y="238959"/>
                    <a:pt x="394579" y="440545"/>
                  </a:cubicBezTo>
                  <a:cubicBezTo>
                    <a:pt x="394579" y="440545"/>
                    <a:pt x="318101" y="437081"/>
                    <a:pt x="175605" y="537874"/>
                  </a:cubicBezTo>
                  <a:lnTo>
                    <a:pt x="0" y="0"/>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6171386" y="3262354"/>
              <a:ext cx="275859" cy="357490"/>
            </a:xfrm>
            <a:custGeom>
              <a:avLst/>
              <a:gdLst/>
              <a:ahLst/>
              <a:cxnLst/>
              <a:rect l="l" t="t" r="r" b="b"/>
              <a:pathLst>
                <a:path w="437206" h="566584">
                  <a:moveTo>
                    <a:pt x="431055" y="262698"/>
                  </a:moveTo>
                  <a:cubicBezTo>
                    <a:pt x="401144" y="417052"/>
                    <a:pt x="269840" y="587195"/>
                    <a:pt x="152991" y="564545"/>
                  </a:cubicBezTo>
                  <a:cubicBezTo>
                    <a:pt x="36077" y="541895"/>
                    <a:pt x="-22148" y="335045"/>
                    <a:pt x="7764" y="180691"/>
                  </a:cubicBezTo>
                  <a:cubicBezTo>
                    <a:pt x="37675" y="26337"/>
                    <a:pt x="144398" y="-17031"/>
                    <a:pt x="261312" y="5619"/>
                  </a:cubicBezTo>
                  <a:cubicBezTo>
                    <a:pt x="378161" y="28203"/>
                    <a:pt x="460967" y="108278"/>
                    <a:pt x="431055" y="262698"/>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6153167" y="3253566"/>
              <a:ext cx="311676" cy="195489"/>
            </a:xfrm>
            <a:custGeom>
              <a:avLst/>
              <a:gdLst/>
              <a:ahLst/>
              <a:cxnLst/>
              <a:rect l="l" t="t" r="r" b="b"/>
              <a:pathLst>
                <a:path w="493973" h="309828">
                  <a:moveTo>
                    <a:pt x="493973" y="220135"/>
                  </a:moveTo>
                  <a:cubicBezTo>
                    <a:pt x="493973" y="220135"/>
                    <a:pt x="466060" y="297145"/>
                    <a:pt x="258478" y="308737"/>
                  </a:cubicBezTo>
                  <a:cubicBezTo>
                    <a:pt x="16655" y="322194"/>
                    <a:pt x="0" y="206811"/>
                    <a:pt x="0" y="206811"/>
                  </a:cubicBezTo>
                  <a:cubicBezTo>
                    <a:pt x="0" y="206811"/>
                    <a:pt x="36906" y="3027"/>
                    <a:pt x="237760" y="29"/>
                  </a:cubicBezTo>
                  <a:cubicBezTo>
                    <a:pt x="438680" y="-2902"/>
                    <a:pt x="493973" y="220135"/>
                    <a:pt x="493973" y="220135"/>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6354515" y="3358918"/>
              <a:ext cx="132523" cy="116495"/>
            </a:xfrm>
            <a:custGeom>
              <a:avLst/>
              <a:gdLst/>
              <a:ahLst/>
              <a:cxnLst/>
              <a:rect l="l" t="t" r="r" b="b"/>
              <a:pathLst>
                <a:path w="210034" h="184632">
                  <a:moveTo>
                    <a:pt x="158671" y="0"/>
                  </a:moveTo>
                  <a:cubicBezTo>
                    <a:pt x="158671" y="0"/>
                    <a:pt x="260729" y="73346"/>
                    <a:pt x="177123" y="146693"/>
                  </a:cubicBezTo>
                  <a:cubicBezTo>
                    <a:pt x="93451" y="220040"/>
                    <a:pt x="25634" y="175738"/>
                    <a:pt x="2118" y="109320"/>
                  </a:cubicBezTo>
                  <a:cubicBezTo>
                    <a:pt x="-21398" y="42902"/>
                    <a:pt x="158671" y="0"/>
                    <a:pt x="15867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6126686" y="3396328"/>
              <a:ext cx="89446" cy="89446"/>
            </a:xfrm>
            <a:custGeom>
              <a:avLst/>
              <a:gdLst/>
              <a:ahLst/>
              <a:cxnLst/>
              <a:rect l="l" t="t" r="r" b="b"/>
              <a:pathLst>
                <a:path w="141763" h="141763">
                  <a:moveTo>
                    <a:pt x="141763" y="70882"/>
                  </a:moveTo>
                  <a:cubicBezTo>
                    <a:pt x="141763" y="110029"/>
                    <a:pt x="110028" y="141763"/>
                    <a:pt x="70881" y="141763"/>
                  </a:cubicBezTo>
                  <a:cubicBezTo>
                    <a:pt x="31735" y="141763"/>
                    <a:pt x="0" y="110029"/>
                    <a:pt x="0" y="70882"/>
                  </a:cubicBezTo>
                  <a:cubicBezTo>
                    <a:pt x="0" y="31735"/>
                    <a:pt x="31734" y="0"/>
                    <a:pt x="70881" y="0"/>
                  </a:cubicBezTo>
                  <a:cubicBezTo>
                    <a:pt x="110028" y="0"/>
                    <a:pt x="141763" y="31735"/>
                    <a:pt x="141763" y="70882"/>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6152985" y="3384054"/>
              <a:ext cx="211744" cy="101722"/>
            </a:xfrm>
            <a:custGeom>
              <a:avLst/>
              <a:gdLst/>
              <a:ahLst/>
              <a:cxnLst/>
              <a:rect l="l" t="t" r="r" b="b"/>
              <a:pathLst>
                <a:path w="335593" h="161219">
                  <a:moveTo>
                    <a:pt x="421" y="0"/>
                  </a:moveTo>
                  <a:cubicBezTo>
                    <a:pt x="421" y="0"/>
                    <a:pt x="-8106" y="81807"/>
                    <a:pt x="51584" y="127840"/>
                  </a:cubicBezTo>
                  <a:cubicBezTo>
                    <a:pt x="111274" y="173873"/>
                    <a:pt x="240846" y="177870"/>
                    <a:pt x="324318" y="104257"/>
                  </a:cubicBezTo>
                  <a:cubicBezTo>
                    <a:pt x="407791" y="30644"/>
                    <a:pt x="421" y="0"/>
                    <a:pt x="42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6" name="Freeform 56"/>
            <p:cNvSpPr/>
            <p:nvPr/>
          </p:nvSpPr>
          <p:spPr>
            <a:xfrm>
              <a:off x="6798040" y="2986168"/>
              <a:ext cx="1241618" cy="1126616"/>
            </a:xfrm>
            <a:custGeom>
              <a:avLst/>
              <a:gdLst/>
              <a:ahLst/>
              <a:cxnLst/>
              <a:rect l="l" t="t" r="r" b="b"/>
              <a:pathLst>
                <a:path w="1967831" h="1785564">
                  <a:moveTo>
                    <a:pt x="1921532" y="1785565"/>
                  </a:moveTo>
                  <a:lnTo>
                    <a:pt x="46300" y="1785565"/>
                  </a:lnTo>
                  <a:cubicBezTo>
                    <a:pt x="20719" y="1785565"/>
                    <a:pt x="0" y="1764846"/>
                    <a:pt x="0" y="1739265"/>
                  </a:cubicBezTo>
                  <a:lnTo>
                    <a:pt x="0" y="46300"/>
                  </a:lnTo>
                  <a:cubicBezTo>
                    <a:pt x="0" y="20718"/>
                    <a:pt x="20719" y="0"/>
                    <a:pt x="46300" y="0"/>
                  </a:cubicBezTo>
                  <a:lnTo>
                    <a:pt x="1921532" y="0"/>
                  </a:lnTo>
                  <a:cubicBezTo>
                    <a:pt x="1947114" y="0"/>
                    <a:pt x="1967832" y="20718"/>
                    <a:pt x="1967832" y="46300"/>
                  </a:cubicBezTo>
                  <a:lnTo>
                    <a:pt x="1967832" y="1739265"/>
                  </a:lnTo>
                  <a:cubicBezTo>
                    <a:pt x="1967832" y="1764846"/>
                    <a:pt x="1947114" y="1785565"/>
                    <a:pt x="1921532" y="1785565"/>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57" name="Freeform 57"/>
            <p:cNvSpPr/>
            <p:nvPr/>
          </p:nvSpPr>
          <p:spPr>
            <a:xfrm>
              <a:off x="6846463" y="3221050"/>
              <a:ext cx="1193195" cy="891818"/>
            </a:xfrm>
            <a:custGeom>
              <a:avLst/>
              <a:gdLst/>
              <a:ahLst/>
              <a:cxnLst/>
              <a:rect l="l" t="t" r="r" b="b"/>
              <a:pathLst>
                <a:path w="1891087" h="1413435">
                  <a:moveTo>
                    <a:pt x="1891088" y="1367003"/>
                  </a:moveTo>
                  <a:lnTo>
                    <a:pt x="1891088" y="96996"/>
                  </a:lnTo>
                  <a:lnTo>
                    <a:pt x="1818075" y="23982"/>
                  </a:lnTo>
                  <a:cubicBezTo>
                    <a:pt x="1802685" y="8594"/>
                    <a:pt x="1781834" y="0"/>
                    <a:pt x="1760117" y="0"/>
                  </a:cubicBezTo>
                  <a:lnTo>
                    <a:pt x="35175" y="0"/>
                  </a:lnTo>
                  <a:cubicBezTo>
                    <a:pt x="16121" y="0"/>
                    <a:pt x="666" y="15455"/>
                    <a:pt x="666" y="34508"/>
                  </a:cubicBezTo>
                  <a:lnTo>
                    <a:pt x="0" y="901343"/>
                  </a:lnTo>
                  <a:cubicBezTo>
                    <a:pt x="0" y="919396"/>
                    <a:pt x="7195" y="936784"/>
                    <a:pt x="19919" y="949574"/>
                  </a:cubicBezTo>
                  <a:lnTo>
                    <a:pt x="483781" y="1413436"/>
                  </a:lnTo>
                  <a:lnTo>
                    <a:pt x="1844788" y="1413436"/>
                  </a:lnTo>
                  <a:cubicBezTo>
                    <a:pt x="1870370" y="1413303"/>
                    <a:pt x="1891088" y="1392584"/>
                    <a:pt x="1891088" y="1367003"/>
                  </a:cubicBezTo>
                  <a:close/>
                </a:path>
              </a:pathLst>
            </a:custGeom>
            <a:solidFill>
              <a:srgbClr val="0169EE"/>
            </a:solidFill>
            <a:ln cap="flat">
              <a:prstDash val="solid"/>
            </a:ln>
          </p:spPr>
          <p:txBody>
            <a:bodyPr vert="horz" lIns="91440" tIns="45720" rIns="91440" bIns="45720" anchor="ctr">
              <a:normAutofit/>
            </a:bodyPr>
            <a:lstStyle/>
            <a:p>
              <a:pPr marL="0" algn="l"/>
              <a:endParaRPr/>
            </a:p>
          </p:txBody>
        </p:sp>
        <p:grpSp>
          <p:nvGrpSpPr>
            <p:cNvPr id="58" name="Group 58"/>
            <p:cNvGrpSpPr/>
            <p:nvPr/>
          </p:nvGrpSpPr>
          <p:grpSpPr>
            <a:xfrm>
              <a:off x="6843690" y="3221012"/>
              <a:ext cx="1131575" cy="594520"/>
              <a:chOff x="7309848" y="2614859"/>
              <a:chExt cx="1793424" cy="942246"/>
            </a:xfrm>
          </p:grpSpPr>
          <p:sp>
            <p:nvSpPr>
              <p:cNvPr id="59" name="Freeform 59"/>
              <p:cNvSpPr/>
              <p:nvPr/>
            </p:nvSpPr>
            <p:spPr>
              <a:xfrm>
                <a:off x="7309848" y="2614859"/>
                <a:ext cx="1054497" cy="750585"/>
              </a:xfrm>
              <a:custGeom>
                <a:avLst/>
                <a:gdLst/>
                <a:ahLst/>
                <a:cxnLst/>
                <a:rect l="l" t="t" r="r" b="b"/>
                <a:pathLst>
                  <a:path w="1054497" h="750585">
                    <a:moveTo>
                      <a:pt x="1024386" y="750586"/>
                    </a:moveTo>
                    <a:lnTo>
                      <a:pt x="30178" y="750586"/>
                    </a:lnTo>
                    <a:cubicBezTo>
                      <a:pt x="13523" y="750586"/>
                      <a:pt x="0" y="737063"/>
                      <a:pt x="0" y="720408"/>
                    </a:cubicBezTo>
                    <a:lnTo>
                      <a:pt x="0" y="30178"/>
                    </a:lnTo>
                    <a:cubicBezTo>
                      <a:pt x="0" y="13524"/>
                      <a:pt x="13523" y="0"/>
                      <a:pt x="30178" y="0"/>
                    </a:cubicBezTo>
                    <a:lnTo>
                      <a:pt x="1024319" y="0"/>
                    </a:lnTo>
                    <a:cubicBezTo>
                      <a:pt x="1040974" y="0"/>
                      <a:pt x="1054498" y="13524"/>
                      <a:pt x="1054498" y="30178"/>
                    </a:cubicBezTo>
                    <a:lnTo>
                      <a:pt x="1054498" y="720475"/>
                    </a:lnTo>
                    <a:cubicBezTo>
                      <a:pt x="1054498" y="737129"/>
                      <a:pt x="1041041" y="750586"/>
                      <a:pt x="1024386" y="75058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0" name="Freeform 60"/>
              <p:cNvSpPr/>
              <p:nvPr/>
            </p:nvSpPr>
            <p:spPr>
              <a:xfrm>
                <a:off x="8398920" y="2614859"/>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4"/>
                      <a:pt x="13523" y="0"/>
                      <a:pt x="30178" y="0"/>
                    </a:cubicBezTo>
                    <a:lnTo>
                      <a:pt x="674175" y="0"/>
                    </a:lnTo>
                    <a:cubicBezTo>
                      <a:pt x="690830" y="0"/>
                      <a:pt x="704353" y="13524"/>
                      <a:pt x="704353" y="30178"/>
                    </a:cubicBezTo>
                    <a:lnTo>
                      <a:pt x="704353" y="324297"/>
                    </a:lnTo>
                    <a:cubicBezTo>
                      <a:pt x="704353" y="340951"/>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1" name="Freeform 61"/>
              <p:cNvSpPr/>
              <p:nvPr/>
            </p:nvSpPr>
            <p:spPr>
              <a:xfrm>
                <a:off x="8398920" y="3010971"/>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3"/>
                      <a:pt x="13523" y="0"/>
                      <a:pt x="30178" y="0"/>
                    </a:cubicBezTo>
                    <a:lnTo>
                      <a:pt x="674175" y="0"/>
                    </a:lnTo>
                    <a:cubicBezTo>
                      <a:pt x="690830" y="0"/>
                      <a:pt x="704353" y="13523"/>
                      <a:pt x="704353" y="30178"/>
                    </a:cubicBezTo>
                    <a:lnTo>
                      <a:pt x="704353" y="324297"/>
                    </a:lnTo>
                    <a:cubicBezTo>
                      <a:pt x="704353" y="341018"/>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7780238" y="2919249"/>
                <a:ext cx="164962" cy="183377"/>
              </a:xfrm>
              <a:custGeom>
                <a:avLst/>
                <a:gdLst/>
                <a:ahLst/>
                <a:cxnLst/>
                <a:rect l="l" t="t" r="r" b="b"/>
                <a:pathLst>
                  <a:path w="164962" h="183377">
                    <a:moveTo>
                      <a:pt x="153421" y="71737"/>
                    </a:moveTo>
                    <a:lnTo>
                      <a:pt x="34641" y="3120"/>
                    </a:lnTo>
                    <a:cubicBezTo>
                      <a:pt x="19253" y="-5740"/>
                      <a:pt x="0" y="5318"/>
                      <a:pt x="0" y="23105"/>
                    </a:cubicBezTo>
                    <a:lnTo>
                      <a:pt x="0" y="160272"/>
                    </a:lnTo>
                    <a:cubicBezTo>
                      <a:pt x="0" y="178059"/>
                      <a:pt x="19253" y="189118"/>
                      <a:pt x="34641" y="180257"/>
                    </a:cubicBezTo>
                    <a:lnTo>
                      <a:pt x="153421" y="111641"/>
                    </a:lnTo>
                    <a:cubicBezTo>
                      <a:pt x="168810" y="102847"/>
                      <a:pt x="168810" y="80663"/>
                      <a:pt x="153421" y="71737"/>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63" name="Freeform 63"/>
              <p:cNvSpPr/>
              <p:nvPr/>
            </p:nvSpPr>
            <p:spPr>
              <a:xfrm>
                <a:off x="7315977" y="3407215"/>
                <a:ext cx="1787230" cy="149890"/>
              </a:xfrm>
              <a:custGeom>
                <a:avLst/>
                <a:gdLst/>
                <a:ahLst/>
                <a:cxnLst/>
                <a:rect l="l" t="t" r="r" b="b"/>
                <a:pathLst>
                  <a:path w="1787230" h="149890">
                    <a:moveTo>
                      <a:pt x="1758584" y="149891"/>
                    </a:moveTo>
                    <a:lnTo>
                      <a:pt x="28646" y="149891"/>
                    </a:lnTo>
                    <a:cubicBezTo>
                      <a:pt x="12791" y="149891"/>
                      <a:pt x="0" y="137033"/>
                      <a:pt x="0" y="121245"/>
                    </a:cubicBezTo>
                    <a:lnTo>
                      <a:pt x="0" y="28646"/>
                    </a:lnTo>
                    <a:cubicBezTo>
                      <a:pt x="0" y="12791"/>
                      <a:pt x="12857" y="0"/>
                      <a:pt x="28646" y="0"/>
                    </a:cubicBezTo>
                    <a:lnTo>
                      <a:pt x="1758584" y="0"/>
                    </a:lnTo>
                    <a:cubicBezTo>
                      <a:pt x="1774439" y="0"/>
                      <a:pt x="1787230" y="12857"/>
                      <a:pt x="1787230" y="28646"/>
                    </a:cubicBezTo>
                    <a:lnTo>
                      <a:pt x="1787230" y="121245"/>
                    </a:lnTo>
                    <a:cubicBezTo>
                      <a:pt x="1787297" y="137033"/>
                      <a:pt x="1774439" y="149891"/>
                      <a:pt x="1758584" y="1498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grpSp>
        <p:sp>
          <p:nvSpPr>
            <p:cNvPr id="64" name="Freeform 64"/>
            <p:cNvSpPr/>
            <p:nvPr/>
          </p:nvSpPr>
          <p:spPr>
            <a:xfrm>
              <a:off x="5288419" y="3072841"/>
              <a:ext cx="332693" cy="135010"/>
            </a:xfrm>
            <a:custGeom>
              <a:avLst/>
              <a:gdLst/>
              <a:ahLst/>
              <a:cxnLst/>
              <a:rect l="l" t="t" r="r" b="b"/>
              <a:pathLst>
                <a:path w="527282" h="213977">
                  <a:moveTo>
                    <a:pt x="489643" y="213977"/>
                  </a:moveTo>
                  <a:lnTo>
                    <a:pt x="37639" y="213977"/>
                  </a:lnTo>
                  <a:cubicBezTo>
                    <a:pt x="16854" y="213977"/>
                    <a:pt x="0" y="197123"/>
                    <a:pt x="0" y="176338"/>
                  </a:cubicBezTo>
                  <a:lnTo>
                    <a:pt x="0" y="37639"/>
                  </a:lnTo>
                  <a:cubicBezTo>
                    <a:pt x="0" y="16854"/>
                    <a:pt x="16854" y="0"/>
                    <a:pt x="37639" y="0"/>
                  </a:cubicBezTo>
                  <a:lnTo>
                    <a:pt x="489643" y="0"/>
                  </a:lnTo>
                  <a:cubicBezTo>
                    <a:pt x="510428" y="0"/>
                    <a:pt x="527282" y="16854"/>
                    <a:pt x="527282" y="37639"/>
                  </a:cubicBezTo>
                  <a:lnTo>
                    <a:pt x="527282" y="176338"/>
                  </a:lnTo>
                  <a:cubicBezTo>
                    <a:pt x="527282" y="197123"/>
                    <a:pt x="510428" y="213977"/>
                    <a:pt x="489643" y="213977"/>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65" name="Freeform 65"/>
            <p:cNvSpPr/>
            <p:nvPr/>
          </p:nvSpPr>
          <p:spPr>
            <a:xfrm>
              <a:off x="4757288" y="4235732"/>
              <a:ext cx="271198" cy="370900"/>
            </a:xfrm>
            <a:custGeom>
              <a:avLst/>
              <a:gdLst/>
              <a:ahLst/>
              <a:cxnLst/>
              <a:rect l="l" t="t" r="r" b="b"/>
              <a:pathLst>
                <a:path w="429819" h="587837">
                  <a:moveTo>
                    <a:pt x="399975" y="587838"/>
                  </a:moveTo>
                  <a:lnTo>
                    <a:pt x="29845" y="587838"/>
                  </a:lnTo>
                  <a:cubicBezTo>
                    <a:pt x="13390" y="587838"/>
                    <a:pt x="0" y="574514"/>
                    <a:pt x="0" y="557993"/>
                  </a:cubicBezTo>
                  <a:lnTo>
                    <a:pt x="0" y="29845"/>
                  </a:lnTo>
                  <a:cubicBezTo>
                    <a:pt x="0" y="13390"/>
                    <a:pt x="13324" y="0"/>
                    <a:pt x="29845" y="0"/>
                  </a:cubicBezTo>
                  <a:lnTo>
                    <a:pt x="399975" y="0"/>
                  </a:lnTo>
                  <a:cubicBezTo>
                    <a:pt x="416430" y="0"/>
                    <a:pt x="429820" y="13324"/>
                    <a:pt x="429820" y="29845"/>
                  </a:cubicBezTo>
                  <a:lnTo>
                    <a:pt x="429820" y="557993"/>
                  </a:lnTo>
                  <a:cubicBezTo>
                    <a:pt x="429753" y="574514"/>
                    <a:pt x="416430" y="587838"/>
                    <a:pt x="399975" y="587838"/>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66" name="Freeform 66"/>
            <p:cNvSpPr/>
            <p:nvPr/>
          </p:nvSpPr>
          <p:spPr>
            <a:xfrm>
              <a:off x="4757287" y="4235772"/>
              <a:ext cx="271198" cy="370859"/>
            </a:xfrm>
            <a:custGeom>
              <a:avLst/>
              <a:gdLst/>
              <a:ahLst/>
              <a:cxnLst/>
              <a:rect l="l" t="t" r="r" b="b"/>
              <a:pathLst>
                <a:path w="429819" h="587771">
                  <a:moveTo>
                    <a:pt x="399975" y="0"/>
                  </a:moveTo>
                  <a:lnTo>
                    <a:pt x="370730" y="0"/>
                  </a:lnTo>
                  <a:lnTo>
                    <a:pt x="370730" y="152755"/>
                  </a:lnTo>
                  <a:cubicBezTo>
                    <a:pt x="370730" y="353875"/>
                    <a:pt x="207715" y="516890"/>
                    <a:pt x="6595" y="516890"/>
                  </a:cubicBezTo>
                  <a:lnTo>
                    <a:pt x="0" y="516890"/>
                  </a:lnTo>
                  <a:lnTo>
                    <a:pt x="0" y="557926"/>
                  </a:lnTo>
                  <a:cubicBezTo>
                    <a:pt x="0" y="574381"/>
                    <a:pt x="13324" y="587771"/>
                    <a:pt x="29845" y="587771"/>
                  </a:cubicBezTo>
                  <a:lnTo>
                    <a:pt x="399975" y="587771"/>
                  </a:lnTo>
                  <a:cubicBezTo>
                    <a:pt x="416430" y="587771"/>
                    <a:pt x="429820" y="574448"/>
                    <a:pt x="429820" y="557926"/>
                  </a:cubicBezTo>
                  <a:lnTo>
                    <a:pt x="429820" y="29778"/>
                  </a:lnTo>
                  <a:cubicBezTo>
                    <a:pt x="429753" y="13390"/>
                    <a:pt x="416430" y="0"/>
                    <a:pt x="399975" y="0"/>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5260297" y="3096084"/>
              <a:ext cx="309238" cy="29380"/>
            </a:xfrm>
            <a:custGeom>
              <a:avLst/>
              <a:gdLst/>
              <a:ahLst/>
              <a:cxnLst/>
              <a:rect l="l" t="t" r="r" b="b"/>
              <a:pathLst>
                <a:path w="490109" h="46565">
                  <a:moveTo>
                    <a:pt x="482715" y="46566"/>
                  </a:moveTo>
                  <a:lnTo>
                    <a:pt x="7395" y="46566"/>
                  </a:lnTo>
                  <a:cubicBezTo>
                    <a:pt x="3331" y="46566"/>
                    <a:pt x="0" y="43235"/>
                    <a:pt x="0" y="39171"/>
                  </a:cubicBezTo>
                  <a:lnTo>
                    <a:pt x="0" y="7395"/>
                  </a:lnTo>
                  <a:cubicBezTo>
                    <a:pt x="0" y="3331"/>
                    <a:pt x="3331" y="0"/>
                    <a:pt x="7395" y="0"/>
                  </a:cubicBezTo>
                  <a:lnTo>
                    <a:pt x="482715" y="0"/>
                  </a:lnTo>
                  <a:cubicBezTo>
                    <a:pt x="486778" y="0"/>
                    <a:pt x="490109" y="3331"/>
                    <a:pt x="490109" y="7395"/>
                  </a:cubicBezTo>
                  <a:lnTo>
                    <a:pt x="490109" y="39171"/>
                  </a:lnTo>
                  <a:cubicBezTo>
                    <a:pt x="490109" y="43302"/>
                    <a:pt x="486778" y="46566"/>
                    <a:pt x="482715"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8" name="Freeform 68"/>
            <p:cNvSpPr/>
            <p:nvPr/>
          </p:nvSpPr>
          <p:spPr>
            <a:xfrm>
              <a:off x="5260297" y="3142700"/>
              <a:ext cx="188896" cy="29380"/>
            </a:xfrm>
            <a:custGeom>
              <a:avLst/>
              <a:gdLst/>
              <a:ahLst/>
              <a:cxnLst/>
              <a:rect l="l" t="t" r="r" b="b"/>
              <a:pathLst>
                <a:path w="299381" h="46565">
                  <a:moveTo>
                    <a:pt x="291987" y="46566"/>
                  </a:moveTo>
                  <a:lnTo>
                    <a:pt x="7395" y="46566"/>
                  </a:lnTo>
                  <a:cubicBezTo>
                    <a:pt x="3331" y="46566"/>
                    <a:pt x="0" y="43235"/>
                    <a:pt x="0" y="39171"/>
                  </a:cubicBezTo>
                  <a:lnTo>
                    <a:pt x="0" y="7395"/>
                  </a:lnTo>
                  <a:cubicBezTo>
                    <a:pt x="0" y="3331"/>
                    <a:pt x="3331" y="0"/>
                    <a:pt x="7395" y="0"/>
                  </a:cubicBezTo>
                  <a:lnTo>
                    <a:pt x="291987" y="0"/>
                  </a:lnTo>
                  <a:cubicBezTo>
                    <a:pt x="296051" y="0"/>
                    <a:pt x="299382" y="3331"/>
                    <a:pt x="299382" y="7395"/>
                  </a:cubicBezTo>
                  <a:lnTo>
                    <a:pt x="299382" y="39171"/>
                  </a:lnTo>
                  <a:cubicBezTo>
                    <a:pt x="299382" y="43235"/>
                    <a:pt x="296051" y="46566"/>
                    <a:pt x="291987"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9" name="Freeform 69"/>
            <p:cNvSpPr/>
            <p:nvPr/>
          </p:nvSpPr>
          <p:spPr>
            <a:xfrm>
              <a:off x="5513169" y="3429450"/>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5504552" y="3417176"/>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1" name="Freeform 71"/>
            <p:cNvSpPr/>
            <p:nvPr/>
          </p:nvSpPr>
          <p:spPr>
            <a:xfrm>
              <a:off x="6798040" y="2977761"/>
              <a:ext cx="1241618" cy="109958"/>
            </a:xfrm>
            <a:custGeom>
              <a:avLst/>
              <a:gdLst/>
              <a:ahLst/>
              <a:cxnLst/>
              <a:rect l="l" t="t" r="r" b="b"/>
              <a:pathLst>
                <a:path w="1967831" h="174272">
                  <a:moveTo>
                    <a:pt x="1967832" y="174273"/>
                  </a:moveTo>
                  <a:lnTo>
                    <a:pt x="0" y="174273"/>
                  </a:lnTo>
                  <a:lnTo>
                    <a:pt x="0" y="45500"/>
                  </a:lnTo>
                  <a:cubicBezTo>
                    <a:pt x="0" y="20385"/>
                    <a:pt x="20385" y="0"/>
                    <a:pt x="45500" y="0"/>
                  </a:cubicBezTo>
                  <a:lnTo>
                    <a:pt x="1922332" y="0"/>
                  </a:lnTo>
                  <a:cubicBezTo>
                    <a:pt x="1947447" y="0"/>
                    <a:pt x="1967832" y="20385"/>
                    <a:pt x="1967832" y="45500"/>
                  </a:cubicBezTo>
                  <a:lnTo>
                    <a:pt x="1967832" y="174273"/>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2" name="Freeform 72"/>
            <p:cNvSpPr/>
            <p:nvPr/>
          </p:nvSpPr>
          <p:spPr>
            <a:xfrm>
              <a:off x="7598268" y="2934424"/>
              <a:ext cx="88101" cy="88102"/>
            </a:xfrm>
            <a:custGeom>
              <a:avLst/>
              <a:gdLst/>
              <a:ahLst/>
              <a:cxnLst/>
              <a:rect l="l" t="t" r="r" b="b"/>
              <a:pathLst>
                <a:path w="139631" h="139631">
                  <a:moveTo>
                    <a:pt x="139632" y="69816"/>
                  </a:moveTo>
                  <a:cubicBezTo>
                    <a:pt x="139632" y="108374"/>
                    <a:pt x="108374" y="139632"/>
                    <a:pt x="69816" y="139632"/>
                  </a:cubicBezTo>
                  <a:cubicBezTo>
                    <a:pt x="31258" y="139632"/>
                    <a:pt x="0" y="108374"/>
                    <a:pt x="0" y="69816"/>
                  </a:cubicBezTo>
                  <a:cubicBezTo>
                    <a:pt x="0" y="31258"/>
                    <a:pt x="31258" y="0"/>
                    <a:pt x="69816" y="0"/>
                  </a:cubicBezTo>
                  <a:cubicBezTo>
                    <a:pt x="108374" y="0"/>
                    <a:pt x="139632" y="31258"/>
                    <a:pt x="139632" y="69816"/>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73" name="Freeform 73"/>
            <p:cNvSpPr/>
            <p:nvPr/>
          </p:nvSpPr>
          <p:spPr>
            <a:xfrm>
              <a:off x="7728235" y="2934424"/>
              <a:ext cx="88101" cy="88102"/>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7858245" y="2934424"/>
              <a:ext cx="88101" cy="88101"/>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6269558" y="3993996"/>
              <a:ext cx="169815" cy="134169"/>
            </a:xfrm>
            <a:custGeom>
              <a:avLst/>
              <a:gdLst/>
              <a:ahLst/>
              <a:cxnLst/>
              <a:rect l="l" t="t" r="r" b="b"/>
              <a:pathLst>
                <a:path w="269137" h="212644">
                  <a:moveTo>
                    <a:pt x="226835" y="212645"/>
                  </a:moveTo>
                  <a:lnTo>
                    <a:pt x="42302" y="212645"/>
                  </a:lnTo>
                  <a:cubicBezTo>
                    <a:pt x="18920" y="212645"/>
                    <a:pt x="0" y="193725"/>
                    <a:pt x="0" y="170342"/>
                  </a:cubicBezTo>
                  <a:lnTo>
                    <a:pt x="0" y="0"/>
                  </a:lnTo>
                  <a:lnTo>
                    <a:pt x="269137" y="0"/>
                  </a:lnTo>
                  <a:lnTo>
                    <a:pt x="269137" y="170342"/>
                  </a:lnTo>
                  <a:cubicBezTo>
                    <a:pt x="269204" y="193659"/>
                    <a:pt x="250218" y="212645"/>
                    <a:pt x="226835" y="212645"/>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grpSp>
          <p:nvGrpSpPr>
            <p:cNvPr id="76" name="Group 76"/>
            <p:cNvGrpSpPr/>
            <p:nvPr/>
          </p:nvGrpSpPr>
          <p:grpSpPr>
            <a:xfrm>
              <a:off x="5802679" y="4079452"/>
              <a:ext cx="826898" cy="508770"/>
              <a:chOff x="5659962" y="3975400"/>
              <a:chExt cx="1310545" cy="806345"/>
            </a:xfrm>
          </p:grpSpPr>
          <p:sp>
            <p:nvSpPr>
              <p:cNvPr id="77" name="Freeform 77"/>
              <p:cNvSpPr/>
              <p:nvPr/>
            </p:nvSpPr>
            <p:spPr>
              <a:xfrm>
                <a:off x="5659962" y="3975400"/>
                <a:ext cx="1310545" cy="741259"/>
              </a:xfrm>
              <a:custGeom>
                <a:avLst/>
                <a:gdLst/>
                <a:ahLst/>
                <a:cxnLst/>
                <a:rect l="l" t="t" r="r" b="b"/>
                <a:pathLst>
                  <a:path w="1310545" h="741259">
                    <a:moveTo>
                      <a:pt x="41859" y="0"/>
                    </a:moveTo>
                    <a:cubicBezTo>
                      <a:pt x="1267299" y="0"/>
                      <a:pt x="1267299" y="0"/>
                      <a:pt x="1267299" y="0"/>
                    </a:cubicBezTo>
                    <a:cubicBezTo>
                      <a:pt x="1294079" y="0"/>
                      <a:pt x="1313665" y="23183"/>
                      <a:pt x="1310134" y="49897"/>
                    </a:cubicBezTo>
                    <a:cubicBezTo>
                      <a:pt x="1179895" y="741260"/>
                      <a:pt x="1179895" y="741260"/>
                      <a:pt x="1179895" y="741260"/>
                    </a:cubicBezTo>
                    <a:cubicBezTo>
                      <a:pt x="115005" y="741260"/>
                      <a:pt x="115005" y="741260"/>
                      <a:pt x="115005" y="741260"/>
                    </a:cubicBezTo>
                    <a:cubicBezTo>
                      <a:pt x="822" y="49897"/>
                      <a:pt x="822" y="49897"/>
                      <a:pt x="822" y="49897"/>
                    </a:cubicBezTo>
                    <a:cubicBezTo>
                      <a:pt x="-4508" y="23116"/>
                      <a:pt x="16877" y="0"/>
                      <a:pt x="41859" y="0"/>
                    </a:cubicBezTo>
                    <a:lnTo>
                      <a:pt x="41859" y="0"/>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8" name="Freeform 78"/>
              <p:cNvSpPr/>
              <p:nvPr/>
            </p:nvSpPr>
            <p:spPr>
              <a:xfrm>
                <a:off x="5775233" y="4716660"/>
                <a:ext cx="1066555" cy="65085"/>
              </a:xfrm>
              <a:custGeom>
                <a:avLst/>
                <a:gdLst/>
                <a:ahLst/>
                <a:cxnLst/>
                <a:rect l="l" t="t" r="r" b="b"/>
                <a:pathLst>
                  <a:path w="1066555" h="65085">
                    <a:moveTo>
                      <a:pt x="1023787" y="65086"/>
                    </a:moveTo>
                    <a:cubicBezTo>
                      <a:pt x="42835" y="65086"/>
                      <a:pt x="42835" y="65086"/>
                      <a:pt x="42835" y="65086"/>
                    </a:cubicBezTo>
                    <a:cubicBezTo>
                      <a:pt x="17854" y="65086"/>
                      <a:pt x="0" y="47032"/>
                      <a:pt x="0" y="21717"/>
                    </a:cubicBezTo>
                    <a:cubicBezTo>
                      <a:pt x="0" y="0"/>
                      <a:pt x="0" y="0"/>
                      <a:pt x="0" y="0"/>
                    </a:cubicBezTo>
                    <a:cubicBezTo>
                      <a:pt x="1066556" y="0"/>
                      <a:pt x="1066556" y="0"/>
                      <a:pt x="1066556" y="0"/>
                    </a:cubicBezTo>
                    <a:cubicBezTo>
                      <a:pt x="1066556" y="21717"/>
                      <a:pt x="1066556" y="21717"/>
                      <a:pt x="1066556" y="21717"/>
                    </a:cubicBezTo>
                    <a:cubicBezTo>
                      <a:pt x="1066622" y="46966"/>
                      <a:pt x="1046970" y="65086"/>
                      <a:pt x="1023787" y="65086"/>
                    </a:cubicBezTo>
                    <a:lnTo>
                      <a:pt x="1023787" y="65086"/>
                    </a:lnTo>
                    <a:close/>
                  </a:path>
                </a:pathLst>
              </a:custGeom>
              <a:solidFill>
                <a:srgbClr val="ADD3DB"/>
              </a:solidFill>
              <a:ln cap="flat">
                <a:prstDash val="solid"/>
              </a:ln>
            </p:spPr>
            <p:txBody>
              <a:bodyPr vert="horz" lIns="91440" tIns="45720" rIns="91440" bIns="45720" anchor="ctr">
                <a:normAutofit/>
              </a:bodyPr>
              <a:lstStyle/>
              <a:p>
                <a:pPr marL="0" algn="l"/>
                <a:endParaRPr/>
              </a:p>
            </p:txBody>
          </p:sp>
        </p:grpSp>
        <p:sp>
          <p:nvSpPr>
            <p:cNvPr id="79" name="Freeform 79"/>
            <p:cNvSpPr/>
            <p:nvPr/>
          </p:nvSpPr>
          <p:spPr>
            <a:xfrm>
              <a:off x="6151427" y="4256145"/>
              <a:ext cx="129377" cy="129377"/>
            </a:xfrm>
            <a:custGeom>
              <a:avLst/>
              <a:gdLst/>
              <a:ahLst/>
              <a:cxnLst/>
              <a:rect l="l" t="t" r="r" b="b"/>
              <a:pathLst>
                <a:path w="205050" h="205050">
                  <a:moveTo>
                    <a:pt x="205050" y="102525"/>
                  </a:moveTo>
                  <a:cubicBezTo>
                    <a:pt x="205050" y="159148"/>
                    <a:pt x="159148" y="205051"/>
                    <a:pt x="102525" y="205051"/>
                  </a:cubicBezTo>
                  <a:cubicBezTo>
                    <a:pt x="45902" y="205051"/>
                    <a:pt x="0" y="159148"/>
                    <a:pt x="0" y="102525"/>
                  </a:cubicBezTo>
                  <a:cubicBezTo>
                    <a:pt x="0" y="45902"/>
                    <a:pt x="45902" y="0"/>
                    <a:pt x="102525" y="0"/>
                  </a:cubicBezTo>
                  <a:cubicBezTo>
                    <a:pt x="159148" y="0"/>
                    <a:pt x="205050" y="45902"/>
                    <a:pt x="205050" y="10252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Back-End Development</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03</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Server-Side Logic</a:t>
            </a:r>
          </a:p>
        </p:txBody>
      </p:sp>
      <p:grpSp>
        <p:nvGrpSpPr>
          <p:cNvPr id="3" name="Group 3"/>
          <p:cNvGrpSpPr/>
          <p:nvPr/>
        </p:nvGrpSpPr>
        <p:grpSpPr>
          <a:xfrm>
            <a:off x="6089650" y="1732499"/>
            <a:ext cx="5721354" cy="3393001"/>
            <a:chOff x="1820863" y="1717676"/>
            <a:chExt cx="7481887" cy="4437063"/>
          </a:xfrm>
        </p:grpSpPr>
        <p:sp>
          <p:nvSpPr>
            <p:cNvPr id="4" name="AutoShape 4"/>
            <p:cNvSpPr/>
            <p:nvPr/>
          </p:nvSpPr>
          <p:spPr>
            <a:xfrm>
              <a:off x="1820863" y="5216526"/>
              <a:ext cx="7481887" cy="322263"/>
            </a:xfrm>
            <a:prstGeom prst="ellipse">
              <a:avLst/>
            </a:prstGeom>
            <a:solidFill>
              <a:srgbClr val="778495">
                <a:alpha val="15000"/>
              </a:srgbClr>
            </a:solidFill>
            <a:ln cap="flat" cmpd="sng">
              <a:prstDash val="solid"/>
            </a:ln>
          </p:spPr>
          <p:txBody>
            <a:bodyPr vert="horz" lIns="180000" tIns="45720" rIns="91440" bIns="45720" anchor="ctr">
              <a:normAutofit/>
            </a:bodyPr>
            <a:lstStyle/>
            <a:p>
              <a:pPr marL="0" algn="l"/>
              <a:endParaRPr/>
            </a:p>
          </p:txBody>
        </p:sp>
        <p:sp>
          <p:nvSpPr>
            <p:cNvPr id="5" name="Freeform 5"/>
            <p:cNvSpPr/>
            <p:nvPr/>
          </p:nvSpPr>
          <p:spPr>
            <a:xfrm>
              <a:off x="5634038" y="3217863"/>
              <a:ext cx="738187" cy="941388"/>
            </a:xfrm>
            <a:custGeom>
              <a:avLst/>
              <a:gdLst/>
              <a:ahLst/>
              <a:cxnLst/>
              <a:rect l="l" t="t" r="r" b="b"/>
              <a:pathLst>
                <a:path w="258" h="329">
                  <a:moveTo>
                    <a:pt x="122" y="0"/>
                  </a:moveTo>
                  <a:cubicBezTo>
                    <a:pt x="122" y="0"/>
                    <a:pt x="258" y="260"/>
                    <a:pt x="148" y="295"/>
                  </a:cubicBezTo>
                  <a:cubicBezTo>
                    <a:pt x="37" y="329"/>
                    <a:pt x="0" y="254"/>
                    <a:pt x="0" y="254"/>
                  </a:cubicBezTo>
                  <a:cubicBezTo>
                    <a:pt x="3" y="33"/>
                    <a:pt x="3" y="33"/>
                    <a:pt x="3" y="33"/>
                  </a:cubicBezTo>
                  <a:lnTo>
                    <a:pt x="122" y="0"/>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6" name="Freeform 6"/>
            <p:cNvSpPr/>
            <p:nvPr/>
          </p:nvSpPr>
          <p:spPr>
            <a:xfrm>
              <a:off x="2757488" y="5035551"/>
              <a:ext cx="5373687" cy="260350"/>
            </a:xfrm>
            <a:custGeom>
              <a:avLst/>
              <a:gdLst/>
              <a:ahLst/>
              <a:cxnLst/>
              <a:rect l="l" t="t" r="r" b="b"/>
              <a:pathLst>
                <a:path w="1881" h="91">
                  <a:moveTo>
                    <a:pt x="1835" y="91"/>
                  </a:moveTo>
                  <a:cubicBezTo>
                    <a:pt x="46" y="91"/>
                    <a:pt x="46" y="91"/>
                    <a:pt x="46" y="91"/>
                  </a:cubicBezTo>
                  <a:cubicBezTo>
                    <a:pt x="20" y="91"/>
                    <a:pt x="0" y="71"/>
                    <a:pt x="0" y="46"/>
                  </a:cubicBezTo>
                  <a:cubicBezTo>
                    <a:pt x="0" y="20"/>
                    <a:pt x="20" y="0"/>
                    <a:pt x="46" y="0"/>
                  </a:cubicBezTo>
                  <a:cubicBezTo>
                    <a:pt x="1835" y="0"/>
                    <a:pt x="1835" y="0"/>
                    <a:pt x="1835" y="0"/>
                  </a:cubicBezTo>
                  <a:cubicBezTo>
                    <a:pt x="1860" y="0"/>
                    <a:pt x="1881" y="20"/>
                    <a:pt x="1881" y="46"/>
                  </a:cubicBezTo>
                  <a:cubicBezTo>
                    <a:pt x="1881" y="71"/>
                    <a:pt x="1860" y="91"/>
                    <a:pt x="1835" y="91"/>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7" name="Freeform 7"/>
            <p:cNvSpPr/>
            <p:nvPr/>
          </p:nvSpPr>
          <p:spPr>
            <a:xfrm>
              <a:off x="7127875" y="3014663"/>
              <a:ext cx="1714500" cy="1433513"/>
            </a:xfrm>
            <a:custGeom>
              <a:avLst/>
              <a:gdLst/>
              <a:ahLst/>
              <a:cxnLst/>
              <a:rect l="l" t="t" r="r" b="b"/>
              <a:pathLst>
                <a:path w="600" h="501">
                  <a:moveTo>
                    <a:pt x="252" y="493"/>
                  </a:moveTo>
                  <a:cubicBezTo>
                    <a:pt x="252" y="493"/>
                    <a:pt x="0" y="190"/>
                    <a:pt x="26" y="176"/>
                  </a:cubicBezTo>
                  <a:cubicBezTo>
                    <a:pt x="51" y="162"/>
                    <a:pt x="152" y="295"/>
                    <a:pt x="152" y="295"/>
                  </a:cubicBezTo>
                  <a:cubicBezTo>
                    <a:pt x="152" y="295"/>
                    <a:pt x="38" y="74"/>
                    <a:pt x="56" y="65"/>
                  </a:cubicBezTo>
                  <a:cubicBezTo>
                    <a:pt x="74" y="56"/>
                    <a:pt x="265" y="419"/>
                    <a:pt x="265" y="419"/>
                  </a:cubicBezTo>
                  <a:cubicBezTo>
                    <a:pt x="265" y="419"/>
                    <a:pt x="207" y="14"/>
                    <a:pt x="228" y="7"/>
                  </a:cubicBezTo>
                  <a:cubicBezTo>
                    <a:pt x="250" y="0"/>
                    <a:pt x="314" y="411"/>
                    <a:pt x="314" y="411"/>
                  </a:cubicBezTo>
                  <a:cubicBezTo>
                    <a:pt x="314" y="411"/>
                    <a:pt x="365" y="80"/>
                    <a:pt x="389" y="98"/>
                  </a:cubicBezTo>
                  <a:cubicBezTo>
                    <a:pt x="414" y="115"/>
                    <a:pt x="366" y="404"/>
                    <a:pt x="366" y="404"/>
                  </a:cubicBezTo>
                  <a:cubicBezTo>
                    <a:pt x="366" y="404"/>
                    <a:pt x="473" y="167"/>
                    <a:pt x="469" y="203"/>
                  </a:cubicBezTo>
                  <a:cubicBezTo>
                    <a:pt x="465" y="238"/>
                    <a:pt x="423" y="412"/>
                    <a:pt x="423" y="412"/>
                  </a:cubicBezTo>
                  <a:cubicBezTo>
                    <a:pt x="423" y="412"/>
                    <a:pt x="600" y="110"/>
                    <a:pt x="595" y="160"/>
                  </a:cubicBezTo>
                  <a:cubicBezTo>
                    <a:pt x="590" y="209"/>
                    <a:pt x="434" y="501"/>
                    <a:pt x="434" y="501"/>
                  </a:cubicBezTo>
                  <a:lnTo>
                    <a:pt x="252" y="493"/>
                  </a:lnTo>
                  <a:close/>
                </a:path>
              </a:pathLst>
            </a:custGeom>
            <a:solidFill>
              <a:srgbClr val="839976"/>
            </a:solidFill>
          </p:spPr>
          <p:txBody>
            <a:bodyPr vert="horz" wrap="square" lIns="91440" tIns="45720" rIns="91440" bIns="45720" anchor="t">
              <a:prstTxWarp prst="textNoShape">
                <a:avLst/>
              </a:prstTxWarp>
              <a:normAutofit/>
            </a:bodyPr>
            <a:lstStyle/>
            <a:p>
              <a:pPr marL="0" algn="l"/>
              <a:endParaRPr/>
            </a:p>
          </p:txBody>
        </p:sp>
        <p:sp>
          <p:nvSpPr>
            <p:cNvPr id="8" name="Freeform 8"/>
            <p:cNvSpPr/>
            <p:nvPr/>
          </p:nvSpPr>
          <p:spPr>
            <a:xfrm>
              <a:off x="7562850" y="4327526"/>
              <a:ext cx="900112" cy="985838"/>
            </a:xfrm>
            <a:custGeom>
              <a:avLst/>
              <a:gdLst/>
              <a:ahLst/>
              <a:cxnLst/>
              <a:rect l="l" t="t" r="r" b="b"/>
              <a:pathLst>
                <a:path w="315" h="345">
                  <a:moveTo>
                    <a:pt x="58" y="345"/>
                  </a:moveTo>
                  <a:cubicBezTo>
                    <a:pt x="265" y="342"/>
                    <a:pt x="265" y="342"/>
                    <a:pt x="265" y="342"/>
                  </a:cubicBezTo>
                  <a:cubicBezTo>
                    <a:pt x="276" y="342"/>
                    <a:pt x="285" y="334"/>
                    <a:pt x="286" y="324"/>
                  </a:cubicBezTo>
                  <a:cubicBezTo>
                    <a:pt x="314" y="23"/>
                    <a:pt x="314" y="23"/>
                    <a:pt x="314" y="23"/>
                  </a:cubicBezTo>
                  <a:cubicBezTo>
                    <a:pt x="315" y="10"/>
                    <a:pt x="305" y="0"/>
                    <a:pt x="292" y="0"/>
                  </a:cubicBezTo>
                  <a:cubicBezTo>
                    <a:pt x="22" y="4"/>
                    <a:pt x="22" y="4"/>
                    <a:pt x="22" y="4"/>
                  </a:cubicBezTo>
                  <a:cubicBezTo>
                    <a:pt x="10" y="4"/>
                    <a:pt x="0" y="14"/>
                    <a:pt x="1" y="26"/>
                  </a:cubicBezTo>
                  <a:cubicBezTo>
                    <a:pt x="36" y="327"/>
                    <a:pt x="36" y="327"/>
                    <a:pt x="36" y="327"/>
                  </a:cubicBezTo>
                  <a:cubicBezTo>
                    <a:pt x="38" y="337"/>
                    <a:pt x="47" y="345"/>
                    <a:pt x="58" y="345"/>
                  </a:cubicBezTo>
                  <a:close/>
                </a:path>
              </a:pathLst>
            </a:custGeom>
            <a:solidFill>
              <a:srgbClr val="EA9836"/>
            </a:solidFill>
          </p:spPr>
          <p:txBody>
            <a:bodyPr vert="horz" wrap="square" lIns="91440" tIns="45720" rIns="91440" bIns="45720" anchor="t">
              <a:prstTxWarp prst="textNoShape">
                <a:avLst/>
              </a:prstTxWarp>
              <a:normAutofit/>
            </a:bodyPr>
            <a:lstStyle/>
            <a:p>
              <a:pPr marL="0" algn="l"/>
              <a:endParaRPr/>
            </a:p>
          </p:txBody>
        </p:sp>
        <p:sp>
          <p:nvSpPr>
            <p:cNvPr id="9" name="Freeform 9"/>
            <p:cNvSpPr/>
            <p:nvPr/>
          </p:nvSpPr>
          <p:spPr>
            <a:xfrm>
              <a:off x="7691438" y="4327526"/>
              <a:ext cx="903287" cy="985838"/>
            </a:xfrm>
            <a:custGeom>
              <a:avLst/>
              <a:gdLst/>
              <a:ahLst/>
              <a:cxnLst/>
              <a:rect l="l" t="t" r="r" b="b"/>
              <a:pathLst>
                <a:path w="316" h="345">
                  <a:moveTo>
                    <a:pt x="59" y="344"/>
                  </a:moveTo>
                  <a:cubicBezTo>
                    <a:pt x="266" y="342"/>
                    <a:pt x="266" y="342"/>
                    <a:pt x="266" y="342"/>
                  </a:cubicBezTo>
                  <a:cubicBezTo>
                    <a:pt x="277" y="342"/>
                    <a:pt x="286" y="334"/>
                    <a:pt x="287" y="323"/>
                  </a:cubicBezTo>
                  <a:cubicBezTo>
                    <a:pt x="315" y="22"/>
                    <a:pt x="315" y="22"/>
                    <a:pt x="315" y="22"/>
                  </a:cubicBezTo>
                  <a:cubicBezTo>
                    <a:pt x="316" y="10"/>
                    <a:pt x="306" y="0"/>
                    <a:pt x="293" y="0"/>
                  </a:cubicBezTo>
                  <a:cubicBezTo>
                    <a:pt x="23" y="3"/>
                    <a:pt x="23" y="3"/>
                    <a:pt x="23" y="3"/>
                  </a:cubicBezTo>
                  <a:cubicBezTo>
                    <a:pt x="10" y="3"/>
                    <a:pt x="0" y="14"/>
                    <a:pt x="2" y="26"/>
                  </a:cubicBezTo>
                  <a:cubicBezTo>
                    <a:pt x="37" y="326"/>
                    <a:pt x="37" y="326"/>
                    <a:pt x="37" y="326"/>
                  </a:cubicBezTo>
                  <a:cubicBezTo>
                    <a:pt x="38" y="337"/>
                    <a:pt x="48" y="345"/>
                    <a:pt x="59" y="344"/>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10" name="Freeform 10"/>
            <p:cNvSpPr/>
            <p:nvPr/>
          </p:nvSpPr>
          <p:spPr>
            <a:xfrm>
              <a:off x="5043488" y="3975101"/>
              <a:ext cx="574675" cy="1112838"/>
            </a:xfrm>
            <a:custGeom>
              <a:avLst/>
              <a:gdLst/>
              <a:ahLst/>
              <a:cxnLst/>
              <a:rect l="l" t="t" r="r" b="b"/>
              <a:pathLst>
                <a:path w="362" h="701">
                  <a:moveTo>
                    <a:pt x="324" y="701"/>
                  </a:moveTo>
                  <a:lnTo>
                    <a:pt x="3" y="701"/>
                  </a:lnTo>
                  <a:lnTo>
                    <a:pt x="0" y="0"/>
                  </a:lnTo>
                  <a:lnTo>
                    <a:pt x="362" y="0"/>
                  </a:lnTo>
                  <a:lnTo>
                    <a:pt x="324" y="701"/>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1" name="Freeform 11"/>
            <p:cNvSpPr/>
            <p:nvPr/>
          </p:nvSpPr>
          <p:spPr>
            <a:xfrm>
              <a:off x="3297238" y="3975101"/>
              <a:ext cx="1968500" cy="1538288"/>
            </a:xfrm>
            <a:custGeom>
              <a:avLst/>
              <a:gdLst/>
              <a:ahLst/>
              <a:cxnLst/>
              <a:rect l="l" t="t" r="r" b="b"/>
              <a:pathLst>
                <a:path w="689" h="538">
                  <a:moveTo>
                    <a:pt x="460" y="57"/>
                  </a:moveTo>
                  <a:cubicBezTo>
                    <a:pt x="460" y="57"/>
                    <a:pt x="48" y="166"/>
                    <a:pt x="24" y="323"/>
                  </a:cubicBezTo>
                  <a:cubicBezTo>
                    <a:pt x="0" y="481"/>
                    <a:pt x="273" y="519"/>
                    <a:pt x="411" y="528"/>
                  </a:cubicBezTo>
                  <a:cubicBezTo>
                    <a:pt x="550" y="538"/>
                    <a:pt x="611" y="478"/>
                    <a:pt x="611" y="478"/>
                  </a:cubicBezTo>
                  <a:cubicBezTo>
                    <a:pt x="689" y="0"/>
                    <a:pt x="689" y="0"/>
                    <a:pt x="689" y="0"/>
                  </a:cubicBezTo>
                  <a:lnTo>
                    <a:pt x="460" y="57"/>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2" name="Freeform 12"/>
            <p:cNvSpPr/>
            <p:nvPr/>
          </p:nvSpPr>
          <p:spPr>
            <a:xfrm>
              <a:off x="5386388" y="3975101"/>
              <a:ext cx="1968500" cy="1538288"/>
            </a:xfrm>
            <a:custGeom>
              <a:avLst/>
              <a:gdLst/>
              <a:ahLst/>
              <a:cxnLst/>
              <a:rect l="l" t="t" r="r" b="b"/>
              <a:pathLst>
                <a:path w="689" h="538">
                  <a:moveTo>
                    <a:pt x="229" y="57"/>
                  </a:moveTo>
                  <a:cubicBezTo>
                    <a:pt x="229" y="57"/>
                    <a:pt x="641" y="166"/>
                    <a:pt x="665" y="323"/>
                  </a:cubicBezTo>
                  <a:cubicBezTo>
                    <a:pt x="689" y="481"/>
                    <a:pt x="386" y="519"/>
                    <a:pt x="248" y="528"/>
                  </a:cubicBezTo>
                  <a:cubicBezTo>
                    <a:pt x="110" y="538"/>
                    <a:pt x="93" y="465"/>
                    <a:pt x="93" y="465"/>
                  </a:cubicBezTo>
                  <a:cubicBezTo>
                    <a:pt x="0" y="0"/>
                    <a:pt x="0" y="0"/>
                    <a:pt x="0" y="0"/>
                  </a:cubicBezTo>
                  <a:lnTo>
                    <a:pt x="229" y="57"/>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3" name="Freeform 13"/>
            <p:cNvSpPr/>
            <p:nvPr/>
          </p:nvSpPr>
          <p:spPr>
            <a:xfrm>
              <a:off x="4471988" y="2532063"/>
              <a:ext cx="1387475" cy="1670050"/>
            </a:xfrm>
            <a:custGeom>
              <a:avLst/>
              <a:gdLst/>
              <a:ahLst/>
              <a:cxnLst/>
              <a:rect l="l" t="t" r="r" b="b"/>
              <a:pathLst>
                <a:path w="486" h="584">
                  <a:moveTo>
                    <a:pt x="486" y="547"/>
                  </a:moveTo>
                  <a:cubicBezTo>
                    <a:pt x="486" y="547"/>
                    <a:pt x="465" y="80"/>
                    <a:pt x="361" y="42"/>
                  </a:cubicBezTo>
                  <a:cubicBezTo>
                    <a:pt x="248" y="0"/>
                    <a:pt x="72" y="27"/>
                    <a:pt x="36" y="92"/>
                  </a:cubicBezTo>
                  <a:cubicBezTo>
                    <a:pt x="0" y="157"/>
                    <a:pt x="68" y="558"/>
                    <a:pt x="68" y="558"/>
                  </a:cubicBezTo>
                  <a:cubicBezTo>
                    <a:pt x="68" y="558"/>
                    <a:pt x="292" y="584"/>
                    <a:pt x="486" y="547"/>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14" name="Freeform 14"/>
            <p:cNvSpPr/>
            <p:nvPr/>
          </p:nvSpPr>
          <p:spPr>
            <a:xfrm>
              <a:off x="4968875" y="2424113"/>
              <a:ext cx="303212" cy="347663"/>
            </a:xfrm>
            <a:custGeom>
              <a:avLst/>
              <a:gdLst/>
              <a:ahLst/>
              <a:cxnLst/>
              <a:rect l="l" t="t" r="r" b="b"/>
              <a:pathLst>
                <a:path w="106" h="122">
                  <a:moveTo>
                    <a:pt x="8" y="0"/>
                  </a:moveTo>
                  <a:cubicBezTo>
                    <a:pt x="0" y="80"/>
                    <a:pt x="0" y="80"/>
                    <a:pt x="0" y="80"/>
                  </a:cubicBezTo>
                  <a:cubicBezTo>
                    <a:pt x="0" y="80"/>
                    <a:pt x="6" y="108"/>
                    <a:pt x="53" y="116"/>
                  </a:cubicBezTo>
                  <a:cubicBezTo>
                    <a:pt x="88" y="122"/>
                    <a:pt x="106" y="113"/>
                    <a:pt x="106" y="113"/>
                  </a:cubicBezTo>
                  <a:cubicBezTo>
                    <a:pt x="105" y="72"/>
                    <a:pt x="105" y="72"/>
                    <a:pt x="105" y="72"/>
                  </a:cubicBezTo>
                  <a:cubicBezTo>
                    <a:pt x="105" y="32"/>
                    <a:pt x="105" y="32"/>
                    <a:pt x="105" y="32"/>
                  </a:cubicBezTo>
                  <a:cubicBezTo>
                    <a:pt x="22" y="5"/>
                    <a:pt x="22" y="5"/>
                    <a:pt x="22" y="5"/>
                  </a:cubicBezTo>
                  <a:lnTo>
                    <a:pt x="8" y="0"/>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15" name="Freeform 15"/>
            <p:cNvSpPr/>
            <p:nvPr/>
          </p:nvSpPr>
          <p:spPr>
            <a:xfrm>
              <a:off x="5032375" y="2438401"/>
              <a:ext cx="236537" cy="190500"/>
            </a:xfrm>
            <a:custGeom>
              <a:avLst/>
              <a:gdLst/>
              <a:ahLst/>
              <a:cxnLst/>
              <a:rect l="l" t="t" r="r" b="b"/>
              <a:pathLst>
                <a:path w="83" h="67">
                  <a:moveTo>
                    <a:pt x="0" y="0"/>
                  </a:moveTo>
                  <a:cubicBezTo>
                    <a:pt x="0" y="2"/>
                    <a:pt x="0" y="4"/>
                    <a:pt x="1" y="8"/>
                  </a:cubicBezTo>
                  <a:cubicBezTo>
                    <a:pt x="15" y="49"/>
                    <a:pt x="63" y="63"/>
                    <a:pt x="83" y="67"/>
                  </a:cubicBezTo>
                  <a:cubicBezTo>
                    <a:pt x="83" y="27"/>
                    <a:pt x="83" y="27"/>
                    <a:pt x="83" y="27"/>
                  </a:cubicBezTo>
                  <a:lnTo>
                    <a:pt x="0" y="0"/>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6" name="Freeform 16"/>
            <p:cNvSpPr/>
            <p:nvPr/>
          </p:nvSpPr>
          <p:spPr>
            <a:xfrm>
              <a:off x="4814888" y="1717676"/>
              <a:ext cx="647700" cy="889000"/>
            </a:xfrm>
            <a:custGeom>
              <a:avLst/>
              <a:gdLst/>
              <a:ahLst/>
              <a:cxnLst/>
              <a:rect l="l" t="t" r="r" b="b"/>
              <a:pathLst>
                <a:path w="227" h="311">
                  <a:moveTo>
                    <a:pt x="195" y="97"/>
                  </a:moveTo>
                  <a:cubicBezTo>
                    <a:pt x="195" y="97"/>
                    <a:pt x="227" y="202"/>
                    <a:pt x="205" y="257"/>
                  </a:cubicBezTo>
                  <a:cubicBezTo>
                    <a:pt x="182" y="311"/>
                    <a:pt x="132" y="296"/>
                    <a:pt x="103" y="282"/>
                  </a:cubicBezTo>
                  <a:cubicBezTo>
                    <a:pt x="74" y="267"/>
                    <a:pt x="62" y="247"/>
                    <a:pt x="62" y="247"/>
                  </a:cubicBezTo>
                  <a:cubicBezTo>
                    <a:pt x="62" y="247"/>
                    <a:pt x="32" y="253"/>
                    <a:pt x="16" y="225"/>
                  </a:cubicBezTo>
                  <a:cubicBezTo>
                    <a:pt x="0" y="196"/>
                    <a:pt x="15" y="167"/>
                    <a:pt x="32" y="162"/>
                  </a:cubicBezTo>
                  <a:cubicBezTo>
                    <a:pt x="49" y="156"/>
                    <a:pt x="68" y="170"/>
                    <a:pt x="68" y="170"/>
                  </a:cubicBezTo>
                  <a:cubicBezTo>
                    <a:pt x="56" y="140"/>
                    <a:pt x="56" y="140"/>
                    <a:pt x="56" y="140"/>
                  </a:cubicBezTo>
                  <a:cubicBezTo>
                    <a:pt x="56" y="140"/>
                    <a:pt x="137" y="0"/>
                    <a:pt x="195" y="97"/>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17" name="Freeform 17"/>
            <p:cNvSpPr/>
            <p:nvPr/>
          </p:nvSpPr>
          <p:spPr>
            <a:xfrm>
              <a:off x="5297488" y="2217738"/>
              <a:ext cx="53975" cy="139700"/>
            </a:xfrm>
            <a:custGeom>
              <a:avLst/>
              <a:gdLst/>
              <a:ahLst/>
              <a:cxnLst/>
              <a:rect l="l" t="t" r="r" b="b"/>
              <a:pathLst>
                <a:path w="19" h="49">
                  <a:moveTo>
                    <a:pt x="7" y="49"/>
                  </a:moveTo>
                  <a:cubicBezTo>
                    <a:pt x="6" y="49"/>
                    <a:pt x="6" y="49"/>
                    <a:pt x="6" y="49"/>
                  </a:cubicBezTo>
                  <a:cubicBezTo>
                    <a:pt x="4" y="48"/>
                    <a:pt x="3" y="46"/>
                    <a:pt x="4" y="44"/>
                  </a:cubicBezTo>
                  <a:cubicBezTo>
                    <a:pt x="12" y="27"/>
                    <a:pt x="1" y="5"/>
                    <a:pt x="0" y="5"/>
                  </a:cubicBezTo>
                  <a:cubicBezTo>
                    <a:pt x="0" y="3"/>
                    <a:pt x="0" y="1"/>
                    <a:pt x="2" y="0"/>
                  </a:cubicBezTo>
                  <a:cubicBezTo>
                    <a:pt x="3" y="0"/>
                    <a:pt x="5" y="0"/>
                    <a:pt x="6" y="2"/>
                  </a:cubicBezTo>
                  <a:cubicBezTo>
                    <a:pt x="7" y="3"/>
                    <a:pt x="19" y="26"/>
                    <a:pt x="10" y="47"/>
                  </a:cubicBezTo>
                  <a:cubicBezTo>
                    <a:pt x="9" y="48"/>
                    <a:pt x="8" y="49"/>
                    <a:pt x="7" y="49"/>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8" name="Freeform 18"/>
            <p:cNvSpPr/>
            <p:nvPr/>
          </p:nvSpPr>
          <p:spPr>
            <a:xfrm>
              <a:off x="4903788" y="2225676"/>
              <a:ext cx="87312" cy="112713"/>
            </a:xfrm>
            <a:custGeom>
              <a:avLst/>
              <a:gdLst/>
              <a:ahLst/>
              <a:cxnLst/>
              <a:rect l="l" t="t" r="r" b="b"/>
              <a:pathLst>
                <a:path w="31" h="39">
                  <a:moveTo>
                    <a:pt x="27" y="39"/>
                  </a:moveTo>
                  <a:cubicBezTo>
                    <a:pt x="26" y="39"/>
                    <a:pt x="25" y="38"/>
                    <a:pt x="24" y="37"/>
                  </a:cubicBezTo>
                  <a:cubicBezTo>
                    <a:pt x="1" y="5"/>
                    <a:pt x="1" y="5"/>
                    <a:pt x="1" y="5"/>
                  </a:cubicBezTo>
                  <a:cubicBezTo>
                    <a:pt x="0" y="4"/>
                    <a:pt x="0" y="2"/>
                    <a:pt x="1" y="1"/>
                  </a:cubicBezTo>
                  <a:cubicBezTo>
                    <a:pt x="3" y="0"/>
                    <a:pt x="5" y="0"/>
                    <a:pt x="6" y="2"/>
                  </a:cubicBezTo>
                  <a:cubicBezTo>
                    <a:pt x="30" y="34"/>
                    <a:pt x="30" y="34"/>
                    <a:pt x="30" y="34"/>
                  </a:cubicBezTo>
                  <a:cubicBezTo>
                    <a:pt x="31" y="35"/>
                    <a:pt x="30" y="37"/>
                    <a:pt x="29" y="38"/>
                  </a:cubicBezTo>
                  <a:cubicBezTo>
                    <a:pt x="28" y="39"/>
                    <a:pt x="28" y="39"/>
                    <a:pt x="27" y="39"/>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9" name="Freeform 19"/>
            <p:cNvSpPr/>
            <p:nvPr/>
          </p:nvSpPr>
          <p:spPr>
            <a:xfrm>
              <a:off x="4891088" y="2286001"/>
              <a:ext cx="74612" cy="20638"/>
            </a:xfrm>
            <a:custGeom>
              <a:avLst/>
              <a:gdLst/>
              <a:ahLst/>
              <a:cxnLst/>
              <a:rect l="l" t="t" r="r" b="b"/>
              <a:pathLst>
                <a:path w="26" h="7">
                  <a:moveTo>
                    <a:pt x="3" y="7"/>
                  </a:moveTo>
                  <a:cubicBezTo>
                    <a:pt x="1" y="7"/>
                    <a:pt x="0" y="5"/>
                    <a:pt x="0" y="3"/>
                  </a:cubicBezTo>
                  <a:cubicBezTo>
                    <a:pt x="0" y="2"/>
                    <a:pt x="1" y="0"/>
                    <a:pt x="3" y="0"/>
                  </a:cubicBezTo>
                  <a:cubicBezTo>
                    <a:pt x="22" y="0"/>
                    <a:pt x="22" y="0"/>
                    <a:pt x="22" y="0"/>
                  </a:cubicBezTo>
                  <a:cubicBezTo>
                    <a:pt x="24" y="0"/>
                    <a:pt x="25" y="1"/>
                    <a:pt x="26" y="3"/>
                  </a:cubicBezTo>
                  <a:cubicBezTo>
                    <a:pt x="26" y="5"/>
                    <a:pt x="24" y="6"/>
                    <a:pt x="22" y="6"/>
                  </a:cubicBezTo>
                  <a:cubicBezTo>
                    <a:pt x="3" y="7"/>
                    <a:pt x="3" y="7"/>
                    <a:pt x="3" y="7"/>
                  </a:cubicBezTo>
                  <a:cubicBezTo>
                    <a:pt x="3" y="7"/>
                    <a:pt x="3" y="7"/>
                    <a:pt x="3" y="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0" name="Freeform 20"/>
            <p:cNvSpPr/>
            <p:nvPr/>
          </p:nvSpPr>
          <p:spPr>
            <a:xfrm>
              <a:off x="4832350" y="1725613"/>
              <a:ext cx="722312" cy="500063"/>
            </a:xfrm>
            <a:custGeom>
              <a:avLst/>
              <a:gdLst/>
              <a:ahLst/>
              <a:cxnLst/>
              <a:rect l="l" t="t" r="r" b="b"/>
              <a:pathLst>
                <a:path w="253" h="175">
                  <a:moveTo>
                    <a:pt x="62" y="167"/>
                  </a:moveTo>
                  <a:cubicBezTo>
                    <a:pt x="62" y="167"/>
                    <a:pt x="71" y="175"/>
                    <a:pt x="80" y="165"/>
                  </a:cubicBezTo>
                  <a:cubicBezTo>
                    <a:pt x="89" y="154"/>
                    <a:pt x="77" y="117"/>
                    <a:pt x="77" y="117"/>
                  </a:cubicBezTo>
                  <a:cubicBezTo>
                    <a:pt x="77" y="117"/>
                    <a:pt x="107" y="128"/>
                    <a:pt x="127" y="120"/>
                  </a:cubicBezTo>
                  <a:cubicBezTo>
                    <a:pt x="147" y="112"/>
                    <a:pt x="160" y="85"/>
                    <a:pt x="160" y="85"/>
                  </a:cubicBezTo>
                  <a:cubicBezTo>
                    <a:pt x="160" y="85"/>
                    <a:pt x="220" y="122"/>
                    <a:pt x="232" y="79"/>
                  </a:cubicBezTo>
                  <a:cubicBezTo>
                    <a:pt x="253" y="11"/>
                    <a:pt x="159" y="27"/>
                    <a:pt x="159" y="27"/>
                  </a:cubicBezTo>
                  <a:cubicBezTo>
                    <a:pt x="159" y="27"/>
                    <a:pt x="157" y="0"/>
                    <a:pt x="98" y="14"/>
                  </a:cubicBezTo>
                  <a:cubicBezTo>
                    <a:pt x="45" y="26"/>
                    <a:pt x="40" y="90"/>
                    <a:pt x="40" y="90"/>
                  </a:cubicBezTo>
                  <a:cubicBezTo>
                    <a:pt x="40" y="90"/>
                    <a:pt x="20" y="77"/>
                    <a:pt x="10" y="110"/>
                  </a:cubicBezTo>
                  <a:cubicBezTo>
                    <a:pt x="0" y="142"/>
                    <a:pt x="16" y="165"/>
                    <a:pt x="16" y="165"/>
                  </a:cubicBezTo>
                  <a:cubicBezTo>
                    <a:pt x="16" y="165"/>
                    <a:pt x="40" y="154"/>
                    <a:pt x="62" y="16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1" name="Freeform 21"/>
            <p:cNvSpPr/>
            <p:nvPr/>
          </p:nvSpPr>
          <p:spPr>
            <a:xfrm>
              <a:off x="5154613" y="2078038"/>
              <a:ext cx="82550" cy="47625"/>
            </a:xfrm>
            <a:custGeom>
              <a:avLst/>
              <a:gdLst/>
              <a:ahLst/>
              <a:cxnLst/>
              <a:rect l="l" t="t" r="r" b="b"/>
              <a:pathLst>
                <a:path w="29" h="17">
                  <a:moveTo>
                    <a:pt x="3" y="17"/>
                  </a:moveTo>
                  <a:cubicBezTo>
                    <a:pt x="3" y="17"/>
                    <a:pt x="2" y="17"/>
                    <a:pt x="1" y="17"/>
                  </a:cubicBezTo>
                  <a:cubicBezTo>
                    <a:pt x="0" y="16"/>
                    <a:pt x="0" y="14"/>
                    <a:pt x="1" y="12"/>
                  </a:cubicBezTo>
                  <a:cubicBezTo>
                    <a:pt x="9" y="0"/>
                    <a:pt x="25" y="5"/>
                    <a:pt x="26" y="6"/>
                  </a:cubicBezTo>
                  <a:cubicBezTo>
                    <a:pt x="28" y="6"/>
                    <a:pt x="29" y="8"/>
                    <a:pt x="28" y="10"/>
                  </a:cubicBezTo>
                  <a:cubicBezTo>
                    <a:pt x="27" y="11"/>
                    <a:pt x="26" y="12"/>
                    <a:pt x="24" y="12"/>
                  </a:cubicBezTo>
                  <a:cubicBezTo>
                    <a:pt x="23" y="12"/>
                    <a:pt x="12" y="8"/>
                    <a:pt x="6" y="16"/>
                  </a:cubicBezTo>
                  <a:cubicBezTo>
                    <a:pt x="5" y="17"/>
                    <a:pt x="4" y="17"/>
                    <a:pt x="3" y="1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2" name="Freeform 22"/>
            <p:cNvSpPr/>
            <p:nvPr/>
          </p:nvSpPr>
          <p:spPr>
            <a:xfrm>
              <a:off x="5311775" y="2079626"/>
              <a:ext cx="85725" cy="41275"/>
            </a:xfrm>
            <a:custGeom>
              <a:avLst/>
              <a:gdLst/>
              <a:ahLst/>
              <a:cxnLst/>
              <a:rect l="l" t="t" r="r" b="b"/>
              <a:pathLst>
                <a:path w="30" h="14">
                  <a:moveTo>
                    <a:pt x="27" y="14"/>
                  </a:moveTo>
                  <a:cubicBezTo>
                    <a:pt x="26" y="14"/>
                    <a:pt x="25" y="14"/>
                    <a:pt x="24" y="13"/>
                  </a:cubicBezTo>
                  <a:cubicBezTo>
                    <a:pt x="23" y="11"/>
                    <a:pt x="18" y="7"/>
                    <a:pt x="13" y="7"/>
                  </a:cubicBezTo>
                  <a:cubicBezTo>
                    <a:pt x="10" y="7"/>
                    <a:pt x="8" y="8"/>
                    <a:pt x="6" y="10"/>
                  </a:cubicBezTo>
                  <a:cubicBezTo>
                    <a:pt x="5" y="12"/>
                    <a:pt x="3" y="12"/>
                    <a:pt x="1" y="11"/>
                  </a:cubicBezTo>
                  <a:cubicBezTo>
                    <a:pt x="0" y="9"/>
                    <a:pt x="0" y="7"/>
                    <a:pt x="1" y="6"/>
                  </a:cubicBezTo>
                  <a:cubicBezTo>
                    <a:pt x="4" y="2"/>
                    <a:pt x="8" y="0"/>
                    <a:pt x="13" y="0"/>
                  </a:cubicBezTo>
                  <a:cubicBezTo>
                    <a:pt x="21" y="0"/>
                    <a:pt x="29" y="9"/>
                    <a:pt x="29" y="9"/>
                  </a:cubicBezTo>
                  <a:cubicBezTo>
                    <a:pt x="30" y="10"/>
                    <a:pt x="30" y="12"/>
                    <a:pt x="29" y="13"/>
                  </a:cubicBezTo>
                  <a:cubicBezTo>
                    <a:pt x="28" y="14"/>
                    <a:pt x="27" y="14"/>
                    <a:pt x="27" y="14"/>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3" name="Freeform 23"/>
            <p:cNvSpPr/>
            <p:nvPr/>
          </p:nvSpPr>
          <p:spPr>
            <a:xfrm>
              <a:off x="5503863" y="2652713"/>
              <a:ext cx="598487" cy="1065213"/>
            </a:xfrm>
            <a:custGeom>
              <a:avLst/>
              <a:gdLst/>
              <a:ahLst/>
              <a:cxnLst/>
              <a:rect l="l" t="t" r="r" b="b"/>
              <a:pathLst>
                <a:path w="210" h="373">
                  <a:moveTo>
                    <a:pt x="210" y="252"/>
                  </a:moveTo>
                  <a:cubicBezTo>
                    <a:pt x="210" y="252"/>
                    <a:pt x="158" y="278"/>
                    <a:pt x="103" y="324"/>
                  </a:cubicBezTo>
                  <a:cubicBezTo>
                    <a:pt x="44" y="373"/>
                    <a:pt x="0" y="0"/>
                    <a:pt x="0" y="0"/>
                  </a:cubicBezTo>
                  <a:cubicBezTo>
                    <a:pt x="0" y="0"/>
                    <a:pt x="125" y="54"/>
                    <a:pt x="210" y="252"/>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24" name="Freeform 24"/>
            <p:cNvSpPr/>
            <p:nvPr/>
          </p:nvSpPr>
          <p:spPr>
            <a:xfrm>
              <a:off x="5737225" y="3060701"/>
              <a:ext cx="82550" cy="503238"/>
            </a:xfrm>
            <a:custGeom>
              <a:avLst/>
              <a:gdLst/>
              <a:ahLst/>
              <a:cxnLst/>
              <a:rect l="l" t="t" r="r" b="b"/>
              <a:pathLst>
                <a:path w="29" h="176">
                  <a:moveTo>
                    <a:pt x="26" y="176"/>
                  </a:moveTo>
                  <a:cubicBezTo>
                    <a:pt x="24" y="176"/>
                    <a:pt x="23" y="174"/>
                    <a:pt x="23" y="173"/>
                  </a:cubicBezTo>
                  <a:cubicBezTo>
                    <a:pt x="20" y="108"/>
                    <a:pt x="0" y="5"/>
                    <a:pt x="0" y="4"/>
                  </a:cubicBezTo>
                  <a:cubicBezTo>
                    <a:pt x="0" y="3"/>
                    <a:pt x="1" y="1"/>
                    <a:pt x="2" y="1"/>
                  </a:cubicBezTo>
                  <a:cubicBezTo>
                    <a:pt x="4" y="0"/>
                    <a:pt x="6" y="1"/>
                    <a:pt x="6" y="3"/>
                  </a:cubicBezTo>
                  <a:cubicBezTo>
                    <a:pt x="6" y="4"/>
                    <a:pt x="27" y="107"/>
                    <a:pt x="29" y="172"/>
                  </a:cubicBezTo>
                  <a:cubicBezTo>
                    <a:pt x="29" y="174"/>
                    <a:pt x="28" y="176"/>
                    <a:pt x="26" y="176"/>
                  </a:cubicBezTo>
                  <a:cubicBezTo>
                    <a:pt x="26" y="176"/>
                    <a:pt x="26" y="176"/>
                    <a:pt x="26" y="176"/>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25" name="Freeform 25"/>
            <p:cNvSpPr/>
            <p:nvPr/>
          </p:nvSpPr>
          <p:spPr>
            <a:xfrm>
              <a:off x="4940300" y="2640013"/>
              <a:ext cx="368300" cy="138113"/>
            </a:xfrm>
            <a:custGeom>
              <a:avLst/>
              <a:gdLst/>
              <a:ahLst/>
              <a:cxnLst/>
              <a:rect l="l" t="t" r="r" b="b"/>
              <a:pathLst>
                <a:path w="129" h="48">
                  <a:moveTo>
                    <a:pt x="84" y="47"/>
                  </a:moveTo>
                  <a:cubicBezTo>
                    <a:pt x="75" y="47"/>
                    <a:pt x="65" y="46"/>
                    <a:pt x="53" y="43"/>
                  </a:cubicBezTo>
                  <a:cubicBezTo>
                    <a:pt x="8" y="33"/>
                    <a:pt x="0" y="6"/>
                    <a:pt x="0" y="5"/>
                  </a:cubicBezTo>
                  <a:cubicBezTo>
                    <a:pt x="0" y="3"/>
                    <a:pt x="1" y="1"/>
                    <a:pt x="2" y="1"/>
                  </a:cubicBezTo>
                  <a:cubicBezTo>
                    <a:pt x="4" y="0"/>
                    <a:pt x="6" y="1"/>
                    <a:pt x="6" y="3"/>
                  </a:cubicBezTo>
                  <a:cubicBezTo>
                    <a:pt x="7" y="4"/>
                    <a:pt x="14" y="27"/>
                    <a:pt x="54" y="37"/>
                  </a:cubicBezTo>
                  <a:cubicBezTo>
                    <a:pt x="102" y="48"/>
                    <a:pt x="123" y="30"/>
                    <a:pt x="124" y="30"/>
                  </a:cubicBezTo>
                  <a:cubicBezTo>
                    <a:pt x="125" y="29"/>
                    <a:pt x="127" y="29"/>
                    <a:pt x="128" y="30"/>
                  </a:cubicBezTo>
                  <a:cubicBezTo>
                    <a:pt x="129" y="31"/>
                    <a:pt x="129" y="34"/>
                    <a:pt x="128" y="35"/>
                  </a:cubicBezTo>
                  <a:cubicBezTo>
                    <a:pt x="127" y="35"/>
                    <a:pt x="113" y="47"/>
                    <a:pt x="84" y="47"/>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26" name="Freeform 26"/>
            <p:cNvSpPr/>
            <p:nvPr/>
          </p:nvSpPr>
          <p:spPr>
            <a:xfrm>
              <a:off x="5180013" y="2374901"/>
              <a:ext cx="80962" cy="65088"/>
            </a:xfrm>
            <a:custGeom>
              <a:avLst/>
              <a:gdLst/>
              <a:ahLst/>
              <a:cxnLst/>
              <a:rect l="l" t="t" r="r" b="b"/>
              <a:pathLst>
                <a:path w="28" h="23">
                  <a:moveTo>
                    <a:pt x="25" y="23"/>
                  </a:moveTo>
                  <a:cubicBezTo>
                    <a:pt x="24" y="23"/>
                    <a:pt x="24" y="23"/>
                    <a:pt x="24" y="23"/>
                  </a:cubicBezTo>
                  <a:cubicBezTo>
                    <a:pt x="23" y="23"/>
                    <a:pt x="7" y="18"/>
                    <a:pt x="1" y="5"/>
                  </a:cubicBezTo>
                  <a:cubicBezTo>
                    <a:pt x="0" y="3"/>
                    <a:pt x="1" y="1"/>
                    <a:pt x="2" y="1"/>
                  </a:cubicBezTo>
                  <a:cubicBezTo>
                    <a:pt x="4" y="0"/>
                    <a:pt x="6" y="1"/>
                    <a:pt x="7" y="2"/>
                  </a:cubicBezTo>
                  <a:cubicBezTo>
                    <a:pt x="12" y="13"/>
                    <a:pt x="26" y="17"/>
                    <a:pt x="26" y="17"/>
                  </a:cubicBezTo>
                  <a:cubicBezTo>
                    <a:pt x="27" y="17"/>
                    <a:pt x="28" y="19"/>
                    <a:pt x="28" y="21"/>
                  </a:cubicBezTo>
                  <a:cubicBezTo>
                    <a:pt x="27" y="22"/>
                    <a:pt x="26" y="23"/>
                    <a:pt x="25" y="23"/>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7" name="Freeform 27"/>
            <p:cNvSpPr/>
            <p:nvPr/>
          </p:nvSpPr>
          <p:spPr>
            <a:xfrm>
              <a:off x="4557713" y="4876801"/>
              <a:ext cx="736600" cy="1277938"/>
            </a:xfrm>
            <a:custGeom>
              <a:avLst/>
              <a:gdLst/>
              <a:ahLst/>
              <a:cxnLst/>
              <a:rect l="l" t="t" r="r" b="b"/>
              <a:pathLst>
                <a:path w="258" h="447">
                  <a:moveTo>
                    <a:pt x="0" y="159"/>
                  </a:moveTo>
                  <a:cubicBezTo>
                    <a:pt x="0" y="159"/>
                    <a:pt x="88" y="223"/>
                    <a:pt x="90" y="231"/>
                  </a:cubicBezTo>
                  <a:cubicBezTo>
                    <a:pt x="92" y="239"/>
                    <a:pt x="127" y="407"/>
                    <a:pt x="152" y="427"/>
                  </a:cubicBezTo>
                  <a:cubicBezTo>
                    <a:pt x="178" y="447"/>
                    <a:pt x="201" y="434"/>
                    <a:pt x="201" y="434"/>
                  </a:cubicBezTo>
                  <a:cubicBezTo>
                    <a:pt x="201" y="434"/>
                    <a:pt x="258" y="59"/>
                    <a:pt x="253" y="46"/>
                  </a:cubicBezTo>
                  <a:cubicBezTo>
                    <a:pt x="248" y="32"/>
                    <a:pt x="88" y="0"/>
                    <a:pt x="88" y="0"/>
                  </a:cubicBezTo>
                  <a:lnTo>
                    <a:pt x="0" y="159"/>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28" name="Freeform 28"/>
            <p:cNvSpPr/>
            <p:nvPr/>
          </p:nvSpPr>
          <p:spPr>
            <a:xfrm>
              <a:off x="5094288" y="4973638"/>
              <a:ext cx="274637" cy="1174750"/>
            </a:xfrm>
            <a:custGeom>
              <a:avLst/>
              <a:gdLst/>
              <a:ahLst/>
              <a:cxnLst/>
              <a:rect l="l" t="t" r="r" b="b"/>
              <a:pathLst>
                <a:path w="173" h="740">
                  <a:moveTo>
                    <a:pt x="0" y="727"/>
                  </a:moveTo>
                  <a:lnTo>
                    <a:pt x="74" y="0"/>
                  </a:lnTo>
                  <a:lnTo>
                    <a:pt x="173" y="16"/>
                  </a:lnTo>
                  <a:lnTo>
                    <a:pt x="81" y="740"/>
                  </a:lnTo>
                  <a:lnTo>
                    <a:pt x="0" y="727"/>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9" name="Freeform 29"/>
            <p:cNvSpPr/>
            <p:nvPr/>
          </p:nvSpPr>
          <p:spPr>
            <a:xfrm>
              <a:off x="4857750" y="5680076"/>
              <a:ext cx="300037" cy="204788"/>
            </a:xfrm>
            <a:custGeom>
              <a:avLst/>
              <a:gdLst/>
              <a:ahLst/>
              <a:cxnLst/>
              <a:rect l="l" t="t" r="r" b="b"/>
              <a:pathLst>
                <a:path w="189" h="129">
                  <a:moveTo>
                    <a:pt x="29" y="129"/>
                  </a:moveTo>
                  <a:lnTo>
                    <a:pt x="0" y="28"/>
                  </a:lnTo>
                  <a:lnTo>
                    <a:pt x="178" y="0"/>
                  </a:lnTo>
                  <a:lnTo>
                    <a:pt x="189" y="92"/>
                  </a:lnTo>
                  <a:lnTo>
                    <a:pt x="29" y="129"/>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0" name="Freeform 30"/>
            <p:cNvSpPr/>
            <p:nvPr/>
          </p:nvSpPr>
          <p:spPr>
            <a:xfrm>
              <a:off x="5365750" y="4867276"/>
              <a:ext cx="736600" cy="1274763"/>
            </a:xfrm>
            <a:custGeom>
              <a:avLst/>
              <a:gdLst/>
              <a:ahLst/>
              <a:cxnLst/>
              <a:rect l="l" t="t" r="r" b="b"/>
              <a:pathLst>
                <a:path w="258" h="446">
                  <a:moveTo>
                    <a:pt x="258" y="158"/>
                  </a:moveTo>
                  <a:cubicBezTo>
                    <a:pt x="258" y="158"/>
                    <a:pt x="170" y="222"/>
                    <a:pt x="168" y="230"/>
                  </a:cubicBezTo>
                  <a:cubicBezTo>
                    <a:pt x="166" y="238"/>
                    <a:pt x="131" y="406"/>
                    <a:pt x="105" y="426"/>
                  </a:cubicBezTo>
                  <a:cubicBezTo>
                    <a:pt x="80" y="446"/>
                    <a:pt x="57" y="433"/>
                    <a:pt x="57" y="433"/>
                  </a:cubicBezTo>
                  <a:cubicBezTo>
                    <a:pt x="57" y="433"/>
                    <a:pt x="0" y="59"/>
                    <a:pt x="5" y="45"/>
                  </a:cubicBezTo>
                  <a:cubicBezTo>
                    <a:pt x="10" y="31"/>
                    <a:pt x="169" y="0"/>
                    <a:pt x="169" y="0"/>
                  </a:cubicBezTo>
                  <a:lnTo>
                    <a:pt x="258" y="158"/>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31" name="Freeform 31"/>
            <p:cNvSpPr/>
            <p:nvPr/>
          </p:nvSpPr>
          <p:spPr>
            <a:xfrm>
              <a:off x="5291138" y="4964113"/>
              <a:ext cx="274637" cy="1176338"/>
            </a:xfrm>
            <a:custGeom>
              <a:avLst/>
              <a:gdLst/>
              <a:ahLst/>
              <a:cxnLst/>
              <a:rect l="l" t="t" r="r" b="b"/>
              <a:pathLst>
                <a:path w="173" h="741">
                  <a:moveTo>
                    <a:pt x="173" y="726"/>
                  </a:moveTo>
                  <a:lnTo>
                    <a:pt x="98" y="0"/>
                  </a:lnTo>
                  <a:lnTo>
                    <a:pt x="0" y="15"/>
                  </a:lnTo>
                  <a:lnTo>
                    <a:pt x="90" y="741"/>
                  </a:lnTo>
                  <a:lnTo>
                    <a:pt x="173" y="726"/>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2" name="Freeform 32"/>
            <p:cNvSpPr/>
            <p:nvPr/>
          </p:nvSpPr>
          <p:spPr>
            <a:xfrm>
              <a:off x="5503863" y="5667376"/>
              <a:ext cx="296862" cy="206375"/>
            </a:xfrm>
            <a:custGeom>
              <a:avLst/>
              <a:gdLst/>
              <a:ahLst/>
              <a:cxnLst/>
              <a:rect l="l" t="t" r="r" b="b"/>
              <a:pathLst>
                <a:path w="187" h="130">
                  <a:moveTo>
                    <a:pt x="160" y="130"/>
                  </a:moveTo>
                  <a:lnTo>
                    <a:pt x="187" y="31"/>
                  </a:lnTo>
                  <a:lnTo>
                    <a:pt x="10" y="0"/>
                  </a:lnTo>
                  <a:lnTo>
                    <a:pt x="0" y="94"/>
                  </a:lnTo>
                  <a:lnTo>
                    <a:pt x="160" y="130"/>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3" name="Freeform 33"/>
            <p:cNvSpPr/>
            <p:nvPr/>
          </p:nvSpPr>
          <p:spPr>
            <a:xfrm>
              <a:off x="5461000" y="4781551"/>
              <a:ext cx="922337" cy="742950"/>
            </a:xfrm>
            <a:custGeom>
              <a:avLst/>
              <a:gdLst/>
              <a:ahLst/>
              <a:cxnLst/>
              <a:rect l="l" t="t" r="r" b="b"/>
              <a:pathLst>
                <a:path w="581" h="468">
                  <a:moveTo>
                    <a:pt x="0" y="0"/>
                  </a:moveTo>
                  <a:lnTo>
                    <a:pt x="242" y="468"/>
                  </a:lnTo>
                  <a:lnTo>
                    <a:pt x="581" y="335"/>
                  </a:lnTo>
                  <a:lnTo>
                    <a:pt x="439" y="0"/>
                  </a:lnTo>
                  <a:lnTo>
                    <a:pt x="0" y="0"/>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34" name="Freeform 34"/>
            <p:cNvSpPr/>
            <p:nvPr/>
          </p:nvSpPr>
          <p:spPr>
            <a:xfrm>
              <a:off x="4297363" y="4816476"/>
              <a:ext cx="917575" cy="746125"/>
            </a:xfrm>
            <a:custGeom>
              <a:avLst/>
              <a:gdLst/>
              <a:ahLst/>
              <a:cxnLst/>
              <a:rect l="l" t="t" r="r" b="b"/>
              <a:pathLst>
                <a:path w="578" h="470">
                  <a:moveTo>
                    <a:pt x="578" y="0"/>
                  </a:moveTo>
                  <a:lnTo>
                    <a:pt x="313" y="470"/>
                  </a:lnTo>
                  <a:lnTo>
                    <a:pt x="0" y="337"/>
                  </a:lnTo>
                  <a:lnTo>
                    <a:pt x="142" y="0"/>
                  </a:lnTo>
                  <a:lnTo>
                    <a:pt x="578" y="0"/>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35" name="Freeform 35"/>
            <p:cNvSpPr/>
            <p:nvPr/>
          </p:nvSpPr>
          <p:spPr>
            <a:xfrm>
              <a:off x="2540000" y="4384676"/>
              <a:ext cx="434975" cy="925513"/>
            </a:xfrm>
            <a:custGeom>
              <a:avLst/>
              <a:gdLst/>
              <a:ahLst/>
              <a:cxnLst/>
              <a:rect l="l" t="t" r="r" b="b"/>
              <a:pathLst>
                <a:path w="152" h="324">
                  <a:moveTo>
                    <a:pt x="152" y="324"/>
                  </a:moveTo>
                  <a:cubicBezTo>
                    <a:pt x="0" y="324"/>
                    <a:pt x="0" y="324"/>
                    <a:pt x="0" y="324"/>
                  </a:cubicBezTo>
                  <a:cubicBezTo>
                    <a:pt x="0" y="77"/>
                    <a:pt x="0" y="77"/>
                    <a:pt x="0" y="77"/>
                  </a:cubicBezTo>
                  <a:cubicBezTo>
                    <a:pt x="0" y="34"/>
                    <a:pt x="34" y="0"/>
                    <a:pt x="76" y="0"/>
                  </a:cubicBezTo>
                  <a:cubicBezTo>
                    <a:pt x="118" y="0"/>
                    <a:pt x="152" y="34"/>
                    <a:pt x="152" y="77"/>
                  </a:cubicBezTo>
                  <a:lnTo>
                    <a:pt x="152" y="324"/>
                  </a:lnTo>
                  <a:close/>
                </a:path>
              </a:pathLst>
            </a:custGeom>
            <a:solidFill>
              <a:srgbClr val="72586B"/>
            </a:solidFill>
          </p:spPr>
          <p:txBody>
            <a:bodyPr vert="horz" wrap="square" lIns="91440" tIns="45720" rIns="91440" bIns="45720" anchor="t">
              <a:prstTxWarp prst="textNoShape">
                <a:avLst/>
              </a:prstTxWarp>
              <a:normAutofit/>
            </a:bodyPr>
            <a:lstStyle/>
            <a:p>
              <a:pPr marL="0" algn="l"/>
              <a:endParaRPr/>
            </a:p>
          </p:txBody>
        </p:sp>
        <p:sp>
          <p:nvSpPr>
            <p:cNvPr id="36" name="AutoShape 36"/>
            <p:cNvSpPr/>
            <p:nvPr/>
          </p:nvSpPr>
          <p:spPr>
            <a:xfrm>
              <a:off x="2674938" y="4241801"/>
              <a:ext cx="165100" cy="242888"/>
            </a:xfrm>
            <a:prstGeom prst="rect">
              <a:avLst/>
            </a:prstGeom>
            <a:solidFill>
              <a:srgbClr val="72586B"/>
            </a:solidFill>
          </p:spPr>
          <p:txBody>
            <a:bodyPr vert="horz" wrap="square" lIns="91440" tIns="45720" rIns="91440" bIns="45720" anchor="t">
              <a:prstTxWarp prst="textNoShape">
                <a:avLst/>
              </a:prstTxWarp>
              <a:normAutofit/>
            </a:bodyPr>
            <a:lstStyle/>
            <a:p>
              <a:pPr marL="0" algn="l"/>
              <a:endParaRPr/>
            </a:p>
          </p:txBody>
        </p:sp>
        <p:sp>
          <p:nvSpPr>
            <p:cNvPr id="37" name="Freeform 37"/>
            <p:cNvSpPr/>
            <p:nvPr/>
          </p:nvSpPr>
          <p:spPr>
            <a:xfrm>
              <a:off x="2597150" y="4152901"/>
              <a:ext cx="320675" cy="117475"/>
            </a:xfrm>
            <a:custGeom>
              <a:avLst/>
              <a:gdLst/>
              <a:ahLst/>
              <a:cxnLst/>
              <a:rect l="l" t="t" r="r" b="b"/>
              <a:pathLst>
                <a:path w="112" h="41">
                  <a:moveTo>
                    <a:pt x="91" y="41"/>
                  </a:moveTo>
                  <a:cubicBezTo>
                    <a:pt x="21" y="41"/>
                    <a:pt x="21" y="41"/>
                    <a:pt x="21" y="41"/>
                  </a:cubicBezTo>
                  <a:cubicBezTo>
                    <a:pt x="9" y="41"/>
                    <a:pt x="0" y="32"/>
                    <a:pt x="0" y="21"/>
                  </a:cubicBezTo>
                  <a:cubicBezTo>
                    <a:pt x="0" y="9"/>
                    <a:pt x="9" y="0"/>
                    <a:pt x="21" y="0"/>
                  </a:cubicBezTo>
                  <a:cubicBezTo>
                    <a:pt x="91" y="0"/>
                    <a:pt x="91" y="0"/>
                    <a:pt x="91" y="0"/>
                  </a:cubicBezTo>
                  <a:cubicBezTo>
                    <a:pt x="103" y="0"/>
                    <a:pt x="112" y="9"/>
                    <a:pt x="112" y="21"/>
                  </a:cubicBezTo>
                  <a:cubicBezTo>
                    <a:pt x="112" y="32"/>
                    <a:pt x="103" y="41"/>
                    <a:pt x="91" y="41"/>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38" name="Freeform 38"/>
            <p:cNvSpPr/>
            <p:nvPr/>
          </p:nvSpPr>
          <p:spPr>
            <a:xfrm>
              <a:off x="2589213" y="4556126"/>
              <a:ext cx="17462" cy="414338"/>
            </a:xfrm>
            <a:custGeom>
              <a:avLst/>
              <a:gdLst/>
              <a:ahLst/>
              <a:cxnLst/>
              <a:rect l="l" t="t" r="r" b="b"/>
              <a:pathLst>
                <a:path w="6" h="145">
                  <a:moveTo>
                    <a:pt x="3" y="145"/>
                  </a:moveTo>
                  <a:cubicBezTo>
                    <a:pt x="1" y="145"/>
                    <a:pt x="0" y="144"/>
                    <a:pt x="0" y="142"/>
                  </a:cubicBezTo>
                  <a:cubicBezTo>
                    <a:pt x="0" y="3"/>
                    <a:pt x="0" y="3"/>
                    <a:pt x="0" y="3"/>
                  </a:cubicBezTo>
                  <a:cubicBezTo>
                    <a:pt x="0" y="2"/>
                    <a:pt x="1" y="0"/>
                    <a:pt x="3" y="0"/>
                  </a:cubicBezTo>
                  <a:cubicBezTo>
                    <a:pt x="5" y="0"/>
                    <a:pt x="6" y="2"/>
                    <a:pt x="6" y="3"/>
                  </a:cubicBezTo>
                  <a:cubicBezTo>
                    <a:pt x="6" y="142"/>
                    <a:pt x="6" y="142"/>
                    <a:pt x="6" y="142"/>
                  </a:cubicBezTo>
                  <a:cubicBezTo>
                    <a:pt x="6" y="144"/>
                    <a:pt x="5" y="145"/>
                    <a:pt x="3" y="145"/>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39" name="Freeform 39"/>
            <p:cNvSpPr/>
            <p:nvPr/>
          </p:nvSpPr>
          <p:spPr>
            <a:xfrm>
              <a:off x="4754563" y="4192588"/>
              <a:ext cx="431800" cy="341313"/>
            </a:xfrm>
            <a:custGeom>
              <a:avLst/>
              <a:gdLst/>
              <a:ahLst/>
              <a:cxnLst/>
              <a:rect l="l" t="t" r="r" b="b"/>
              <a:pathLst>
                <a:path w="151" h="119">
                  <a:moveTo>
                    <a:pt x="51" y="17"/>
                  </a:moveTo>
                  <a:cubicBezTo>
                    <a:pt x="51" y="17"/>
                    <a:pt x="136" y="0"/>
                    <a:pt x="143" y="6"/>
                  </a:cubicBezTo>
                  <a:cubicBezTo>
                    <a:pt x="151" y="12"/>
                    <a:pt x="128" y="119"/>
                    <a:pt x="128" y="119"/>
                  </a:cubicBezTo>
                  <a:cubicBezTo>
                    <a:pt x="0" y="117"/>
                    <a:pt x="0" y="117"/>
                    <a:pt x="0" y="117"/>
                  </a:cubicBezTo>
                  <a:cubicBezTo>
                    <a:pt x="0" y="47"/>
                    <a:pt x="0" y="47"/>
                    <a:pt x="0" y="47"/>
                  </a:cubicBezTo>
                  <a:lnTo>
                    <a:pt x="51" y="17"/>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40" name="Freeform 40"/>
            <p:cNvSpPr/>
            <p:nvPr/>
          </p:nvSpPr>
          <p:spPr>
            <a:xfrm>
              <a:off x="4465638" y="4527551"/>
              <a:ext cx="1685925" cy="122238"/>
            </a:xfrm>
            <a:custGeom>
              <a:avLst/>
              <a:gdLst/>
              <a:ahLst/>
              <a:cxnLst/>
              <a:rect l="l" t="t" r="r" b="b"/>
              <a:pathLst>
                <a:path w="590" h="43">
                  <a:moveTo>
                    <a:pt x="6" y="43"/>
                  </a:moveTo>
                  <a:cubicBezTo>
                    <a:pt x="585" y="43"/>
                    <a:pt x="585" y="43"/>
                    <a:pt x="585" y="43"/>
                  </a:cubicBezTo>
                  <a:cubicBezTo>
                    <a:pt x="588" y="43"/>
                    <a:pt x="590" y="40"/>
                    <a:pt x="590" y="37"/>
                  </a:cubicBezTo>
                  <a:cubicBezTo>
                    <a:pt x="590" y="6"/>
                    <a:pt x="590" y="6"/>
                    <a:pt x="590" y="6"/>
                  </a:cubicBezTo>
                  <a:cubicBezTo>
                    <a:pt x="590" y="2"/>
                    <a:pt x="588" y="0"/>
                    <a:pt x="585" y="0"/>
                  </a:cubicBezTo>
                  <a:cubicBezTo>
                    <a:pt x="6" y="0"/>
                    <a:pt x="6" y="0"/>
                    <a:pt x="6" y="0"/>
                  </a:cubicBezTo>
                  <a:cubicBezTo>
                    <a:pt x="2" y="0"/>
                    <a:pt x="0" y="2"/>
                    <a:pt x="0" y="6"/>
                  </a:cubicBezTo>
                  <a:cubicBezTo>
                    <a:pt x="0" y="37"/>
                    <a:pt x="0" y="37"/>
                    <a:pt x="0" y="37"/>
                  </a:cubicBezTo>
                  <a:cubicBezTo>
                    <a:pt x="0" y="40"/>
                    <a:pt x="2" y="43"/>
                    <a:pt x="6" y="43"/>
                  </a:cubicBezTo>
                  <a:close/>
                </a:path>
              </a:pathLst>
            </a:custGeom>
            <a:solidFill>
              <a:schemeClr val="accent1">
                <a:lumMod val="50000"/>
              </a:schemeClr>
            </a:solidFill>
          </p:spPr>
          <p:txBody>
            <a:bodyPr vert="horz" wrap="square" lIns="91440" tIns="45720" rIns="91440" bIns="45720" anchor="t">
              <a:prstTxWarp prst="textNoShape">
                <a:avLst/>
              </a:prstTxWarp>
              <a:normAutofit/>
            </a:bodyPr>
            <a:lstStyle/>
            <a:p>
              <a:pPr marL="0" algn="l"/>
              <a:endParaRPr/>
            </a:p>
          </p:txBody>
        </p:sp>
        <p:sp>
          <p:nvSpPr>
            <p:cNvPr id="41" name="Freeform 41"/>
            <p:cNvSpPr/>
            <p:nvPr/>
          </p:nvSpPr>
          <p:spPr>
            <a:xfrm>
              <a:off x="4897438" y="3895726"/>
              <a:ext cx="1500187" cy="754063"/>
            </a:xfrm>
            <a:custGeom>
              <a:avLst/>
              <a:gdLst/>
              <a:ahLst/>
              <a:cxnLst/>
              <a:rect l="l" t="t" r="r" b="b"/>
              <a:pathLst>
                <a:path w="525" h="264">
                  <a:moveTo>
                    <a:pt x="0" y="264"/>
                  </a:moveTo>
                  <a:cubicBezTo>
                    <a:pt x="408" y="264"/>
                    <a:pt x="408" y="264"/>
                    <a:pt x="408" y="264"/>
                  </a:cubicBezTo>
                  <a:cubicBezTo>
                    <a:pt x="525" y="0"/>
                    <a:pt x="525" y="0"/>
                    <a:pt x="525" y="0"/>
                  </a:cubicBezTo>
                  <a:cubicBezTo>
                    <a:pt x="133" y="0"/>
                    <a:pt x="133" y="0"/>
                    <a:pt x="133" y="0"/>
                  </a:cubicBezTo>
                  <a:cubicBezTo>
                    <a:pt x="123" y="0"/>
                    <a:pt x="114" y="6"/>
                    <a:pt x="110" y="15"/>
                  </a:cubicBezTo>
                  <a:lnTo>
                    <a:pt x="0" y="264"/>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42" name="Freeform 42"/>
            <p:cNvSpPr/>
            <p:nvPr/>
          </p:nvSpPr>
          <p:spPr>
            <a:xfrm>
              <a:off x="5000625" y="3895726"/>
              <a:ext cx="1479550" cy="754063"/>
            </a:xfrm>
            <a:custGeom>
              <a:avLst/>
              <a:gdLst/>
              <a:ahLst/>
              <a:cxnLst/>
              <a:rect l="l" t="t" r="r" b="b"/>
              <a:pathLst>
                <a:path w="518" h="264">
                  <a:moveTo>
                    <a:pt x="0" y="264"/>
                  </a:moveTo>
                  <a:cubicBezTo>
                    <a:pt x="408" y="264"/>
                    <a:pt x="408" y="264"/>
                    <a:pt x="408" y="264"/>
                  </a:cubicBezTo>
                  <a:cubicBezTo>
                    <a:pt x="512" y="29"/>
                    <a:pt x="512" y="29"/>
                    <a:pt x="512" y="29"/>
                  </a:cubicBezTo>
                  <a:cubicBezTo>
                    <a:pt x="518" y="15"/>
                    <a:pt x="508" y="0"/>
                    <a:pt x="493" y="0"/>
                  </a:cubicBezTo>
                  <a:cubicBezTo>
                    <a:pt x="116" y="0"/>
                    <a:pt x="116" y="0"/>
                    <a:pt x="116" y="0"/>
                  </a:cubicBezTo>
                  <a:lnTo>
                    <a:pt x="0" y="264"/>
                  </a:lnTo>
                  <a:close/>
                </a:path>
              </a:pathLst>
            </a:custGeom>
            <a:solidFill>
              <a:schemeClr val="accent1"/>
            </a:solidFill>
          </p:spPr>
          <p:txBody>
            <a:bodyPr vert="horz" wrap="square" lIns="91440" tIns="45720" rIns="91440" bIns="45720" anchor="t">
              <a:prstTxWarp prst="textNoShape">
                <a:avLst/>
              </a:prstTxWarp>
              <a:normAutofit/>
            </a:bodyPr>
            <a:lstStyle/>
            <a:p>
              <a:pPr marL="0" algn="l"/>
              <a:endParaRPr/>
            </a:p>
          </p:txBody>
        </p:sp>
        <p:sp>
          <p:nvSpPr>
            <p:cNvPr id="43" name="AutoShape 43"/>
            <p:cNvSpPr/>
            <p:nvPr/>
          </p:nvSpPr>
          <p:spPr>
            <a:xfrm>
              <a:off x="5634038" y="4173538"/>
              <a:ext cx="196850" cy="200025"/>
            </a:xfrm>
            <a:prstGeom prst="ellipse">
              <a:avLst/>
            </a:pr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44" name="Freeform 44"/>
            <p:cNvSpPr/>
            <p:nvPr/>
          </p:nvSpPr>
          <p:spPr>
            <a:xfrm>
              <a:off x="6283325" y="4473576"/>
              <a:ext cx="261937" cy="165100"/>
            </a:xfrm>
            <a:custGeom>
              <a:avLst/>
              <a:gdLst/>
              <a:ahLst/>
              <a:cxnLst/>
              <a:rect l="l" t="t" r="r" b="b"/>
              <a:pathLst>
                <a:path w="92" h="58">
                  <a:moveTo>
                    <a:pt x="4" y="58"/>
                  </a:moveTo>
                  <a:cubicBezTo>
                    <a:pt x="2" y="58"/>
                    <a:pt x="1" y="57"/>
                    <a:pt x="1" y="56"/>
                  </a:cubicBezTo>
                  <a:cubicBezTo>
                    <a:pt x="0" y="55"/>
                    <a:pt x="0" y="54"/>
                    <a:pt x="1" y="53"/>
                  </a:cubicBezTo>
                  <a:cubicBezTo>
                    <a:pt x="7" y="47"/>
                    <a:pt x="56" y="0"/>
                    <a:pt x="78" y="0"/>
                  </a:cubicBezTo>
                  <a:cubicBezTo>
                    <a:pt x="78" y="0"/>
                    <a:pt x="79" y="0"/>
                    <a:pt x="79" y="0"/>
                  </a:cubicBezTo>
                  <a:cubicBezTo>
                    <a:pt x="82" y="0"/>
                    <a:pt x="85" y="1"/>
                    <a:pt x="87" y="4"/>
                  </a:cubicBezTo>
                  <a:cubicBezTo>
                    <a:pt x="92" y="10"/>
                    <a:pt x="91" y="16"/>
                    <a:pt x="90" y="20"/>
                  </a:cubicBezTo>
                  <a:cubicBezTo>
                    <a:pt x="81" y="44"/>
                    <a:pt x="12" y="57"/>
                    <a:pt x="4" y="58"/>
                  </a:cubicBezTo>
                  <a:cubicBezTo>
                    <a:pt x="4" y="58"/>
                    <a:pt x="4" y="58"/>
                    <a:pt x="4" y="58"/>
                  </a:cubicBezTo>
                  <a:close/>
                  <a:moveTo>
                    <a:pt x="78" y="6"/>
                  </a:moveTo>
                  <a:cubicBezTo>
                    <a:pt x="64" y="6"/>
                    <a:pt x="32" y="33"/>
                    <a:pt x="14" y="49"/>
                  </a:cubicBezTo>
                  <a:cubicBezTo>
                    <a:pt x="38" y="44"/>
                    <a:pt x="78" y="32"/>
                    <a:pt x="84" y="18"/>
                  </a:cubicBezTo>
                  <a:cubicBezTo>
                    <a:pt x="85" y="15"/>
                    <a:pt x="84" y="11"/>
                    <a:pt x="82" y="8"/>
                  </a:cubicBezTo>
                  <a:cubicBezTo>
                    <a:pt x="81" y="7"/>
                    <a:pt x="80" y="6"/>
                    <a:pt x="79" y="6"/>
                  </a:cubicBezTo>
                  <a:cubicBezTo>
                    <a:pt x="78" y="6"/>
                    <a:pt x="78" y="6"/>
                    <a:pt x="78" y="6"/>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5" name="Freeform 45"/>
            <p:cNvSpPr/>
            <p:nvPr/>
          </p:nvSpPr>
          <p:spPr>
            <a:xfrm>
              <a:off x="5554663" y="4587876"/>
              <a:ext cx="1111250" cy="182563"/>
            </a:xfrm>
            <a:custGeom>
              <a:avLst/>
              <a:gdLst/>
              <a:ahLst/>
              <a:cxnLst/>
              <a:rect l="l" t="t" r="r" b="b"/>
              <a:pathLst>
                <a:path w="389" h="64">
                  <a:moveTo>
                    <a:pt x="4" y="64"/>
                  </a:moveTo>
                  <a:cubicBezTo>
                    <a:pt x="2" y="64"/>
                    <a:pt x="1" y="63"/>
                    <a:pt x="1" y="62"/>
                  </a:cubicBezTo>
                  <a:cubicBezTo>
                    <a:pt x="0" y="60"/>
                    <a:pt x="1" y="58"/>
                    <a:pt x="3" y="58"/>
                  </a:cubicBezTo>
                  <a:cubicBezTo>
                    <a:pt x="5" y="57"/>
                    <a:pt x="166" y="13"/>
                    <a:pt x="385" y="0"/>
                  </a:cubicBezTo>
                  <a:cubicBezTo>
                    <a:pt x="387" y="0"/>
                    <a:pt x="389" y="1"/>
                    <a:pt x="389" y="3"/>
                  </a:cubicBezTo>
                  <a:cubicBezTo>
                    <a:pt x="389" y="5"/>
                    <a:pt x="388" y="6"/>
                    <a:pt x="386" y="6"/>
                  </a:cubicBezTo>
                  <a:cubicBezTo>
                    <a:pt x="167" y="19"/>
                    <a:pt x="6" y="64"/>
                    <a:pt x="5" y="64"/>
                  </a:cubicBezTo>
                  <a:cubicBezTo>
                    <a:pt x="4" y="64"/>
                    <a:pt x="4" y="64"/>
                    <a:pt x="4" y="64"/>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6" name="Freeform 46"/>
            <p:cNvSpPr/>
            <p:nvPr/>
          </p:nvSpPr>
          <p:spPr>
            <a:xfrm>
              <a:off x="3986213" y="4587876"/>
              <a:ext cx="1157287" cy="239713"/>
            </a:xfrm>
            <a:custGeom>
              <a:avLst/>
              <a:gdLst/>
              <a:ahLst/>
              <a:cxnLst/>
              <a:rect l="l" t="t" r="r" b="b"/>
              <a:pathLst>
                <a:path w="405" h="84">
                  <a:moveTo>
                    <a:pt x="401" y="84"/>
                  </a:moveTo>
                  <a:cubicBezTo>
                    <a:pt x="401" y="84"/>
                    <a:pt x="400" y="83"/>
                    <a:pt x="400" y="83"/>
                  </a:cubicBezTo>
                  <a:cubicBezTo>
                    <a:pt x="398" y="83"/>
                    <a:pt x="221" y="19"/>
                    <a:pt x="3" y="6"/>
                  </a:cubicBezTo>
                  <a:cubicBezTo>
                    <a:pt x="1" y="6"/>
                    <a:pt x="0" y="5"/>
                    <a:pt x="0" y="3"/>
                  </a:cubicBezTo>
                  <a:cubicBezTo>
                    <a:pt x="0" y="1"/>
                    <a:pt x="1" y="0"/>
                    <a:pt x="3" y="0"/>
                  </a:cubicBezTo>
                  <a:cubicBezTo>
                    <a:pt x="223" y="13"/>
                    <a:pt x="400" y="77"/>
                    <a:pt x="402" y="77"/>
                  </a:cubicBezTo>
                  <a:cubicBezTo>
                    <a:pt x="404" y="78"/>
                    <a:pt x="405" y="80"/>
                    <a:pt x="404" y="81"/>
                  </a:cubicBezTo>
                  <a:cubicBezTo>
                    <a:pt x="404" y="83"/>
                    <a:pt x="402" y="84"/>
                    <a:pt x="401" y="84"/>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7" name="Freeform 47"/>
            <p:cNvSpPr/>
            <p:nvPr/>
          </p:nvSpPr>
          <p:spPr>
            <a:xfrm>
              <a:off x="4106863" y="4470401"/>
              <a:ext cx="258762" cy="171450"/>
            </a:xfrm>
            <a:custGeom>
              <a:avLst/>
              <a:gdLst/>
              <a:ahLst/>
              <a:cxnLst/>
              <a:rect l="l" t="t" r="r" b="b"/>
              <a:pathLst>
                <a:path w="91" h="60">
                  <a:moveTo>
                    <a:pt x="88" y="60"/>
                  </a:moveTo>
                  <a:cubicBezTo>
                    <a:pt x="79" y="58"/>
                    <a:pt x="11" y="44"/>
                    <a:pt x="2" y="21"/>
                  </a:cubicBezTo>
                  <a:cubicBezTo>
                    <a:pt x="1" y="17"/>
                    <a:pt x="0" y="11"/>
                    <a:pt x="5" y="4"/>
                  </a:cubicBezTo>
                  <a:cubicBezTo>
                    <a:pt x="7" y="2"/>
                    <a:pt x="10" y="0"/>
                    <a:pt x="13" y="0"/>
                  </a:cubicBezTo>
                  <a:cubicBezTo>
                    <a:pt x="13" y="0"/>
                    <a:pt x="14" y="0"/>
                    <a:pt x="14" y="0"/>
                  </a:cubicBezTo>
                  <a:cubicBezTo>
                    <a:pt x="35" y="0"/>
                    <a:pt x="84" y="49"/>
                    <a:pt x="90" y="54"/>
                  </a:cubicBezTo>
                  <a:cubicBezTo>
                    <a:pt x="91" y="55"/>
                    <a:pt x="91" y="57"/>
                    <a:pt x="90" y="58"/>
                  </a:cubicBezTo>
                  <a:cubicBezTo>
                    <a:pt x="90" y="59"/>
                    <a:pt x="89" y="60"/>
                    <a:pt x="88" y="60"/>
                  </a:cubicBezTo>
                  <a:close/>
                  <a:moveTo>
                    <a:pt x="14" y="7"/>
                  </a:moveTo>
                  <a:cubicBezTo>
                    <a:pt x="12" y="7"/>
                    <a:pt x="11" y="8"/>
                    <a:pt x="10" y="8"/>
                  </a:cubicBezTo>
                  <a:cubicBezTo>
                    <a:pt x="8" y="12"/>
                    <a:pt x="7" y="15"/>
                    <a:pt x="8" y="18"/>
                  </a:cubicBezTo>
                  <a:cubicBezTo>
                    <a:pt x="13" y="33"/>
                    <a:pt x="53" y="45"/>
                    <a:pt x="77" y="51"/>
                  </a:cubicBezTo>
                  <a:cubicBezTo>
                    <a:pt x="59" y="34"/>
                    <a:pt x="28" y="7"/>
                    <a:pt x="14" y="7"/>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8" name="Freeform 48"/>
            <p:cNvSpPr/>
            <p:nvPr/>
          </p:nvSpPr>
          <p:spPr>
            <a:xfrm>
              <a:off x="5203825" y="2168526"/>
              <a:ext cx="19050" cy="77788"/>
            </a:xfrm>
            <a:custGeom>
              <a:avLst/>
              <a:gdLst/>
              <a:ahLst/>
              <a:cxnLst/>
              <a:rect l="l" t="t" r="r" b="b"/>
              <a:pathLst>
                <a:path w="7" h="27">
                  <a:moveTo>
                    <a:pt x="4" y="27"/>
                  </a:moveTo>
                  <a:cubicBezTo>
                    <a:pt x="2" y="27"/>
                    <a:pt x="0" y="25"/>
                    <a:pt x="0" y="24"/>
                  </a:cubicBezTo>
                  <a:cubicBezTo>
                    <a:pt x="0" y="3"/>
                    <a:pt x="0" y="3"/>
                    <a:pt x="0" y="3"/>
                  </a:cubicBezTo>
                  <a:cubicBezTo>
                    <a:pt x="0" y="2"/>
                    <a:pt x="2" y="0"/>
                    <a:pt x="4" y="0"/>
                  </a:cubicBezTo>
                  <a:cubicBezTo>
                    <a:pt x="5" y="0"/>
                    <a:pt x="7" y="2"/>
                    <a:pt x="7" y="3"/>
                  </a:cubicBezTo>
                  <a:cubicBezTo>
                    <a:pt x="7" y="24"/>
                    <a:pt x="7" y="24"/>
                    <a:pt x="7" y="24"/>
                  </a:cubicBezTo>
                  <a:cubicBezTo>
                    <a:pt x="7" y="25"/>
                    <a:pt x="5" y="27"/>
                    <a:pt x="4" y="2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49" name="Freeform 49"/>
            <p:cNvSpPr/>
            <p:nvPr/>
          </p:nvSpPr>
          <p:spPr>
            <a:xfrm>
              <a:off x="5357813" y="2168526"/>
              <a:ext cx="19050" cy="77788"/>
            </a:xfrm>
            <a:custGeom>
              <a:avLst/>
              <a:gdLst/>
              <a:ahLst/>
              <a:cxnLst/>
              <a:rect l="l" t="t" r="r" b="b"/>
              <a:pathLst>
                <a:path w="7" h="27">
                  <a:moveTo>
                    <a:pt x="4" y="27"/>
                  </a:moveTo>
                  <a:cubicBezTo>
                    <a:pt x="2" y="27"/>
                    <a:pt x="0" y="25"/>
                    <a:pt x="0" y="24"/>
                  </a:cubicBezTo>
                  <a:cubicBezTo>
                    <a:pt x="0" y="3"/>
                    <a:pt x="0" y="3"/>
                    <a:pt x="0" y="3"/>
                  </a:cubicBezTo>
                  <a:cubicBezTo>
                    <a:pt x="0" y="2"/>
                    <a:pt x="2" y="0"/>
                    <a:pt x="4" y="0"/>
                  </a:cubicBezTo>
                  <a:cubicBezTo>
                    <a:pt x="5" y="0"/>
                    <a:pt x="7" y="2"/>
                    <a:pt x="7" y="3"/>
                  </a:cubicBezTo>
                  <a:cubicBezTo>
                    <a:pt x="7" y="24"/>
                    <a:pt x="7" y="24"/>
                    <a:pt x="7" y="24"/>
                  </a:cubicBezTo>
                  <a:cubicBezTo>
                    <a:pt x="7" y="25"/>
                    <a:pt x="5" y="27"/>
                    <a:pt x="4" y="2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0" name="Freeform 50"/>
            <p:cNvSpPr/>
            <p:nvPr/>
          </p:nvSpPr>
          <p:spPr>
            <a:xfrm>
              <a:off x="3889375" y="3252788"/>
              <a:ext cx="1011237" cy="1274763"/>
            </a:xfrm>
            <a:custGeom>
              <a:avLst/>
              <a:gdLst/>
              <a:ahLst/>
              <a:cxnLst/>
              <a:rect l="l" t="t" r="r" b="b"/>
              <a:pathLst>
                <a:path w="354" h="446">
                  <a:moveTo>
                    <a:pt x="106" y="0"/>
                  </a:moveTo>
                  <a:cubicBezTo>
                    <a:pt x="106" y="0"/>
                    <a:pt x="0" y="154"/>
                    <a:pt x="109" y="277"/>
                  </a:cubicBezTo>
                  <a:cubicBezTo>
                    <a:pt x="214" y="396"/>
                    <a:pt x="303" y="446"/>
                    <a:pt x="303" y="446"/>
                  </a:cubicBezTo>
                  <a:cubicBezTo>
                    <a:pt x="354" y="346"/>
                    <a:pt x="354" y="346"/>
                    <a:pt x="354" y="346"/>
                  </a:cubicBezTo>
                  <a:cubicBezTo>
                    <a:pt x="230" y="143"/>
                    <a:pt x="230" y="143"/>
                    <a:pt x="230" y="143"/>
                  </a:cubicBezTo>
                  <a:cubicBezTo>
                    <a:pt x="229" y="126"/>
                    <a:pt x="229" y="126"/>
                    <a:pt x="229" y="126"/>
                  </a:cubicBezTo>
                  <a:cubicBezTo>
                    <a:pt x="192" y="71"/>
                    <a:pt x="160" y="38"/>
                    <a:pt x="106" y="0"/>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51" name="Freeform 51"/>
            <p:cNvSpPr/>
            <p:nvPr/>
          </p:nvSpPr>
          <p:spPr>
            <a:xfrm>
              <a:off x="5937250" y="4181476"/>
              <a:ext cx="560387" cy="492125"/>
            </a:xfrm>
            <a:custGeom>
              <a:avLst/>
              <a:gdLst/>
              <a:ahLst/>
              <a:cxnLst/>
              <a:rect l="l" t="t" r="r" b="b"/>
              <a:pathLst>
                <a:path w="196" h="172">
                  <a:moveTo>
                    <a:pt x="35" y="34"/>
                  </a:moveTo>
                  <a:cubicBezTo>
                    <a:pt x="41" y="27"/>
                    <a:pt x="49" y="23"/>
                    <a:pt x="57" y="21"/>
                  </a:cubicBezTo>
                  <a:cubicBezTo>
                    <a:pt x="85" y="12"/>
                    <a:pt x="166" y="0"/>
                    <a:pt x="182" y="26"/>
                  </a:cubicBezTo>
                  <a:cubicBezTo>
                    <a:pt x="196" y="52"/>
                    <a:pt x="151" y="60"/>
                    <a:pt x="151" y="60"/>
                  </a:cubicBezTo>
                  <a:cubicBezTo>
                    <a:pt x="151" y="60"/>
                    <a:pt x="189" y="60"/>
                    <a:pt x="180" y="86"/>
                  </a:cubicBezTo>
                  <a:cubicBezTo>
                    <a:pt x="172" y="107"/>
                    <a:pt x="147" y="108"/>
                    <a:pt x="147" y="108"/>
                  </a:cubicBezTo>
                  <a:cubicBezTo>
                    <a:pt x="147" y="108"/>
                    <a:pt x="186" y="112"/>
                    <a:pt x="164" y="140"/>
                  </a:cubicBezTo>
                  <a:cubicBezTo>
                    <a:pt x="141" y="167"/>
                    <a:pt x="56" y="172"/>
                    <a:pt x="28" y="162"/>
                  </a:cubicBezTo>
                  <a:cubicBezTo>
                    <a:pt x="0" y="153"/>
                    <a:pt x="31" y="122"/>
                    <a:pt x="31" y="122"/>
                  </a:cubicBezTo>
                  <a:cubicBezTo>
                    <a:pt x="31" y="122"/>
                    <a:pt x="2" y="108"/>
                    <a:pt x="7" y="91"/>
                  </a:cubicBezTo>
                  <a:cubicBezTo>
                    <a:pt x="12" y="73"/>
                    <a:pt x="38" y="73"/>
                    <a:pt x="38" y="73"/>
                  </a:cubicBezTo>
                  <a:cubicBezTo>
                    <a:pt x="38" y="73"/>
                    <a:pt x="14" y="56"/>
                    <a:pt x="35" y="34"/>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52" name="Freeform 52"/>
            <p:cNvSpPr/>
            <p:nvPr/>
          </p:nvSpPr>
          <p:spPr>
            <a:xfrm>
              <a:off x="6062663" y="4341813"/>
              <a:ext cx="317500" cy="60325"/>
            </a:xfrm>
            <a:custGeom>
              <a:avLst/>
              <a:gdLst/>
              <a:ahLst/>
              <a:cxnLst/>
              <a:rect l="l" t="t" r="r" b="b"/>
              <a:pathLst>
                <a:path w="111" h="21">
                  <a:moveTo>
                    <a:pt x="4" y="21"/>
                  </a:moveTo>
                  <a:cubicBezTo>
                    <a:pt x="2" y="21"/>
                    <a:pt x="1" y="20"/>
                    <a:pt x="0" y="18"/>
                  </a:cubicBezTo>
                  <a:cubicBezTo>
                    <a:pt x="0" y="17"/>
                    <a:pt x="1" y="15"/>
                    <a:pt x="3" y="15"/>
                  </a:cubicBezTo>
                  <a:cubicBezTo>
                    <a:pt x="107" y="0"/>
                    <a:pt x="107" y="0"/>
                    <a:pt x="107" y="0"/>
                  </a:cubicBezTo>
                  <a:cubicBezTo>
                    <a:pt x="108" y="0"/>
                    <a:pt x="110" y="1"/>
                    <a:pt x="110" y="3"/>
                  </a:cubicBezTo>
                  <a:cubicBezTo>
                    <a:pt x="111" y="5"/>
                    <a:pt x="109" y="7"/>
                    <a:pt x="108" y="7"/>
                  </a:cubicBezTo>
                  <a:cubicBezTo>
                    <a:pt x="4" y="21"/>
                    <a:pt x="4" y="21"/>
                    <a:pt x="4" y="21"/>
                  </a:cubicBezTo>
                  <a:cubicBezTo>
                    <a:pt x="4" y="21"/>
                    <a:pt x="4" y="21"/>
                    <a:pt x="4" y="21"/>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3" name="Freeform 53"/>
            <p:cNvSpPr/>
            <p:nvPr/>
          </p:nvSpPr>
          <p:spPr>
            <a:xfrm>
              <a:off x="6051550" y="4478338"/>
              <a:ext cx="317500" cy="57150"/>
            </a:xfrm>
            <a:custGeom>
              <a:avLst/>
              <a:gdLst/>
              <a:ahLst/>
              <a:cxnLst/>
              <a:rect l="l" t="t" r="r" b="b"/>
              <a:pathLst>
                <a:path w="111" h="20">
                  <a:moveTo>
                    <a:pt x="3" y="20"/>
                  </a:moveTo>
                  <a:cubicBezTo>
                    <a:pt x="2" y="20"/>
                    <a:pt x="0" y="19"/>
                    <a:pt x="0" y="17"/>
                  </a:cubicBezTo>
                  <a:cubicBezTo>
                    <a:pt x="0" y="16"/>
                    <a:pt x="1" y="14"/>
                    <a:pt x="3" y="14"/>
                  </a:cubicBezTo>
                  <a:cubicBezTo>
                    <a:pt x="107" y="1"/>
                    <a:pt x="107" y="1"/>
                    <a:pt x="107" y="1"/>
                  </a:cubicBezTo>
                  <a:cubicBezTo>
                    <a:pt x="109" y="0"/>
                    <a:pt x="110" y="2"/>
                    <a:pt x="111" y="3"/>
                  </a:cubicBezTo>
                  <a:cubicBezTo>
                    <a:pt x="111" y="5"/>
                    <a:pt x="110" y="7"/>
                    <a:pt x="108" y="7"/>
                  </a:cubicBezTo>
                  <a:cubicBezTo>
                    <a:pt x="4" y="20"/>
                    <a:pt x="4" y="20"/>
                    <a:pt x="4" y="20"/>
                  </a:cubicBezTo>
                  <a:cubicBezTo>
                    <a:pt x="3" y="20"/>
                    <a:pt x="3" y="20"/>
                    <a:pt x="3" y="20"/>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4" name="Freeform 54"/>
            <p:cNvSpPr/>
            <p:nvPr/>
          </p:nvSpPr>
          <p:spPr>
            <a:xfrm>
              <a:off x="4021138" y="2652713"/>
              <a:ext cx="758825" cy="1128713"/>
            </a:xfrm>
            <a:custGeom>
              <a:avLst/>
              <a:gdLst/>
              <a:ahLst/>
              <a:cxnLst/>
              <a:rect l="l" t="t" r="r" b="b"/>
              <a:pathLst>
                <a:path w="266" h="395">
                  <a:moveTo>
                    <a:pt x="0" y="289"/>
                  </a:moveTo>
                  <a:cubicBezTo>
                    <a:pt x="0" y="289"/>
                    <a:pt x="43" y="147"/>
                    <a:pt x="144" y="67"/>
                  </a:cubicBezTo>
                  <a:cubicBezTo>
                    <a:pt x="215" y="11"/>
                    <a:pt x="266" y="0"/>
                    <a:pt x="266" y="0"/>
                  </a:cubicBezTo>
                  <a:cubicBezTo>
                    <a:pt x="226" y="395"/>
                    <a:pt x="226" y="395"/>
                    <a:pt x="226" y="395"/>
                  </a:cubicBezTo>
                  <a:lnTo>
                    <a:pt x="0" y="289"/>
                  </a:ln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55" name="Freeform 55"/>
            <p:cNvSpPr/>
            <p:nvPr/>
          </p:nvSpPr>
          <p:spPr>
            <a:xfrm>
              <a:off x="4643438" y="3506788"/>
              <a:ext cx="71437" cy="217488"/>
            </a:xfrm>
            <a:custGeom>
              <a:avLst/>
              <a:gdLst/>
              <a:ahLst/>
              <a:cxnLst/>
              <a:rect l="l" t="t" r="r" b="b"/>
              <a:pathLst>
                <a:path w="25" h="76">
                  <a:moveTo>
                    <a:pt x="4" y="76"/>
                  </a:moveTo>
                  <a:cubicBezTo>
                    <a:pt x="4" y="76"/>
                    <a:pt x="3" y="76"/>
                    <a:pt x="3" y="76"/>
                  </a:cubicBezTo>
                  <a:cubicBezTo>
                    <a:pt x="1" y="76"/>
                    <a:pt x="0" y="74"/>
                    <a:pt x="1" y="72"/>
                  </a:cubicBezTo>
                  <a:cubicBezTo>
                    <a:pt x="18" y="3"/>
                    <a:pt x="18" y="3"/>
                    <a:pt x="18" y="3"/>
                  </a:cubicBezTo>
                  <a:cubicBezTo>
                    <a:pt x="19" y="1"/>
                    <a:pt x="20" y="0"/>
                    <a:pt x="22" y="0"/>
                  </a:cubicBezTo>
                  <a:cubicBezTo>
                    <a:pt x="24" y="1"/>
                    <a:pt x="25" y="3"/>
                    <a:pt x="24" y="4"/>
                  </a:cubicBezTo>
                  <a:cubicBezTo>
                    <a:pt x="7" y="74"/>
                    <a:pt x="7" y="74"/>
                    <a:pt x="7" y="74"/>
                  </a:cubicBezTo>
                  <a:cubicBezTo>
                    <a:pt x="7" y="75"/>
                    <a:pt x="5" y="76"/>
                    <a:pt x="4" y="76"/>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grpSp>
      <p:sp>
        <p:nvSpPr>
          <p:cNvPr id="56" name="AutoShape 56"/>
          <p:cNvSpPr/>
          <p:nvPr/>
        </p:nvSpPr>
        <p:spPr>
          <a:xfrm>
            <a:off x="1160524" y="1655672"/>
            <a:ext cx="4936403" cy="338553"/>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Programming Languages: PHP, Python, Ruby</a:t>
            </a:r>
          </a:p>
        </p:txBody>
      </p:sp>
      <p:sp>
        <p:nvSpPr>
          <p:cNvPr id="57" name="AutoShape 57"/>
          <p:cNvSpPr/>
          <p:nvPr/>
        </p:nvSpPr>
        <p:spPr>
          <a:xfrm>
            <a:off x="1160525" y="1998332"/>
            <a:ext cx="4936405" cy="698717"/>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ln/>
                <a:solidFill>
                  <a:srgbClr val="000000"/>
                </a:solidFill>
                <a:latin typeface="微软雅黑"/>
                <a:ea typeface="微软雅黑"/>
              </a:rPr>
              <a:t>Pemrograman back-end sering menggunakan bahasa seperti PHP, Python, dan Ruby. Bahasa ini memberikan struktur dan fungsionalitas pada server, dan masing-masing memiliki kelebihan dalam pengembangan aplikasi tertentu.</a:t>
            </a:r>
          </a:p>
        </p:txBody>
      </p:sp>
      <p:grpSp>
        <p:nvGrpSpPr>
          <p:cNvPr id="58" name="Group 58"/>
          <p:cNvGrpSpPr/>
          <p:nvPr/>
        </p:nvGrpSpPr>
        <p:grpSpPr>
          <a:xfrm>
            <a:off x="577198" y="1795980"/>
            <a:ext cx="540000" cy="540000"/>
            <a:chOff x="2877184" y="5061343"/>
            <a:chExt cx="540000" cy="540000"/>
          </a:xfrm>
        </p:grpSpPr>
        <p:sp>
          <p:nvSpPr>
            <p:cNvPr id="59" name="TextBox 59"/>
            <p:cNvSpPr txBox="1"/>
            <p:nvPr/>
          </p:nvSpPr>
          <p:spPr>
            <a:xfrm>
              <a:off x="2877184" y="5061343"/>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60" name="Freeform 60"/>
            <p:cNvSpPr/>
            <p:nvPr/>
          </p:nvSpPr>
          <p:spPr>
            <a:xfrm>
              <a:off x="3034070" y="5193640"/>
              <a:ext cx="226228" cy="275406"/>
            </a:xfrm>
            <a:custGeom>
              <a:avLst/>
              <a:gdLst/>
              <a:ahLst/>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61" name="AutoShape 61"/>
          <p:cNvSpPr/>
          <p:nvPr/>
        </p:nvSpPr>
        <p:spPr>
          <a:xfrm>
            <a:off x="1160527" y="4028682"/>
            <a:ext cx="4936403" cy="338553"/>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Server Technologies: Apache, Nginx</a:t>
            </a:r>
          </a:p>
        </p:txBody>
      </p:sp>
      <p:sp>
        <p:nvSpPr>
          <p:cNvPr id="62" name="AutoShape 62"/>
          <p:cNvSpPr/>
          <p:nvPr/>
        </p:nvSpPr>
        <p:spPr>
          <a:xfrm>
            <a:off x="1160528" y="4377693"/>
            <a:ext cx="4936403" cy="698717"/>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ln/>
                <a:solidFill>
                  <a:srgbClr val="000000"/>
                </a:solidFill>
                <a:latin typeface="微软雅黑"/>
                <a:ea typeface="微软雅黑"/>
              </a:rPr>
              <a:t>Server seperti Apache dan Nginx memainkan peran penting dalam menerima permintaan dari klien dan menyajikan konten dengan cepat. Pemilihan server yang tepat dapat mempengaruhi performa dan stabilitas aplikasi web.</a:t>
            </a:r>
          </a:p>
        </p:txBody>
      </p:sp>
      <p:sp>
        <p:nvSpPr>
          <p:cNvPr id="63" name="TextBox 63"/>
          <p:cNvSpPr txBox="1"/>
          <p:nvPr/>
        </p:nvSpPr>
        <p:spPr>
          <a:xfrm>
            <a:off x="577198" y="4168991"/>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64" name="Freeform 64"/>
          <p:cNvSpPr/>
          <p:nvPr/>
        </p:nvSpPr>
        <p:spPr>
          <a:xfrm>
            <a:off x="719330" y="4298829"/>
            <a:ext cx="255736" cy="280324"/>
          </a:xfrm>
          <a:custGeom>
            <a:avLst/>
            <a:gdLst/>
            <a:ahLst/>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Frameworks and Their Use</a:t>
            </a:r>
          </a:p>
        </p:txBody>
      </p:sp>
      <p:sp>
        <p:nvSpPr>
          <p:cNvPr id="3" name="Freeform 3"/>
          <p:cNvSpPr/>
          <p:nvPr/>
        </p:nvSpPr>
        <p:spPr>
          <a:xfrm>
            <a:off x="660400" y="1466549"/>
            <a:ext cx="4660868" cy="4843173"/>
          </a:xfrm>
          <a:custGeom>
            <a:avLst/>
            <a:gdLst/>
            <a:ahLst/>
            <a:cxnLst/>
            <a:rect l="l" t="t" r="r" b="b"/>
            <a:pathLst>
              <a:path w="3090098" h="2061095">
                <a:moveTo>
                  <a:pt x="0" y="0"/>
                </a:moveTo>
                <a:lnTo>
                  <a:pt x="3090098" y="0"/>
                </a:lnTo>
                <a:lnTo>
                  <a:pt x="3090098" y="2061095"/>
                </a:lnTo>
                <a:lnTo>
                  <a:pt x="0" y="2061095"/>
                </a:lnTo>
                <a:lnTo>
                  <a:pt x="0" y="0"/>
                </a:lnTo>
                <a:close/>
              </a:path>
            </a:pathLst>
          </a:custGeom>
          <a:gradFill>
            <a:gsLst>
              <a:gs pos="0">
                <a:srgbClr val="FF9A2C">
                  <a:alpha val="80000"/>
                  <a:lumMod val="40000"/>
                  <a:lumOff val="60000"/>
                </a:srgbClr>
              </a:gs>
              <a:gs pos="85000">
                <a:srgbClr val="FF9A2C">
                  <a:alpha val="90000"/>
                  <a:lumMod val="10000"/>
                  <a:lumOff val="90000"/>
                </a:srgbClr>
              </a:gs>
            </a:gsLst>
            <a:lin ang="5400000"/>
          </a:gradFill>
          <a:ln w="12700" cap="flat" cmpd="sng">
            <a:solidFill>
              <a:schemeClr val="accent1">
                <a:alpha val="90000"/>
                <a:lumOff val="0"/>
                <a:satOff val="0"/>
                <a:tint val="40000"/>
              </a:schemeClr>
            </a:solidFill>
            <a:prstDash val="solid"/>
          </a:ln>
        </p:spPr>
        <p:txBody>
          <a:bodyPr vert="horz" wrap="square" lIns="494416" tIns="433832" rIns="433832" bIns="433832" anchor="ctr">
            <a:spAutoFit/>
          </a:bodyPr>
          <a:lstStyle/>
          <a:p>
            <a:pPr marL="0" algn="just">
              <a:lnSpc>
                <a:spcPct val="90000"/>
              </a:lnSpc>
              <a:spcBef>
                <a:spcPct val="0"/>
              </a:spcBef>
              <a:spcAft>
                <a:spcPct val="35000"/>
              </a:spcAft>
            </a:pPr>
            <a:endParaRPr/>
          </a:p>
        </p:txBody>
      </p:sp>
      <p:sp>
        <p:nvSpPr>
          <p:cNvPr id="4" name="TextBox 4"/>
          <p:cNvSpPr txBox="1"/>
          <p:nvPr/>
        </p:nvSpPr>
        <p:spPr>
          <a:xfrm>
            <a:off x="879231" y="1985921"/>
            <a:ext cx="4006949" cy="246221"/>
          </a:xfrm>
          <a:prstGeom prst="rect">
            <a:avLst/>
          </a:prstGeom>
          <a:noFill/>
        </p:spPr>
        <p:txBody>
          <a:bodyPr vert="horz" wrap="square" lIns="0" tIns="0" rIns="0" bIns="0" rtlCol="0" anchor="b">
            <a:spAutoFit/>
          </a:bodyPr>
          <a:lstStyle/>
          <a:p>
            <a:pPr marL="0" algn="l">
              <a:defRPr/>
            </a:pPr>
            <a:r>
              <a:rPr lang="en-US" sz="1600" b="1" i="0" u="none" baseline="0">
                <a:ln/>
                <a:solidFill>
                  <a:srgbClr val="000000"/>
                </a:solidFill>
                <a:latin typeface="微软雅黑"/>
                <a:ea typeface="微软雅黑"/>
              </a:rPr>
              <a:t>Overview of Popular Frameworks</a:t>
            </a:r>
            <a:endParaRPr lang="en-US" sz="1100"/>
          </a:p>
        </p:txBody>
      </p:sp>
      <p:cxnSp>
        <p:nvCxnSpPr>
          <p:cNvPr id="5" name="Connector 5"/>
          <p:cNvCxnSpPr/>
          <p:nvPr/>
        </p:nvCxnSpPr>
        <p:spPr>
          <a:xfrm>
            <a:off x="1481686" y="2427254"/>
            <a:ext cx="2483052" cy="0"/>
          </a:xfrm>
          <a:prstGeom prst="line">
            <a:avLst/>
          </a:prstGeom>
          <a:ln w="12700" cap="flat" cmpd="sng">
            <a:solidFill>
              <a:schemeClr val="accent5"/>
            </a:solidFill>
            <a:prstDash val="solid"/>
          </a:ln>
        </p:spPr>
      </p:cxnSp>
      <p:sp>
        <p:nvSpPr>
          <p:cNvPr id="6" name="Freeform 6"/>
          <p:cNvSpPr/>
          <p:nvPr/>
        </p:nvSpPr>
        <p:spPr>
          <a:xfrm>
            <a:off x="6185707" y="1403329"/>
            <a:ext cx="4944205" cy="4906393"/>
          </a:xfrm>
          <a:custGeom>
            <a:avLst/>
            <a:gdLst/>
            <a:ahLst/>
            <a:cxnLst/>
            <a:rect l="l" t="t" r="r" b="b"/>
            <a:pathLst>
              <a:path w="3090098" h="2061095">
                <a:moveTo>
                  <a:pt x="0" y="0"/>
                </a:moveTo>
                <a:lnTo>
                  <a:pt x="3090098" y="0"/>
                </a:lnTo>
                <a:lnTo>
                  <a:pt x="3090098" y="2061095"/>
                </a:lnTo>
                <a:lnTo>
                  <a:pt x="0" y="2061095"/>
                </a:lnTo>
                <a:lnTo>
                  <a:pt x="0" y="0"/>
                </a:lnTo>
                <a:close/>
              </a:path>
            </a:pathLst>
          </a:custGeom>
          <a:gradFill>
            <a:gsLst>
              <a:gs pos="0">
                <a:srgbClr val="FF9A2C">
                  <a:alpha val="80000"/>
                  <a:lumMod val="40000"/>
                  <a:lumOff val="60000"/>
                </a:srgbClr>
              </a:gs>
              <a:gs pos="85000">
                <a:srgbClr val="FF9A2C">
                  <a:alpha val="90000"/>
                  <a:lumMod val="10000"/>
                  <a:lumOff val="90000"/>
                </a:srgbClr>
              </a:gs>
            </a:gsLst>
            <a:lin ang="5400000"/>
          </a:gradFill>
          <a:ln w="12700" cap="flat" cmpd="sng">
            <a:solidFill>
              <a:schemeClr val="accent1">
                <a:alpha val="90000"/>
                <a:lumOff val="0"/>
                <a:satOff val="0"/>
                <a:tint val="40000"/>
              </a:schemeClr>
            </a:solidFill>
            <a:prstDash val="solid"/>
          </a:ln>
        </p:spPr>
        <p:txBody>
          <a:bodyPr vert="horz" wrap="square" lIns="494416" tIns="433832" rIns="433832" bIns="433832" anchor="ctr">
            <a:spAutoFit/>
          </a:bodyPr>
          <a:lstStyle/>
          <a:p>
            <a:pPr marL="0" algn="just">
              <a:lnSpc>
                <a:spcPct val="90000"/>
              </a:lnSpc>
              <a:spcBef>
                <a:spcPct val="0"/>
              </a:spcBef>
              <a:spcAft>
                <a:spcPct val="35000"/>
              </a:spcAft>
            </a:pPr>
            <a:endParaRPr/>
          </a:p>
        </p:txBody>
      </p:sp>
      <p:sp>
        <p:nvSpPr>
          <p:cNvPr id="7" name="TextBox 7"/>
          <p:cNvSpPr txBox="1"/>
          <p:nvPr/>
        </p:nvSpPr>
        <p:spPr>
          <a:xfrm>
            <a:off x="6702033" y="1929481"/>
            <a:ext cx="4006950" cy="246221"/>
          </a:xfrm>
          <a:prstGeom prst="rect">
            <a:avLst/>
          </a:prstGeom>
          <a:noFill/>
        </p:spPr>
        <p:txBody>
          <a:bodyPr vert="horz" wrap="square" lIns="0" tIns="0" rIns="0" bIns="0" rtlCol="0" anchor="b">
            <a:spAutoFit/>
          </a:bodyPr>
          <a:lstStyle/>
          <a:p>
            <a:pPr marL="0" algn="l">
              <a:defRPr/>
            </a:pPr>
            <a:r>
              <a:rPr lang="en-US" sz="1600" b="1" i="0" u="none" baseline="0">
                <a:ln/>
                <a:solidFill>
                  <a:srgbClr val="000000"/>
                </a:solidFill>
                <a:latin typeface="微软雅黑"/>
                <a:ea typeface="微软雅黑"/>
              </a:rPr>
              <a:t>Choosing the Right Framework</a:t>
            </a:r>
            <a:endParaRPr lang="en-US" sz="1100"/>
          </a:p>
        </p:txBody>
      </p:sp>
      <p:sp>
        <p:nvSpPr>
          <p:cNvPr id="8" name="TextBox 8"/>
          <p:cNvSpPr txBox="1"/>
          <p:nvPr/>
        </p:nvSpPr>
        <p:spPr>
          <a:xfrm>
            <a:off x="6702033" y="2664953"/>
            <a:ext cx="4006949" cy="2224070"/>
          </a:xfrm>
          <a:prstGeom prst="rect">
            <a:avLst/>
          </a:prstGeom>
          <a:noFill/>
        </p:spPr>
        <p:txBody>
          <a:bodyPr vert="horz" wrap="square" lIns="0" tIns="0" rIns="0" bIns="0" rtlCol="0" anchor="t">
            <a:spAutoFit/>
          </a:bodyPr>
          <a:lstStyle/>
          <a:p>
            <a:pPr marL="0" algn="just">
              <a:lnSpc>
                <a:spcPct val="150000"/>
              </a:lnSpc>
              <a:defRPr/>
            </a:pPr>
            <a:r>
              <a:rPr lang="zh-CN" altLang="en-US" sz="1400" b="0" i="0" u="none" baseline="0">
                <a:solidFill>
                  <a:srgbClr val="000000"/>
                </a:solidFill>
                <a:latin typeface="微软雅黑"/>
                <a:ea typeface="微软雅黑"/>
              </a:rPr>
              <a:t>Memilih framework yang tepat tergantung pada kebutuhan proyek, keahlian tim, dan skalabilitas. Evaluasi diantara tawaran framework dapat membantu dalam efisiensi dan pengembangan jangka panjang.</a:t>
            </a:r>
            <a:endParaRPr lang="en-US" sz="1100"/>
          </a:p>
          <a:p>
            <a:pPr marL="0" algn="just">
              <a:lnSpc>
                <a:spcPct val="150000"/>
              </a:lnSpc>
            </a:pPr>
            <a:endParaRPr lang="en-US" sz="1100"/>
          </a:p>
        </p:txBody>
      </p:sp>
      <p:cxnSp>
        <p:nvCxnSpPr>
          <p:cNvPr id="9" name="Connector 9"/>
          <p:cNvCxnSpPr/>
          <p:nvPr/>
        </p:nvCxnSpPr>
        <p:spPr>
          <a:xfrm>
            <a:off x="6961979" y="2376574"/>
            <a:ext cx="2633998" cy="0"/>
          </a:xfrm>
          <a:prstGeom prst="line">
            <a:avLst/>
          </a:prstGeom>
          <a:ln w="12700" cap="flat" cmpd="sng">
            <a:solidFill>
              <a:schemeClr val="accent5"/>
            </a:solidFill>
            <a:prstDash val="solid"/>
          </a:ln>
        </p:spPr>
      </p:cxnSp>
      <p:cxnSp>
        <p:nvCxnSpPr>
          <p:cNvPr id="10" name="Connector 10"/>
          <p:cNvCxnSpPr/>
          <p:nvPr/>
        </p:nvCxnSpPr>
        <p:spPr>
          <a:xfrm>
            <a:off x="5730240" y="2533934"/>
            <a:ext cx="0" cy="2335457"/>
          </a:xfrm>
          <a:prstGeom prst="line">
            <a:avLst/>
          </a:prstGeom>
          <a:ln w="19050" cap="flat" cmpd="sng">
            <a:gradFill>
              <a:gsLst>
                <a:gs pos="0">
                  <a:srgbClr val="FF9A2C"/>
                </a:gs>
                <a:gs pos="100000">
                  <a:srgbClr val="FF9A2C">
                    <a:lumMod val="5000"/>
                    <a:lumOff val="95000"/>
                  </a:srgbClr>
                </a:gs>
              </a:gsLst>
              <a:lin ang="5400000"/>
            </a:gradFill>
            <a:prstDash val="solid"/>
          </a:ln>
        </p:spPr>
      </p:cxnSp>
      <p:cxnSp>
        <p:nvCxnSpPr>
          <p:cNvPr id="11" name="Connector 11"/>
          <p:cNvCxnSpPr/>
          <p:nvPr/>
        </p:nvCxnSpPr>
        <p:spPr>
          <a:xfrm>
            <a:off x="11685563" y="3007149"/>
            <a:ext cx="0" cy="2260238"/>
          </a:xfrm>
          <a:prstGeom prst="line">
            <a:avLst/>
          </a:prstGeom>
          <a:ln w="12700" cap="flat" cmpd="sng">
            <a:gradFill>
              <a:gsLst>
                <a:gs pos="0">
                  <a:srgbClr val="FF9A2C"/>
                </a:gs>
                <a:gs pos="100000">
                  <a:srgbClr val="FF9A2C">
                    <a:alpha val="0"/>
                    <a:lumMod val="0"/>
                    <a:lumOff val="100000"/>
                  </a:srgbClr>
                </a:gs>
              </a:gsLst>
              <a:lin ang="5400000"/>
            </a:gradFill>
            <a:prstDash val="solid"/>
          </a:ln>
        </p:spPr>
      </p:cxnSp>
      <p:cxnSp>
        <p:nvCxnSpPr>
          <p:cNvPr id="12" name="Connector 12"/>
          <p:cNvCxnSpPr/>
          <p:nvPr/>
        </p:nvCxnSpPr>
        <p:spPr>
          <a:xfrm>
            <a:off x="6185707" y="1090658"/>
            <a:ext cx="0" cy="2571831"/>
          </a:xfrm>
          <a:prstGeom prst="line">
            <a:avLst/>
          </a:prstGeom>
          <a:ln w="12700" cap="flat" cmpd="sng">
            <a:gradFill>
              <a:gsLst>
                <a:gs pos="0">
                  <a:srgbClr val="FF9A2C"/>
                </a:gs>
                <a:gs pos="100000">
                  <a:srgbClr val="FF9A2C">
                    <a:alpha val="0"/>
                    <a:lumMod val="5000"/>
                    <a:lumOff val="95000"/>
                  </a:srgbClr>
                </a:gs>
              </a:gsLst>
              <a:lin ang="5400000"/>
            </a:gradFill>
            <a:prstDash val="solid"/>
          </a:ln>
        </p:spPr>
      </p:cxnSp>
      <p:cxnSp>
        <p:nvCxnSpPr>
          <p:cNvPr id="13" name="Connector 13"/>
          <p:cNvCxnSpPr/>
          <p:nvPr/>
        </p:nvCxnSpPr>
        <p:spPr>
          <a:xfrm>
            <a:off x="11311262" y="3800241"/>
            <a:ext cx="0" cy="2335457"/>
          </a:xfrm>
          <a:prstGeom prst="line">
            <a:avLst/>
          </a:prstGeom>
          <a:ln w="19050" cap="flat" cmpd="sng">
            <a:gradFill>
              <a:gsLst>
                <a:gs pos="0">
                  <a:srgbClr val="FF9A2C"/>
                </a:gs>
                <a:gs pos="100000">
                  <a:srgbClr val="FF9A2C">
                    <a:alpha val="0"/>
                    <a:lumMod val="0"/>
                    <a:lumOff val="100000"/>
                  </a:srgbClr>
                </a:gs>
              </a:gsLst>
              <a:lin ang="5400000"/>
            </a:gradFill>
            <a:prstDash val="solid"/>
          </a:ln>
        </p:spPr>
      </p:cxnSp>
      <p:cxnSp>
        <p:nvCxnSpPr>
          <p:cNvPr id="14" name="Connector 14"/>
          <p:cNvCxnSpPr/>
          <p:nvPr/>
        </p:nvCxnSpPr>
        <p:spPr>
          <a:xfrm>
            <a:off x="5321268" y="4964772"/>
            <a:ext cx="0" cy="1353524"/>
          </a:xfrm>
          <a:prstGeom prst="line">
            <a:avLst/>
          </a:prstGeom>
          <a:ln w="12700" cap="flat" cmpd="sng">
            <a:gradFill>
              <a:gsLst>
                <a:gs pos="0">
                  <a:srgbClr val="FF9A2C"/>
                </a:gs>
                <a:gs pos="100000">
                  <a:srgbClr val="FF9A2C">
                    <a:alpha val="0"/>
                    <a:lumMod val="0"/>
                    <a:lumOff val="100000"/>
                  </a:srgbClr>
                </a:gs>
              </a:gsLst>
              <a:lin ang="5400000"/>
            </a:gradFill>
            <a:prstDash val="solid"/>
          </a:ln>
        </p:spPr>
      </p:cxnSp>
      <p:sp>
        <p:nvSpPr>
          <p:cNvPr id="15" name="TextBox 15"/>
          <p:cNvSpPr txBox="1"/>
          <p:nvPr/>
        </p:nvSpPr>
        <p:spPr>
          <a:xfrm>
            <a:off x="879231" y="2740702"/>
            <a:ext cx="4006949" cy="2224070"/>
          </a:xfrm>
          <a:prstGeom prst="rect">
            <a:avLst/>
          </a:prstGeom>
          <a:noFill/>
        </p:spPr>
        <p:txBody>
          <a:bodyPr vert="horz" wrap="square" lIns="0" tIns="0" rIns="0" bIns="0" rtlCol="0" anchor="t">
            <a:spAutoFit/>
          </a:bodyPr>
          <a:lstStyle/>
          <a:p>
            <a:pPr marL="0" algn="just">
              <a:lnSpc>
                <a:spcPct val="150000"/>
              </a:lnSpc>
              <a:defRPr/>
            </a:pPr>
            <a:r>
              <a:rPr lang="zh-CN" altLang="en-US" sz="1400" b="0" i="0" u="none" baseline="0">
                <a:solidFill>
                  <a:srgbClr val="000000"/>
                </a:solidFill>
                <a:latin typeface="微软雅黑"/>
                <a:ea typeface="微软雅黑"/>
              </a:rPr>
              <a:t>Framework populer seperti Laravel untuk PHP dan Django untuk Python menyediakan alat dan pustaka untuk mempercepat pengembangan. Mereka menawarkan struktur yang jelas dan fitur keamanan yang canggih.</a:t>
            </a:r>
            <a:endParaRPr lang="en-US" sz="1100"/>
          </a:p>
          <a:p>
            <a:pPr marL="0" algn="just">
              <a:lnSpc>
                <a:spcPct val="150000"/>
              </a:lnSpc>
            </a:pP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Database Management</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04</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Importance of Databases</a:t>
            </a:r>
          </a:p>
        </p:txBody>
      </p:sp>
      <p:sp>
        <p:nvSpPr>
          <p:cNvPr id="3" name="Freeform 3"/>
          <p:cNvSpPr/>
          <p:nvPr/>
        </p:nvSpPr>
        <p:spPr>
          <a:xfrm>
            <a:off x="4158593" y="1491594"/>
            <a:ext cx="3874812" cy="3874812"/>
          </a:xfrm>
          <a:custGeom>
            <a:avLst/>
            <a:gdLst/>
            <a:ahLst/>
            <a:cxnLst/>
            <a:rect l="l" t="t" r="r" b="b"/>
            <a:pathLst>
              <a:path w="19679" h="19679">
                <a:moveTo>
                  <a:pt x="16796" y="2881"/>
                </a:moveTo>
                <a:cubicBezTo>
                  <a:pt x="20638" y="6724"/>
                  <a:pt x="20638"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chemeClr val="accent1"/>
          </a:solidFill>
          <a:ln cap="flat">
            <a:prstDash val="solid"/>
          </a:ln>
        </p:spPr>
        <p:txBody>
          <a:bodyPr vert="horz" lIns="0" tIns="0" rIns="0" bIns="0" anchor="ctr">
            <a:normAutofit/>
          </a:bodyPr>
          <a:lstStyle/>
          <a:p>
            <a:pPr marL="0" algn="l"/>
            <a:endParaRPr/>
          </a:p>
        </p:txBody>
      </p:sp>
      <p:sp>
        <p:nvSpPr>
          <p:cNvPr id="4" name="AutoShape 4"/>
          <p:cNvSpPr/>
          <p:nvPr/>
        </p:nvSpPr>
        <p:spPr>
          <a:xfrm>
            <a:off x="4399752" y="1732753"/>
            <a:ext cx="3392493" cy="3392493"/>
          </a:xfrm>
          <a:prstGeom prst="ellipse">
            <a:avLst/>
          </a:prstGeom>
          <a:blipFill>
            <a:blip r:embed="rId2"/>
            <a:srcRect/>
            <a:stretch>
              <a:fillRect t="-25000" b="-25000"/>
            </a:stretch>
          </a:blipFill>
          <a:ln cap="flat">
            <a:prstDash val="solid"/>
          </a:ln>
        </p:spPr>
        <p:txBody>
          <a:bodyPr vert="horz" lIns="91440" tIns="45720" rIns="91440" bIns="45720" anchor="ctr">
            <a:normAutofit/>
          </a:bodyPr>
          <a:lstStyle/>
          <a:p>
            <a:pPr marL="0" algn="ctr"/>
            <a:endParaRPr/>
          </a:p>
        </p:txBody>
      </p:sp>
      <p:sp>
        <p:nvSpPr>
          <p:cNvPr id="5" name="TextBox 5"/>
          <p:cNvSpPr txBox="1"/>
          <p:nvPr/>
        </p:nvSpPr>
        <p:spPr>
          <a:xfrm>
            <a:off x="312744" y="2610335"/>
            <a:ext cx="3488294" cy="340735"/>
          </a:xfrm>
          <a:prstGeom prst="rect">
            <a:avLst/>
          </a:prstGeom>
          <a:noFill/>
        </p:spPr>
        <p:txBody>
          <a:bodyPr vert="horz" wrap="square" lIns="90000" tIns="46800" rIns="90000" bIns="46800" rtlCol="0" anchor="b">
            <a:spAutoFit/>
          </a:bodyPr>
          <a:lstStyle/>
          <a:p>
            <a:pPr marL="0" algn="l">
              <a:spcBef>
                <a:spcPct val="0"/>
              </a:spcBef>
              <a:defRPr/>
            </a:pPr>
            <a:r>
              <a:rPr lang="zh-CN" altLang="en-US" sz="1600" b="1" i="0" u="none" baseline="0">
                <a:solidFill>
                  <a:srgbClr val="000000"/>
                </a:solidFill>
                <a:latin typeface="微软雅黑"/>
                <a:ea typeface="微软雅黑"/>
              </a:rPr>
              <a:t>Types of Databases</a:t>
            </a:r>
            <a:endParaRPr lang="en-US" sz="1100"/>
          </a:p>
        </p:txBody>
      </p:sp>
      <p:sp>
        <p:nvSpPr>
          <p:cNvPr id="6" name="AutoShape 6"/>
          <p:cNvSpPr/>
          <p:nvPr/>
        </p:nvSpPr>
        <p:spPr>
          <a:xfrm>
            <a:off x="312744" y="3128496"/>
            <a:ext cx="3488294" cy="330733"/>
          </a:xfrm>
          <a:prstGeom prst="rect">
            <a:avLst/>
          </a:prstGeom>
          <a:noFill/>
        </p:spPr>
        <p:txBody>
          <a:bodyPr vert="horz" wrap="square" lIns="90000" tIns="46800" rIns="90000" bIns="46800" anchor="t">
            <a:spAutoFit/>
          </a:bodyPr>
          <a:lstStyle/>
          <a:p>
            <a:pPr marL="0" algn="l">
              <a:lnSpc>
                <a:spcPct val="120000"/>
              </a:lnSpc>
            </a:pPr>
            <a:r>
              <a:rPr lang="zh-CN" altLang="en-US" sz="1400" b="0" i="0" u="none" baseline="0">
                <a:solidFill>
                  <a:srgbClr val="000000"/>
                </a:solidFill>
                <a:latin typeface="微软雅黑"/>
                <a:ea typeface="微软雅黑"/>
              </a:rPr>
              <a:t>Terdapat beberapa jenis database, seperti relational (MySQL, PostgreSQL) dan NoSQL (MongoDB), masing-masing memiliki skenario penggunaan yang berbeda. Pemilihan tipe database bergantung pada jenis data yang akan dikelola.</a:t>
            </a:r>
          </a:p>
        </p:txBody>
      </p:sp>
      <p:sp>
        <p:nvSpPr>
          <p:cNvPr id="7" name="TextBox 7"/>
          <p:cNvSpPr txBox="1"/>
          <p:nvPr/>
        </p:nvSpPr>
        <p:spPr>
          <a:xfrm>
            <a:off x="8214393" y="2610335"/>
            <a:ext cx="3608329" cy="340735"/>
          </a:xfrm>
          <a:prstGeom prst="rect">
            <a:avLst/>
          </a:prstGeom>
          <a:noFill/>
        </p:spPr>
        <p:txBody>
          <a:bodyPr vert="horz" wrap="square" lIns="90000" tIns="46800" rIns="90000" bIns="46800" rtlCol="0" anchor="b">
            <a:spAutoFit/>
          </a:bodyPr>
          <a:lstStyle/>
          <a:p>
            <a:pPr marL="0" algn="l">
              <a:spcBef>
                <a:spcPct val="0"/>
              </a:spcBef>
              <a:defRPr/>
            </a:pPr>
            <a:r>
              <a:rPr lang="zh-CN" altLang="en-US" sz="1600" b="1" i="0" u="none" baseline="0">
                <a:solidFill>
                  <a:srgbClr val="000000"/>
                </a:solidFill>
                <a:latin typeface="微软雅黑"/>
                <a:ea typeface="微软雅黑"/>
              </a:rPr>
              <a:t>Database Operations</a:t>
            </a:r>
            <a:endParaRPr lang="en-US" sz="1100"/>
          </a:p>
        </p:txBody>
      </p:sp>
      <p:sp>
        <p:nvSpPr>
          <p:cNvPr id="8" name="AutoShape 8"/>
          <p:cNvSpPr/>
          <p:nvPr/>
        </p:nvSpPr>
        <p:spPr>
          <a:xfrm>
            <a:off x="8214393" y="3128496"/>
            <a:ext cx="3608329" cy="330733"/>
          </a:xfrm>
          <a:prstGeom prst="rect">
            <a:avLst/>
          </a:prstGeom>
          <a:noFill/>
        </p:spPr>
        <p:txBody>
          <a:bodyPr vert="horz" wrap="square" lIns="90000" tIns="46800" rIns="90000" bIns="46800" anchor="t">
            <a:spAutoFit/>
          </a:bodyPr>
          <a:lstStyle/>
          <a:p>
            <a:pPr marL="0" algn="l">
              <a:lnSpc>
                <a:spcPct val="120000"/>
              </a:lnSpc>
            </a:pPr>
            <a:r>
              <a:rPr lang="zh-CN" altLang="en-US" sz="1400" b="0" i="0" u="none" baseline="0">
                <a:solidFill>
                  <a:srgbClr val="000000"/>
                </a:solidFill>
                <a:latin typeface="微软雅黑"/>
                <a:ea typeface="微软雅黑"/>
              </a:rPr>
              <a:t>Operasi utama dalam database mencakup penciptaan (CREATE), pembacaan (READ), pembaruan (UPDATE), dan penghapusan (DELETE). Operasi ini dikenal dengan singkatan CRUD dan merupakan fondasi dari pengelolaan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Example Technologies</a:t>
            </a:r>
          </a:p>
        </p:txBody>
      </p:sp>
      <p:grpSp>
        <p:nvGrpSpPr>
          <p:cNvPr id="3" name="Group 3"/>
          <p:cNvGrpSpPr/>
          <p:nvPr/>
        </p:nvGrpSpPr>
        <p:grpSpPr>
          <a:xfrm>
            <a:off x="6089650" y="1732499"/>
            <a:ext cx="5721354" cy="3393001"/>
            <a:chOff x="1820863" y="1717676"/>
            <a:chExt cx="7481887" cy="4437063"/>
          </a:xfrm>
        </p:grpSpPr>
        <p:sp>
          <p:nvSpPr>
            <p:cNvPr id="4" name="AutoShape 4"/>
            <p:cNvSpPr/>
            <p:nvPr/>
          </p:nvSpPr>
          <p:spPr>
            <a:xfrm>
              <a:off x="1820863" y="5216526"/>
              <a:ext cx="7481887" cy="322263"/>
            </a:xfrm>
            <a:prstGeom prst="ellipse">
              <a:avLst/>
            </a:prstGeom>
            <a:solidFill>
              <a:srgbClr val="778495">
                <a:alpha val="15000"/>
              </a:srgbClr>
            </a:solidFill>
            <a:ln cap="flat" cmpd="sng">
              <a:prstDash val="solid"/>
            </a:ln>
          </p:spPr>
          <p:txBody>
            <a:bodyPr vert="horz" lIns="180000" tIns="45720" rIns="91440" bIns="45720" anchor="ctr">
              <a:normAutofit/>
            </a:bodyPr>
            <a:lstStyle/>
            <a:p>
              <a:pPr marL="0" algn="l"/>
              <a:endParaRPr/>
            </a:p>
          </p:txBody>
        </p:sp>
        <p:sp>
          <p:nvSpPr>
            <p:cNvPr id="5" name="Freeform 5"/>
            <p:cNvSpPr/>
            <p:nvPr/>
          </p:nvSpPr>
          <p:spPr>
            <a:xfrm>
              <a:off x="5634038" y="3217863"/>
              <a:ext cx="738187" cy="941388"/>
            </a:xfrm>
            <a:custGeom>
              <a:avLst/>
              <a:gdLst/>
              <a:ahLst/>
              <a:cxnLst/>
              <a:rect l="l" t="t" r="r" b="b"/>
              <a:pathLst>
                <a:path w="258" h="329">
                  <a:moveTo>
                    <a:pt x="122" y="0"/>
                  </a:moveTo>
                  <a:cubicBezTo>
                    <a:pt x="122" y="0"/>
                    <a:pt x="258" y="260"/>
                    <a:pt x="148" y="295"/>
                  </a:cubicBezTo>
                  <a:cubicBezTo>
                    <a:pt x="37" y="329"/>
                    <a:pt x="0" y="254"/>
                    <a:pt x="0" y="254"/>
                  </a:cubicBezTo>
                  <a:cubicBezTo>
                    <a:pt x="3" y="33"/>
                    <a:pt x="3" y="33"/>
                    <a:pt x="3" y="33"/>
                  </a:cubicBezTo>
                  <a:lnTo>
                    <a:pt x="122" y="0"/>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6" name="Freeform 6"/>
            <p:cNvSpPr/>
            <p:nvPr/>
          </p:nvSpPr>
          <p:spPr>
            <a:xfrm>
              <a:off x="2757488" y="5035551"/>
              <a:ext cx="5373687" cy="260350"/>
            </a:xfrm>
            <a:custGeom>
              <a:avLst/>
              <a:gdLst/>
              <a:ahLst/>
              <a:cxnLst/>
              <a:rect l="l" t="t" r="r" b="b"/>
              <a:pathLst>
                <a:path w="1881" h="91">
                  <a:moveTo>
                    <a:pt x="1835" y="91"/>
                  </a:moveTo>
                  <a:cubicBezTo>
                    <a:pt x="46" y="91"/>
                    <a:pt x="46" y="91"/>
                    <a:pt x="46" y="91"/>
                  </a:cubicBezTo>
                  <a:cubicBezTo>
                    <a:pt x="20" y="91"/>
                    <a:pt x="0" y="71"/>
                    <a:pt x="0" y="46"/>
                  </a:cubicBezTo>
                  <a:cubicBezTo>
                    <a:pt x="0" y="20"/>
                    <a:pt x="20" y="0"/>
                    <a:pt x="46" y="0"/>
                  </a:cubicBezTo>
                  <a:cubicBezTo>
                    <a:pt x="1835" y="0"/>
                    <a:pt x="1835" y="0"/>
                    <a:pt x="1835" y="0"/>
                  </a:cubicBezTo>
                  <a:cubicBezTo>
                    <a:pt x="1860" y="0"/>
                    <a:pt x="1881" y="20"/>
                    <a:pt x="1881" y="46"/>
                  </a:cubicBezTo>
                  <a:cubicBezTo>
                    <a:pt x="1881" y="71"/>
                    <a:pt x="1860" y="91"/>
                    <a:pt x="1835" y="91"/>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7" name="Freeform 7"/>
            <p:cNvSpPr/>
            <p:nvPr/>
          </p:nvSpPr>
          <p:spPr>
            <a:xfrm>
              <a:off x="7127875" y="3014663"/>
              <a:ext cx="1714500" cy="1433513"/>
            </a:xfrm>
            <a:custGeom>
              <a:avLst/>
              <a:gdLst/>
              <a:ahLst/>
              <a:cxnLst/>
              <a:rect l="l" t="t" r="r" b="b"/>
              <a:pathLst>
                <a:path w="600" h="501">
                  <a:moveTo>
                    <a:pt x="252" y="493"/>
                  </a:moveTo>
                  <a:cubicBezTo>
                    <a:pt x="252" y="493"/>
                    <a:pt x="0" y="190"/>
                    <a:pt x="26" y="176"/>
                  </a:cubicBezTo>
                  <a:cubicBezTo>
                    <a:pt x="51" y="162"/>
                    <a:pt x="152" y="295"/>
                    <a:pt x="152" y="295"/>
                  </a:cubicBezTo>
                  <a:cubicBezTo>
                    <a:pt x="152" y="295"/>
                    <a:pt x="38" y="74"/>
                    <a:pt x="56" y="65"/>
                  </a:cubicBezTo>
                  <a:cubicBezTo>
                    <a:pt x="74" y="56"/>
                    <a:pt x="265" y="419"/>
                    <a:pt x="265" y="419"/>
                  </a:cubicBezTo>
                  <a:cubicBezTo>
                    <a:pt x="265" y="419"/>
                    <a:pt x="207" y="14"/>
                    <a:pt x="228" y="7"/>
                  </a:cubicBezTo>
                  <a:cubicBezTo>
                    <a:pt x="250" y="0"/>
                    <a:pt x="314" y="411"/>
                    <a:pt x="314" y="411"/>
                  </a:cubicBezTo>
                  <a:cubicBezTo>
                    <a:pt x="314" y="411"/>
                    <a:pt x="365" y="80"/>
                    <a:pt x="389" y="98"/>
                  </a:cubicBezTo>
                  <a:cubicBezTo>
                    <a:pt x="414" y="115"/>
                    <a:pt x="366" y="404"/>
                    <a:pt x="366" y="404"/>
                  </a:cubicBezTo>
                  <a:cubicBezTo>
                    <a:pt x="366" y="404"/>
                    <a:pt x="473" y="167"/>
                    <a:pt x="469" y="203"/>
                  </a:cubicBezTo>
                  <a:cubicBezTo>
                    <a:pt x="465" y="238"/>
                    <a:pt x="423" y="412"/>
                    <a:pt x="423" y="412"/>
                  </a:cubicBezTo>
                  <a:cubicBezTo>
                    <a:pt x="423" y="412"/>
                    <a:pt x="600" y="110"/>
                    <a:pt x="595" y="160"/>
                  </a:cubicBezTo>
                  <a:cubicBezTo>
                    <a:pt x="590" y="209"/>
                    <a:pt x="434" y="501"/>
                    <a:pt x="434" y="501"/>
                  </a:cubicBezTo>
                  <a:lnTo>
                    <a:pt x="252" y="493"/>
                  </a:lnTo>
                  <a:close/>
                </a:path>
              </a:pathLst>
            </a:custGeom>
            <a:solidFill>
              <a:srgbClr val="839976"/>
            </a:solidFill>
          </p:spPr>
          <p:txBody>
            <a:bodyPr vert="horz" wrap="square" lIns="91440" tIns="45720" rIns="91440" bIns="45720" anchor="t">
              <a:prstTxWarp prst="textNoShape">
                <a:avLst/>
              </a:prstTxWarp>
              <a:normAutofit/>
            </a:bodyPr>
            <a:lstStyle/>
            <a:p>
              <a:pPr marL="0" algn="l"/>
              <a:endParaRPr/>
            </a:p>
          </p:txBody>
        </p:sp>
        <p:sp>
          <p:nvSpPr>
            <p:cNvPr id="8" name="Freeform 8"/>
            <p:cNvSpPr/>
            <p:nvPr/>
          </p:nvSpPr>
          <p:spPr>
            <a:xfrm>
              <a:off x="7562850" y="4327526"/>
              <a:ext cx="900112" cy="985838"/>
            </a:xfrm>
            <a:custGeom>
              <a:avLst/>
              <a:gdLst/>
              <a:ahLst/>
              <a:cxnLst/>
              <a:rect l="l" t="t" r="r" b="b"/>
              <a:pathLst>
                <a:path w="315" h="345">
                  <a:moveTo>
                    <a:pt x="58" y="345"/>
                  </a:moveTo>
                  <a:cubicBezTo>
                    <a:pt x="265" y="342"/>
                    <a:pt x="265" y="342"/>
                    <a:pt x="265" y="342"/>
                  </a:cubicBezTo>
                  <a:cubicBezTo>
                    <a:pt x="276" y="342"/>
                    <a:pt x="285" y="334"/>
                    <a:pt x="286" y="324"/>
                  </a:cubicBezTo>
                  <a:cubicBezTo>
                    <a:pt x="314" y="23"/>
                    <a:pt x="314" y="23"/>
                    <a:pt x="314" y="23"/>
                  </a:cubicBezTo>
                  <a:cubicBezTo>
                    <a:pt x="315" y="10"/>
                    <a:pt x="305" y="0"/>
                    <a:pt x="292" y="0"/>
                  </a:cubicBezTo>
                  <a:cubicBezTo>
                    <a:pt x="22" y="4"/>
                    <a:pt x="22" y="4"/>
                    <a:pt x="22" y="4"/>
                  </a:cubicBezTo>
                  <a:cubicBezTo>
                    <a:pt x="10" y="4"/>
                    <a:pt x="0" y="14"/>
                    <a:pt x="1" y="26"/>
                  </a:cubicBezTo>
                  <a:cubicBezTo>
                    <a:pt x="36" y="327"/>
                    <a:pt x="36" y="327"/>
                    <a:pt x="36" y="327"/>
                  </a:cubicBezTo>
                  <a:cubicBezTo>
                    <a:pt x="38" y="337"/>
                    <a:pt x="47" y="345"/>
                    <a:pt x="58" y="345"/>
                  </a:cubicBezTo>
                  <a:close/>
                </a:path>
              </a:pathLst>
            </a:custGeom>
            <a:solidFill>
              <a:srgbClr val="EA9836"/>
            </a:solidFill>
          </p:spPr>
          <p:txBody>
            <a:bodyPr vert="horz" wrap="square" lIns="91440" tIns="45720" rIns="91440" bIns="45720" anchor="t">
              <a:prstTxWarp prst="textNoShape">
                <a:avLst/>
              </a:prstTxWarp>
              <a:normAutofit/>
            </a:bodyPr>
            <a:lstStyle/>
            <a:p>
              <a:pPr marL="0" algn="l"/>
              <a:endParaRPr/>
            </a:p>
          </p:txBody>
        </p:sp>
        <p:sp>
          <p:nvSpPr>
            <p:cNvPr id="9" name="Freeform 9"/>
            <p:cNvSpPr/>
            <p:nvPr/>
          </p:nvSpPr>
          <p:spPr>
            <a:xfrm>
              <a:off x="7691438" y="4327526"/>
              <a:ext cx="903287" cy="985838"/>
            </a:xfrm>
            <a:custGeom>
              <a:avLst/>
              <a:gdLst/>
              <a:ahLst/>
              <a:cxnLst/>
              <a:rect l="l" t="t" r="r" b="b"/>
              <a:pathLst>
                <a:path w="316" h="345">
                  <a:moveTo>
                    <a:pt x="59" y="344"/>
                  </a:moveTo>
                  <a:cubicBezTo>
                    <a:pt x="266" y="342"/>
                    <a:pt x="266" y="342"/>
                    <a:pt x="266" y="342"/>
                  </a:cubicBezTo>
                  <a:cubicBezTo>
                    <a:pt x="277" y="342"/>
                    <a:pt x="286" y="334"/>
                    <a:pt x="287" y="323"/>
                  </a:cubicBezTo>
                  <a:cubicBezTo>
                    <a:pt x="315" y="22"/>
                    <a:pt x="315" y="22"/>
                    <a:pt x="315" y="22"/>
                  </a:cubicBezTo>
                  <a:cubicBezTo>
                    <a:pt x="316" y="10"/>
                    <a:pt x="306" y="0"/>
                    <a:pt x="293" y="0"/>
                  </a:cubicBezTo>
                  <a:cubicBezTo>
                    <a:pt x="23" y="3"/>
                    <a:pt x="23" y="3"/>
                    <a:pt x="23" y="3"/>
                  </a:cubicBezTo>
                  <a:cubicBezTo>
                    <a:pt x="10" y="3"/>
                    <a:pt x="0" y="14"/>
                    <a:pt x="2" y="26"/>
                  </a:cubicBezTo>
                  <a:cubicBezTo>
                    <a:pt x="37" y="326"/>
                    <a:pt x="37" y="326"/>
                    <a:pt x="37" y="326"/>
                  </a:cubicBezTo>
                  <a:cubicBezTo>
                    <a:pt x="38" y="337"/>
                    <a:pt x="48" y="345"/>
                    <a:pt x="59" y="344"/>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10" name="Freeform 10"/>
            <p:cNvSpPr/>
            <p:nvPr/>
          </p:nvSpPr>
          <p:spPr>
            <a:xfrm>
              <a:off x="5043488" y="3975101"/>
              <a:ext cx="574675" cy="1112838"/>
            </a:xfrm>
            <a:custGeom>
              <a:avLst/>
              <a:gdLst/>
              <a:ahLst/>
              <a:cxnLst/>
              <a:rect l="l" t="t" r="r" b="b"/>
              <a:pathLst>
                <a:path w="362" h="701">
                  <a:moveTo>
                    <a:pt x="324" y="701"/>
                  </a:moveTo>
                  <a:lnTo>
                    <a:pt x="3" y="701"/>
                  </a:lnTo>
                  <a:lnTo>
                    <a:pt x="0" y="0"/>
                  </a:lnTo>
                  <a:lnTo>
                    <a:pt x="362" y="0"/>
                  </a:lnTo>
                  <a:lnTo>
                    <a:pt x="324" y="701"/>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1" name="Freeform 11"/>
            <p:cNvSpPr/>
            <p:nvPr/>
          </p:nvSpPr>
          <p:spPr>
            <a:xfrm>
              <a:off x="3297238" y="3975101"/>
              <a:ext cx="1968500" cy="1538288"/>
            </a:xfrm>
            <a:custGeom>
              <a:avLst/>
              <a:gdLst/>
              <a:ahLst/>
              <a:cxnLst/>
              <a:rect l="l" t="t" r="r" b="b"/>
              <a:pathLst>
                <a:path w="689" h="538">
                  <a:moveTo>
                    <a:pt x="460" y="57"/>
                  </a:moveTo>
                  <a:cubicBezTo>
                    <a:pt x="460" y="57"/>
                    <a:pt x="48" y="166"/>
                    <a:pt x="24" y="323"/>
                  </a:cubicBezTo>
                  <a:cubicBezTo>
                    <a:pt x="0" y="481"/>
                    <a:pt x="273" y="519"/>
                    <a:pt x="411" y="528"/>
                  </a:cubicBezTo>
                  <a:cubicBezTo>
                    <a:pt x="550" y="538"/>
                    <a:pt x="611" y="478"/>
                    <a:pt x="611" y="478"/>
                  </a:cubicBezTo>
                  <a:cubicBezTo>
                    <a:pt x="689" y="0"/>
                    <a:pt x="689" y="0"/>
                    <a:pt x="689" y="0"/>
                  </a:cubicBezTo>
                  <a:lnTo>
                    <a:pt x="460" y="57"/>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2" name="Freeform 12"/>
            <p:cNvSpPr/>
            <p:nvPr/>
          </p:nvSpPr>
          <p:spPr>
            <a:xfrm>
              <a:off x="5386388" y="3975101"/>
              <a:ext cx="1968500" cy="1538288"/>
            </a:xfrm>
            <a:custGeom>
              <a:avLst/>
              <a:gdLst/>
              <a:ahLst/>
              <a:cxnLst/>
              <a:rect l="l" t="t" r="r" b="b"/>
              <a:pathLst>
                <a:path w="689" h="538">
                  <a:moveTo>
                    <a:pt x="229" y="57"/>
                  </a:moveTo>
                  <a:cubicBezTo>
                    <a:pt x="229" y="57"/>
                    <a:pt x="641" y="166"/>
                    <a:pt x="665" y="323"/>
                  </a:cubicBezTo>
                  <a:cubicBezTo>
                    <a:pt x="689" y="481"/>
                    <a:pt x="386" y="519"/>
                    <a:pt x="248" y="528"/>
                  </a:cubicBezTo>
                  <a:cubicBezTo>
                    <a:pt x="110" y="538"/>
                    <a:pt x="93" y="465"/>
                    <a:pt x="93" y="465"/>
                  </a:cubicBezTo>
                  <a:cubicBezTo>
                    <a:pt x="0" y="0"/>
                    <a:pt x="0" y="0"/>
                    <a:pt x="0" y="0"/>
                  </a:cubicBezTo>
                  <a:lnTo>
                    <a:pt x="229" y="57"/>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13" name="Freeform 13"/>
            <p:cNvSpPr/>
            <p:nvPr/>
          </p:nvSpPr>
          <p:spPr>
            <a:xfrm>
              <a:off x="4471988" y="2532063"/>
              <a:ext cx="1387475" cy="1670050"/>
            </a:xfrm>
            <a:custGeom>
              <a:avLst/>
              <a:gdLst/>
              <a:ahLst/>
              <a:cxnLst/>
              <a:rect l="l" t="t" r="r" b="b"/>
              <a:pathLst>
                <a:path w="486" h="584">
                  <a:moveTo>
                    <a:pt x="486" y="547"/>
                  </a:moveTo>
                  <a:cubicBezTo>
                    <a:pt x="486" y="547"/>
                    <a:pt x="465" y="80"/>
                    <a:pt x="361" y="42"/>
                  </a:cubicBezTo>
                  <a:cubicBezTo>
                    <a:pt x="248" y="0"/>
                    <a:pt x="72" y="27"/>
                    <a:pt x="36" y="92"/>
                  </a:cubicBezTo>
                  <a:cubicBezTo>
                    <a:pt x="0" y="157"/>
                    <a:pt x="68" y="558"/>
                    <a:pt x="68" y="558"/>
                  </a:cubicBezTo>
                  <a:cubicBezTo>
                    <a:pt x="68" y="558"/>
                    <a:pt x="292" y="584"/>
                    <a:pt x="486" y="547"/>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14" name="Freeform 14"/>
            <p:cNvSpPr/>
            <p:nvPr/>
          </p:nvSpPr>
          <p:spPr>
            <a:xfrm>
              <a:off x="4968875" y="2424113"/>
              <a:ext cx="303212" cy="347663"/>
            </a:xfrm>
            <a:custGeom>
              <a:avLst/>
              <a:gdLst/>
              <a:ahLst/>
              <a:cxnLst/>
              <a:rect l="l" t="t" r="r" b="b"/>
              <a:pathLst>
                <a:path w="106" h="122">
                  <a:moveTo>
                    <a:pt x="8" y="0"/>
                  </a:moveTo>
                  <a:cubicBezTo>
                    <a:pt x="0" y="80"/>
                    <a:pt x="0" y="80"/>
                    <a:pt x="0" y="80"/>
                  </a:cubicBezTo>
                  <a:cubicBezTo>
                    <a:pt x="0" y="80"/>
                    <a:pt x="6" y="108"/>
                    <a:pt x="53" y="116"/>
                  </a:cubicBezTo>
                  <a:cubicBezTo>
                    <a:pt x="88" y="122"/>
                    <a:pt x="106" y="113"/>
                    <a:pt x="106" y="113"/>
                  </a:cubicBezTo>
                  <a:cubicBezTo>
                    <a:pt x="105" y="72"/>
                    <a:pt x="105" y="72"/>
                    <a:pt x="105" y="72"/>
                  </a:cubicBezTo>
                  <a:cubicBezTo>
                    <a:pt x="105" y="32"/>
                    <a:pt x="105" y="32"/>
                    <a:pt x="105" y="32"/>
                  </a:cubicBezTo>
                  <a:cubicBezTo>
                    <a:pt x="22" y="5"/>
                    <a:pt x="22" y="5"/>
                    <a:pt x="22" y="5"/>
                  </a:cubicBezTo>
                  <a:lnTo>
                    <a:pt x="8" y="0"/>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15" name="Freeform 15"/>
            <p:cNvSpPr/>
            <p:nvPr/>
          </p:nvSpPr>
          <p:spPr>
            <a:xfrm>
              <a:off x="5032375" y="2438401"/>
              <a:ext cx="236537" cy="190500"/>
            </a:xfrm>
            <a:custGeom>
              <a:avLst/>
              <a:gdLst/>
              <a:ahLst/>
              <a:cxnLst/>
              <a:rect l="l" t="t" r="r" b="b"/>
              <a:pathLst>
                <a:path w="83" h="67">
                  <a:moveTo>
                    <a:pt x="0" y="0"/>
                  </a:moveTo>
                  <a:cubicBezTo>
                    <a:pt x="0" y="2"/>
                    <a:pt x="0" y="4"/>
                    <a:pt x="1" y="8"/>
                  </a:cubicBezTo>
                  <a:cubicBezTo>
                    <a:pt x="15" y="49"/>
                    <a:pt x="63" y="63"/>
                    <a:pt x="83" y="67"/>
                  </a:cubicBezTo>
                  <a:cubicBezTo>
                    <a:pt x="83" y="27"/>
                    <a:pt x="83" y="27"/>
                    <a:pt x="83" y="27"/>
                  </a:cubicBezTo>
                  <a:lnTo>
                    <a:pt x="0" y="0"/>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6" name="Freeform 16"/>
            <p:cNvSpPr/>
            <p:nvPr/>
          </p:nvSpPr>
          <p:spPr>
            <a:xfrm>
              <a:off x="4814888" y="1717676"/>
              <a:ext cx="647700" cy="889000"/>
            </a:xfrm>
            <a:custGeom>
              <a:avLst/>
              <a:gdLst/>
              <a:ahLst/>
              <a:cxnLst/>
              <a:rect l="l" t="t" r="r" b="b"/>
              <a:pathLst>
                <a:path w="227" h="311">
                  <a:moveTo>
                    <a:pt x="195" y="97"/>
                  </a:moveTo>
                  <a:cubicBezTo>
                    <a:pt x="195" y="97"/>
                    <a:pt x="227" y="202"/>
                    <a:pt x="205" y="257"/>
                  </a:cubicBezTo>
                  <a:cubicBezTo>
                    <a:pt x="182" y="311"/>
                    <a:pt x="132" y="296"/>
                    <a:pt x="103" y="282"/>
                  </a:cubicBezTo>
                  <a:cubicBezTo>
                    <a:pt x="74" y="267"/>
                    <a:pt x="62" y="247"/>
                    <a:pt x="62" y="247"/>
                  </a:cubicBezTo>
                  <a:cubicBezTo>
                    <a:pt x="62" y="247"/>
                    <a:pt x="32" y="253"/>
                    <a:pt x="16" y="225"/>
                  </a:cubicBezTo>
                  <a:cubicBezTo>
                    <a:pt x="0" y="196"/>
                    <a:pt x="15" y="167"/>
                    <a:pt x="32" y="162"/>
                  </a:cubicBezTo>
                  <a:cubicBezTo>
                    <a:pt x="49" y="156"/>
                    <a:pt x="68" y="170"/>
                    <a:pt x="68" y="170"/>
                  </a:cubicBezTo>
                  <a:cubicBezTo>
                    <a:pt x="56" y="140"/>
                    <a:pt x="56" y="140"/>
                    <a:pt x="56" y="140"/>
                  </a:cubicBezTo>
                  <a:cubicBezTo>
                    <a:pt x="56" y="140"/>
                    <a:pt x="137" y="0"/>
                    <a:pt x="195" y="97"/>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17" name="Freeform 17"/>
            <p:cNvSpPr/>
            <p:nvPr/>
          </p:nvSpPr>
          <p:spPr>
            <a:xfrm>
              <a:off x="5297488" y="2217738"/>
              <a:ext cx="53975" cy="139700"/>
            </a:xfrm>
            <a:custGeom>
              <a:avLst/>
              <a:gdLst/>
              <a:ahLst/>
              <a:cxnLst/>
              <a:rect l="l" t="t" r="r" b="b"/>
              <a:pathLst>
                <a:path w="19" h="49">
                  <a:moveTo>
                    <a:pt x="7" y="49"/>
                  </a:moveTo>
                  <a:cubicBezTo>
                    <a:pt x="6" y="49"/>
                    <a:pt x="6" y="49"/>
                    <a:pt x="6" y="49"/>
                  </a:cubicBezTo>
                  <a:cubicBezTo>
                    <a:pt x="4" y="48"/>
                    <a:pt x="3" y="46"/>
                    <a:pt x="4" y="44"/>
                  </a:cubicBezTo>
                  <a:cubicBezTo>
                    <a:pt x="12" y="27"/>
                    <a:pt x="1" y="5"/>
                    <a:pt x="0" y="5"/>
                  </a:cubicBezTo>
                  <a:cubicBezTo>
                    <a:pt x="0" y="3"/>
                    <a:pt x="0" y="1"/>
                    <a:pt x="2" y="0"/>
                  </a:cubicBezTo>
                  <a:cubicBezTo>
                    <a:pt x="3" y="0"/>
                    <a:pt x="5" y="0"/>
                    <a:pt x="6" y="2"/>
                  </a:cubicBezTo>
                  <a:cubicBezTo>
                    <a:pt x="7" y="3"/>
                    <a:pt x="19" y="26"/>
                    <a:pt x="10" y="47"/>
                  </a:cubicBezTo>
                  <a:cubicBezTo>
                    <a:pt x="9" y="48"/>
                    <a:pt x="8" y="49"/>
                    <a:pt x="7" y="49"/>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8" name="Freeform 18"/>
            <p:cNvSpPr/>
            <p:nvPr/>
          </p:nvSpPr>
          <p:spPr>
            <a:xfrm>
              <a:off x="4903788" y="2225676"/>
              <a:ext cx="87312" cy="112713"/>
            </a:xfrm>
            <a:custGeom>
              <a:avLst/>
              <a:gdLst/>
              <a:ahLst/>
              <a:cxnLst/>
              <a:rect l="l" t="t" r="r" b="b"/>
              <a:pathLst>
                <a:path w="31" h="39">
                  <a:moveTo>
                    <a:pt x="27" y="39"/>
                  </a:moveTo>
                  <a:cubicBezTo>
                    <a:pt x="26" y="39"/>
                    <a:pt x="25" y="38"/>
                    <a:pt x="24" y="37"/>
                  </a:cubicBezTo>
                  <a:cubicBezTo>
                    <a:pt x="1" y="5"/>
                    <a:pt x="1" y="5"/>
                    <a:pt x="1" y="5"/>
                  </a:cubicBezTo>
                  <a:cubicBezTo>
                    <a:pt x="0" y="4"/>
                    <a:pt x="0" y="2"/>
                    <a:pt x="1" y="1"/>
                  </a:cubicBezTo>
                  <a:cubicBezTo>
                    <a:pt x="3" y="0"/>
                    <a:pt x="5" y="0"/>
                    <a:pt x="6" y="2"/>
                  </a:cubicBezTo>
                  <a:cubicBezTo>
                    <a:pt x="30" y="34"/>
                    <a:pt x="30" y="34"/>
                    <a:pt x="30" y="34"/>
                  </a:cubicBezTo>
                  <a:cubicBezTo>
                    <a:pt x="31" y="35"/>
                    <a:pt x="30" y="37"/>
                    <a:pt x="29" y="38"/>
                  </a:cubicBezTo>
                  <a:cubicBezTo>
                    <a:pt x="28" y="39"/>
                    <a:pt x="28" y="39"/>
                    <a:pt x="27" y="39"/>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19" name="Freeform 19"/>
            <p:cNvSpPr/>
            <p:nvPr/>
          </p:nvSpPr>
          <p:spPr>
            <a:xfrm>
              <a:off x="4891088" y="2286001"/>
              <a:ext cx="74612" cy="20638"/>
            </a:xfrm>
            <a:custGeom>
              <a:avLst/>
              <a:gdLst/>
              <a:ahLst/>
              <a:cxnLst/>
              <a:rect l="l" t="t" r="r" b="b"/>
              <a:pathLst>
                <a:path w="26" h="7">
                  <a:moveTo>
                    <a:pt x="3" y="7"/>
                  </a:moveTo>
                  <a:cubicBezTo>
                    <a:pt x="1" y="7"/>
                    <a:pt x="0" y="5"/>
                    <a:pt x="0" y="3"/>
                  </a:cubicBezTo>
                  <a:cubicBezTo>
                    <a:pt x="0" y="2"/>
                    <a:pt x="1" y="0"/>
                    <a:pt x="3" y="0"/>
                  </a:cubicBezTo>
                  <a:cubicBezTo>
                    <a:pt x="22" y="0"/>
                    <a:pt x="22" y="0"/>
                    <a:pt x="22" y="0"/>
                  </a:cubicBezTo>
                  <a:cubicBezTo>
                    <a:pt x="24" y="0"/>
                    <a:pt x="25" y="1"/>
                    <a:pt x="26" y="3"/>
                  </a:cubicBezTo>
                  <a:cubicBezTo>
                    <a:pt x="26" y="5"/>
                    <a:pt x="24" y="6"/>
                    <a:pt x="22" y="6"/>
                  </a:cubicBezTo>
                  <a:cubicBezTo>
                    <a:pt x="3" y="7"/>
                    <a:pt x="3" y="7"/>
                    <a:pt x="3" y="7"/>
                  </a:cubicBezTo>
                  <a:cubicBezTo>
                    <a:pt x="3" y="7"/>
                    <a:pt x="3" y="7"/>
                    <a:pt x="3" y="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0" name="Freeform 20"/>
            <p:cNvSpPr/>
            <p:nvPr/>
          </p:nvSpPr>
          <p:spPr>
            <a:xfrm>
              <a:off x="4832350" y="1725613"/>
              <a:ext cx="722312" cy="500063"/>
            </a:xfrm>
            <a:custGeom>
              <a:avLst/>
              <a:gdLst/>
              <a:ahLst/>
              <a:cxnLst/>
              <a:rect l="l" t="t" r="r" b="b"/>
              <a:pathLst>
                <a:path w="253" h="175">
                  <a:moveTo>
                    <a:pt x="62" y="167"/>
                  </a:moveTo>
                  <a:cubicBezTo>
                    <a:pt x="62" y="167"/>
                    <a:pt x="71" y="175"/>
                    <a:pt x="80" y="165"/>
                  </a:cubicBezTo>
                  <a:cubicBezTo>
                    <a:pt x="89" y="154"/>
                    <a:pt x="77" y="117"/>
                    <a:pt x="77" y="117"/>
                  </a:cubicBezTo>
                  <a:cubicBezTo>
                    <a:pt x="77" y="117"/>
                    <a:pt x="107" y="128"/>
                    <a:pt x="127" y="120"/>
                  </a:cubicBezTo>
                  <a:cubicBezTo>
                    <a:pt x="147" y="112"/>
                    <a:pt x="160" y="85"/>
                    <a:pt x="160" y="85"/>
                  </a:cubicBezTo>
                  <a:cubicBezTo>
                    <a:pt x="160" y="85"/>
                    <a:pt x="220" y="122"/>
                    <a:pt x="232" y="79"/>
                  </a:cubicBezTo>
                  <a:cubicBezTo>
                    <a:pt x="253" y="11"/>
                    <a:pt x="159" y="27"/>
                    <a:pt x="159" y="27"/>
                  </a:cubicBezTo>
                  <a:cubicBezTo>
                    <a:pt x="159" y="27"/>
                    <a:pt x="157" y="0"/>
                    <a:pt x="98" y="14"/>
                  </a:cubicBezTo>
                  <a:cubicBezTo>
                    <a:pt x="45" y="26"/>
                    <a:pt x="40" y="90"/>
                    <a:pt x="40" y="90"/>
                  </a:cubicBezTo>
                  <a:cubicBezTo>
                    <a:pt x="40" y="90"/>
                    <a:pt x="20" y="77"/>
                    <a:pt x="10" y="110"/>
                  </a:cubicBezTo>
                  <a:cubicBezTo>
                    <a:pt x="0" y="142"/>
                    <a:pt x="16" y="165"/>
                    <a:pt x="16" y="165"/>
                  </a:cubicBezTo>
                  <a:cubicBezTo>
                    <a:pt x="16" y="165"/>
                    <a:pt x="40" y="154"/>
                    <a:pt x="62" y="16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1" name="Freeform 21"/>
            <p:cNvSpPr/>
            <p:nvPr/>
          </p:nvSpPr>
          <p:spPr>
            <a:xfrm>
              <a:off x="5154613" y="2078038"/>
              <a:ext cx="82550" cy="47625"/>
            </a:xfrm>
            <a:custGeom>
              <a:avLst/>
              <a:gdLst/>
              <a:ahLst/>
              <a:cxnLst/>
              <a:rect l="l" t="t" r="r" b="b"/>
              <a:pathLst>
                <a:path w="29" h="17">
                  <a:moveTo>
                    <a:pt x="3" y="17"/>
                  </a:moveTo>
                  <a:cubicBezTo>
                    <a:pt x="3" y="17"/>
                    <a:pt x="2" y="17"/>
                    <a:pt x="1" y="17"/>
                  </a:cubicBezTo>
                  <a:cubicBezTo>
                    <a:pt x="0" y="16"/>
                    <a:pt x="0" y="14"/>
                    <a:pt x="1" y="12"/>
                  </a:cubicBezTo>
                  <a:cubicBezTo>
                    <a:pt x="9" y="0"/>
                    <a:pt x="25" y="5"/>
                    <a:pt x="26" y="6"/>
                  </a:cubicBezTo>
                  <a:cubicBezTo>
                    <a:pt x="28" y="6"/>
                    <a:pt x="29" y="8"/>
                    <a:pt x="28" y="10"/>
                  </a:cubicBezTo>
                  <a:cubicBezTo>
                    <a:pt x="27" y="11"/>
                    <a:pt x="26" y="12"/>
                    <a:pt x="24" y="12"/>
                  </a:cubicBezTo>
                  <a:cubicBezTo>
                    <a:pt x="23" y="12"/>
                    <a:pt x="12" y="8"/>
                    <a:pt x="6" y="16"/>
                  </a:cubicBezTo>
                  <a:cubicBezTo>
                    <a:pt x="5" y="17"/>
                    <a:pt x="4" y="17"/>
                    <a:pt x="3" y="1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2" name="Freeform 22"/>
            <p:cNvSpPr/>
            <p:nvPr/>
          </p:nvSpPr>
          <p:spPr>
            <a:xfrm>
              <a:off x="5311775" y="2079626"/>
              <a:ext cx="85725" cy="41275"/>
            </a:xfrm>
            <a:custGeom>
              <a:avLst/>
              <a:gdLst/>
              <a:ahLst/>
              <a:cxnLst/>
              <a:rect l="l" t="t" r="r" b="b"/>
              <a:pathLst>
                <a:path w="30" h="14">
                  <a:moveTo>
                    <a:pt x="27" y="14"/>
                  </a:moveTo>
                  <a:cubicBezTo>
                    <a:pt x="26" y="14"/>
                    <a:pt x="25" y="14"/>
                    <a:pt x="24" y="13"/>
                  </a:cubicBezTo>
                  <a:cubicBezTo>
                    <a:pt x="23" y="11"/>
                    <a:pt x="18" y="7"/>
                    <a:pt x="13" y="7"/>
                  </a:cubicBezTo>
                  <a:cubicBezTo>
                    <a:pt x="10" y="7"/>
                    <a:pt x="8" y="8"/>
                    <a:pt x="6" y="10"/>
                  </a:cubicBezTo>
                  <a:cubicBezTo>
                    <a:pt x="5" y="12"/>
                    <a:pt x="3" y="12"/>
                    <a:pt x="1" y="11"/>
                  </a:cubicBezTo>
                  <a:cubicBezTo>
                    <a:pt x="0" y="9"/>
                    <a:pt x="0" y="7"/>
                    <a:pt x="1" y="6"/>
                  </a:cubicBezTo>
                  <a:cubicBezTo>
                    <a:pt x="4" y="2"/>
                    <a:pt x="8" y="0"/>
                    <a:pt x="13" y="0"/>
                  </a:cubicBezTo>
                  <a:cubicBezTo>
                    <a:pt x="21" y="0"/>
                    <a:pt x="29" y="9"/>
                    <a:pt x="29" y="9"/>
                  </a:cubicBezTo>
                  <a:cubicBezTo>
                    <a:pt x="30" y="10"/>
                    <a:pt x="30" y="12"/>
                    <a:pt x="29" y="13"/>
                  </a:cubicBezTo>
                  <a:cubicBezTo>
                    <a:pt x="28" y="14"/>
                    <a:pt x="27" y="14"/>
                    <a:pt x="27" y="14"/>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3" name="Freeform 23"/>
            <p:cNvSpPr/>
            <p:nvPr/>
          </p:nvSpPr>
          <p:spPr>
            <a:xfrm>
              <a:off x="5503863" y="2652713"/>
              <a:ext cx="598487" cy="1065213"/>
            </a:xfrm>
            <a:custGeom>
              <a:avLst/>
              <a:gdLst/>
              <a:ahLst/>
              <a:cxnLst/>
              <a:rect l="l" t="t" r="r" b="b"/>
              <a:pathLst>
                <a:path w="210" h="373">
                  <a:moveTo>
                    <a:pt x="210" y="252"/>
                  </a:moveTo>
                  <a:cubicBezTo>
                    <a:pt x="210" y="252"/>
                    <a:pt x="158" y="278"/>
                    <a:pt x="103" y="324"/>
                  </a:cubicBezTo>
                  <a:cubicBezTo>
                    <a:pt x="44" y="373"/>
                    <a:pt x="0" y="0"/>
                    <a:pt x="0" y="0"/>
                  </a:cubicBezTo>
                  <a:cubicBezTo>
                    <a:pt x="0" y="0"/>
                    <a:pt x="125" y="54"/>
                    <a:pt x="210" y="252"/>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24" name="Freeform 24"/>
            <p:cNvSpPr/>
            <p:nvPr/>
          </p:nvSpPr>
          <p:spPr>
            <a:xfrm>
              <a:off x="5737225" y="3060701"/>
              <a:ext cx="82550" cy="503238"/>
            </a:xfrm>
            <a:custGeom>
              <a:avLst/>
              <a:gdLst/>
              <a:ahLst/>
              <a:cxnLst/>
              <a:rect l="l" t="t" r="r" b="b"/>
              <a:pathLst>
                <a:path w="29" h="176">
                  <a:moveTo>
                    <a:pt x="26" y="176"/>
                  </a:moveTo>
                  <a:cubicBezTo>
                    <a:pt x="24" y="176"/>
                    <a:pt x="23" y="174"/>
                    <a:pt x="23" y="173"/>
                  </a:cubicBezTo>
                  <a:cubicBezTo>
                    <a:pt x="20" y="108"/>
                    <a:pt x="0" y="5"/>
                    <a:pt x="0" y="4"/>
                  </a:cubicBezTo>
                  <a:cubicBezTo>
                    <a:pt x="0" y="3"/>
                    <a:pt x="1" y="1"/>
                    <a:pt x="2" y="1"/>
                  </a:cubicBezTo>
                  <a:cubicBezTo>
                    <a:pt x="4" y="0"/>
                    <a:pt x="6" y="1"/>
                    <a:pt x="6" y="3"/>
                  </a:cubicBezTo>
                  <a:cubicBezTo>
                    <a:pt x="6" y="4"/>
                    <a:pt x="27" y="107"/>
                    <a:pt x="29" y="172"/>
                  </a:cubicBezTo>
                  <a:cubicBezTo>
                    <a:pt x="29" y="174"/>
                    <a:pt x="28" y="176"/>
                    <a:pt x="26" y="176"/>
                  </a:cubicBezTo>
                  <a:cubicBezTo>
                    <a:pt x="26" y="176"/>
                    <a:pt x="26" y="176"/>
                    <a:pt x="26" y="176"/>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25" name="Freeform 25"/>
            <p:cNvSpPr/>
            <p:nvPr/>
          </p:nvSpPr>
          <p:spPr>
            <a:xfrm>
              <a:off x="4940300" y="2640013"/>
              <a:ext cx="368300" cy="138113"/>
            </a:xfrm>
            <a:custGeom>
              <a:avLst/>
              <a:gdLst/>
              <a:ahLst/>
              <a:cxnLst/>
              <a:rect l="l" t="t" r="r" b="b"/>
              <a:pathLst>
                <a:path w="129" h="48">
                  <a:moveTo>
                    <a:pt x="84" y="47"/>
                  </a:moveTo>
                  <a:cubicBezTo>
                    <a:pt x="75" y="47"/>
                    <a:pt x="65" y="46"/>
                    <a:pt x="53" y="43"/>
                  </a:cubicBezTo>
                  <a:cubicBezTo>
                    <a:pt x="8" y="33"/>
                    <a:pt x="0" y="6"/>
                    <a:pt x="0" y="5"/>
                  </a:cubicBezTo>
                  <a:cubicBezTo>
                    <a:pt x="0" y="3"/>
                    <a:pt x="1" y="1"/>
                    <a:pt x="2" y="1"/>
                  </a:cubicBezTo>
                  <a:cubicBezTo>
                    <a:pt x="4" y="0"/>
                    <a:pt x="6" y="1"/>
                    <a:pt x="6" y="3"/>
                  </a:cubicBezTo>
                  <a:cubicBezTo>
                    <a:pt x="7" y="4"/>
                    <a:pt x="14" y="27"/>
                    <a:pt x="54" y="37"/>
                  </a:cubicBezTo>
                  <a:cubicBezTo>
                    <a:pt x="102" y="48"/>
                    <a:pt x="123" y="30"/>
                    <a:pt x="124" y="30"/>
                  </a:cubicBezTo>
                  <a:cubicBezTo>
                    <a:pt x="125" y="29"/>
                    <a:pt x="127" y="29"/>
                    <a:pt x="128" y="30"/>
                  </a:cubicBezTo>
                  <a:cubicBezTo>
                    <a:pt x="129" y="31"/>
                    <a:pt x="129" y="34"/>
                    <a:pt x="128" y="35"/>
                  </a:cubicBezTo>
                  <a:cubicBezTo>
                    <a:pt x="127" y="35"/>
                    <a:pt x="113" y="47"/>
                    <a:pt x="84" y="47"/>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26" name="Freeform 26"/>
            <p:cNvSpPr/>
            <p:nvPr/>
          </p:nvSpPr>
          <p:spPr>
            <a:xfrm>
              <a:off x="5180013" y="2374901"/>
              <a:ext cx="80962" cy="65088"/>
            </a:xfrm>
            <a:custGeom>
              <a:avLst/>
              <a:gdLst/>
              <a:ahLst/>
              <a:cxnLst/>
              <a:rect l="l" t="t" r="r" b="b"/>
              <a:pathLst>
                <a:path w="28" h="23">
                  <a:moveTo>
                    <a:pt x="25" y="23"/>
                  </a:moveTo>
                  <a:cubicBezTo>
                    <a:pt x="24" y="23"/>
                    <a:pt x="24" y="23"/>
                    <a:pt x="24" y="23"/>
                  </a:cubicBezTo>
                  <a:cubicBezTo>
                    <a:pt x="23" y="23"/>
                    <a:pt x="7" y="18"/>
                    <a:pt x="1" y="5"/>
                  </a:cubicBezTo>
                  <a:cubicBezTo>
                    <a:pt x="0" y="3"/>
                    <a:pt x="1" y="1"/>
                    <a:pt x="2" y="1"/>
                  </a:cubicBezTo>
                  <a:cubicBezTo>
                    <a:pt x="4" y="0"/>
                    <a:pt x="6" y="1"/>
                    <a:pt x="7" y="2"/>
                  </a:cubicBezTo>
                  <a:cubicBezTo>
                    <a:pt x="12" y="13"/>
                    <a:pt x="26" y="17"/>
                    <a:pt x="26" y="17"/>
                  </a:cubicBezTo>
                  <a:cubicBezTo>
                    <a:pt x="27" y="17"/>
                    <a:pt x="28" y="19"/>
                    <a:pt x="28" y="21"/>
                  </a:cubicBezTo>
                  <a:cubicBezTo>
                    <a:pt x="27" y="22"/>
                    <a:pt x="26" y="23"/>
                    <a:pt x="25" y="23"/>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7" name="Freeform 27"/>
            <p:cNvSpPr/>
            <p:nvPr/>
          </p:nvSpPr>
          <p:spPr>
            <a:xfrm>
              <a:off x="4557713" y="4876801"/>
              <a:ext cx="736600" cy="1277938"/>
            </a:xfrm>
            <a:custGeom>
              <a:avLst/>
              <a:gdLst/>
              <a:ahLst/>
              <a:cxnLst/>
              <a:rect l="l" t="t" r="r" b="b"/>
              <a:pathLst>
                <a:path w="258" h="447">
                  <a:moveTo>
                    <a:pt x="0" y="159"/>
                  </a:moveTo>
                  <a:cubicBezTo>
                    <a:pt x="0" y="159"/>
                    <a:pt x="88" y="223"/>
                    <a:pt x="90" y="231"/>
                  </a:cubicBezTo>
                  <a:cubicBezTo>
                    <a:pt x="92" y="239"/>
                    <a:pt x="127" y="407"/>
                    <a:pt x="152" y="427"/>
                  </a:cubicBezTo>
                  <a:cubicBezTo>
                    <a:pt x="178" y="447"/>
                    <a:pt x="201" y="434"/>
                    <a:pt x="201" y="434"/>
                  </a:cubicBezTo>
                  <a:cubicBezTo>
                    <a:pt x="201" y="434"/>
                    <a:pt x="258" y="59"/>
                    <a:pt x="253" y="46"/>
                  </a:cubicBezTo>
                  <a:cubicBezTo>
                    <a:pt x="248" y="32"/>
                    <a:pt x="88" y="0"/>
                    <a:pt x="88" y="0"/>
                  </a:cubicBezTo>
                  <a:lnTo>
                    <a:pt x="0" y="159"/>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28" name="Freeform 28"/>
            <p:cNvSpPr/>
            <p:nvPr/>
          </p:nvSpPr>
          <p:spPr>
            <a:xfrm>
              <a:off x="5094288" y="4973638"/>
              <a:ext cx="274637" cy="1174750"/>
            </a:xfrm>
            <a:custGeom>
              <a:avLst/>
              <a:gdLst/>
              <a:ahLst/>
              <a:cxnLst/>
              <a:rect l="l" t="t" r="r" b="b"/>
              <a:pathLst>
                <a:path w="173" h="740">
                  <a:moveTo>
                    <a:pt x="0" y="727"/>
                  </a:moveTo>
                  <a:lnTo>
                    <a:pt x="74" y="0"/>
                  </a:lnTo>
                  <a:lnTo>
                    <a:pt x="173" y="16"/>
                  </a:lnTo>
                  <a:lnTo>
                    <a:pt x="81" y="740"/>
                  </a:lnTo>
                  <a:lnTo>
                    <a:pt x="0" y="727"/>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29" name="Freeform 29"/>
            <p:cNvSpPr/>
            <p:nvPr/>
          </p:nvSpPr>
          <p:spPr>
            <a:xfrm>
              <a:off x="4857750" y="5680076"/>
              <a:ext cx="300037" cy="204788"/>
            </a:xfrm>
            <a:custGeom>
              <a:avLst/>
              <a:gdLst/>
              <a:ahLst/>
              <a:cxnLst/>
              <a:rect l="l" t="t" r="r" b="b"/>
              <a:pathLst>
                <a:path w="189" h="129">
                  <a:moveTo>
                    <a:pt x="29" y="129"/>
                  </a:moveTo>
                  <a:lnTo>
                    <a:pt x="0" y="28"/>
                  </a:lnTo>
                  <a:lnTo>
                    <a:pt x="178" y="0"/>
                  </a:lnTo>
                  <a:lnTo>
                    <a:pt x="189" y="92"/>
                  </a:lnTo>
                  <a:lnTo>
                    <a:pt x="29" y="129"/>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0" name="Freeform 30"/>
            <p:cNvSpPr/>
            <p:nvPr/>
          </p:nvSpPr>
          <p:spPr>
            <a:xfrm>
              <a:off x="5365750" y="4867276"/>
              <a:ext cx="736600" cy="1274763"/>
            </a:xfrm>
            <a:custGeom>
              <a:avLst/>
              <a:gdLst/>
              <a:ahLst/>
              <a:cxnLst/>
              <a:rect l="l" t="t" r="r" b="b"/>
              <a:pathLst>
                <a:path w="258" h="446">
                  <a:moveTo>
                    <a:pt x="258" y="158"/>
                  </a:moveTo>
                  <a:cubicBezTo>
                    <a:pt x="258" y="158"/>
                    <a:pt x="170" y="222"/>
                    <a:pt x="168" y="230"/>
                  </a:cubicBezTo>
                  <a:cubicBezTo>
                    <a:pt x="166" y="238"/>
                    <a:pt x="131" y="406"/>
                    <a:pt x="105" y="426"/>
                  </a:cubicBezTo>
                  <a:cubicBezTo>
                    <a:pt x="80" y="446"/>
                    <a:pt x="57" y="433"/>
                    <a:pt x="57" y="433"/>
                  </a:cubicBezTo>
                  <a:cubicBezTo>
                    <a:pt x="57" y="433"/>
                    <a:pt x="0" y="59"/>
                    <a:pt x="5" y="45"/>
                  </a:cubicBezTo>
                  <a:cubicBezTo>
                    <a:pt x="10" y="31"/>
                    <a:pt x="169" y="0"/>
                    <a:pt x="169" y="0"/>
                  </a:cubicBezTo>
                  <a:lnTo>
                    <a:pt x="258" y="158"/>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31" name="Freeform 31"/>
            <p:cNvSpPr/>
            <p:nvPr/>
          </p:nvSpPr>
          <p:spPr>
            <a:xfrm>
              <a:off x="5291138" y="4964113"/>
              <a:ext cx="274637" cy="1176338"/>
            </a:xfrm>
            <a:custGeom>
              <a:avLst/>
              <a:gdLst/>
              <a:ahLst/>
              <a:cxnLst/>
              <a:rect l="l" t="t" r="r" b="b"/>
              <a:pathLst>
                <a:path w="173" h="741">
                  <a:moveTo>
                    <a:pt x="173" y="726"/>
                  </a:moveTo>
                  <a:lnTo>
                    <a:pt x="98" y="0"/>
                  </a:lnTo>
                  <a:lnTo>
                    <a:pt x="0" y="15"/>
                  </a:lnTo>
                  <a:lnTo>
                    <a:pt x="90" y="741"/>
                  </a:lnTo>
                  <a:lnTo>
                    <a:pt x="173" y="726"/>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2" name="Freeform 32"/>
            <p:cNvSpPr/>
            <p:nvPr/>
          </p:nvSpPr>
          <p:spPr>
            <a:xfrm>
              <a:off x="5503863" y="5667376"/>
              <a:ext cx="296862" cy="206375"/>
            </a:xfrm>
            <a:custGeom>
              <a:avLst/>
              <a:gdLst/>
              <a:ahLst/>
              <a:cxnLst/>
              <a:rect l="l" t="t" r="r" b="b"/>
              <a:pathLst>
                <a:path w="187" h="130">
                  <a:moveTo>
                    <a:pt x="160" y="130"/>
                  </a:moveTo>
                  <a:lnTo>
                    <a:pt x="187" y="31"/>
                  </a:lnTo>
                  <a:lnTo>
                    <a:pt x="10" y="0"/>
                  </a:lnTo>
                  <a:lnTo>
                    <a:pt x="0" y="94"/>
                  </a:lnTo>
                  <a:lnTo>
                    <a:pt x="160" y="130"/>
                  </a:ln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33" name="Freeform 33"/>
            <p:cNvSpPr/>
            <p:nvPr/>
          </p:nvSpPr>
          <p:spPr>
            <a:xfrm>
              <a:off x="5461000" y="4781551"/>
              <a:ext cx="922337" cy="742950"/>
            </a:xfrm>
            <a:custGeom>
              <a:avLst/>
              <a:gdLst/>
              <a:ahLst/>
              <a:cxnLst/>
              <a:rect l="l" t="t" r="r" b="b"/>
              <a:pathLst>
                <a:path w="581" h="468">
                  <a:moveTo>
                    <a:pt x="0" y="0"/>
                  </a:moveTo>
                  <a:lnTo>
                    <a:pt x="242" y="468"/>
                  </a:lnTo>
                  <a:lnTo>
                    <a:pt x="581" y="335"/>
                  </a:lnTo>
                  <a:lnTo>
                    <a:pt x="439" y="0"/>
                  </a:lnTo>
                  <a:lnTo>
                    <a:pt x="0" y="0"/>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34" name="Freeform 34"/>
            <p:cNvSpPr/>
            <p:nvPr/>
          </p:nvSpPr>
          <p:spPr>
            <a:xfrm>
              <a:off x="4297363" y="4816476"/>
              <a:ext cx="917575" cy="746125"/>
            </a:xfrm>
            <a:custGeom>
              <a:avLst/>
              <a:gdLst/>
              <a:ahLst/>
              <a:cxnLst/>
              <a:rect l="l" t="t" r="r" b="b"/>
              <a:pathLst>
                <a:path w="578" h="470">
                  <a:moveTo>
                    <a:pt x="578" y="0"/>
                  </a:moveTo>
                  <a:lnTo>
                    <a:pt x="313" y="470"/>
                  </a:lnTo>
                  <a:lnTo>
                    <a:pt x="0" y="337"/>
                  </a:lnTo>
                  <a:lnTo>
                    <a:pt x="142" y="0"/>
                  </a:lnTo>
                  <a:lnTo>
                    <a:pt x="578" y="0"/>
                  </a:lnTo>
                  <a:close/>
                </a:path>
              </a:pathLst>
            </a:custGeom>
            <a:solidFill>
              <a:schemeClr val="accent3">
                <a:lumMod val="50000"/>
              </a:schemeClr>
            </a:solidFill>
          </p:spPr>
          <p:txBody>
            <a:bodyPr vert="horz" wrap="square" lIns="91440" tIns="45720" rIns="91440" bIns="45720" anchor="t">
              <a:prstTxWarp prst="textNoShape">
                <a:avLst/>
              </a:prstTxWarp>
              <a:normAutofit/>
            </a:bodyPr>
            <a:lstStyle/>
            <a:p>
              <a:pPr marL="0" algn="l"/>
              <a:endParaRPr/>
            </a:p>
          </p:txBody>
        </p:sp>
        <p:sp>
          <p:nvSpPr>
            <p:cNvPr id="35" name="Freeform 35"/>
            <p:cNvSpPr/>
            <p:nvPr/>
          </p:nvSpPr>
          <p:spPr>
            <a:xfrm>
              <a:off x="2540000" y="4384676"/>
              <a:ext cx="434975" cy="925513"/>
            </a:xfrm>
            <a:custGeom>
              <a:avLst/>
              <a:gdLst/>
              <a:ahLst/>
              <a:cxnLst/>
              <a:rect l="l" t="t" r="r" b="b"/>
              <a:pathLst>
                <a:path w="152" h="324">
                  <a:moveTo>
                    <a:pt x="152" y="324"/>
                  </a:moveTo>
                  <a:cubicBezTo>
                    <a:pt x="0" y="324"/>
                    <a:pt x="0" y="324"/>
                    <a:pt x="0" y="324"/>
                  </a:cubicBezTo>
                  <a:cubicBezTo>
                    <a:pt x="0" y="77"/>
                    <a:pt x="0" y="77"/>
                    <a:pt x="0" y="77"/>
                  </a:cubicBezTo>
                  <a:cubicBezTo>
                    <a:pt x="0" y="34"/>
                    <a:pt x="34" y="0"/>
                    <a:pt x="76" y="0"/>
                  </a:cubicBezTo>
                  <a:cubicBezTo>
                    <a:pt x="118" y="0"/>
                    <a:pt x="152" y="34"/>
                    <a:pt x="152" y="77"/>
                  </a:cubicBezTo>
                  <a:lnTo>
                    <a:pt x="152" y="324"/>
                  </a:lnTo>
                  <a:close/>
                </a:path>
              </a:pathLst>
            </a:custGeom>
            <a:solidFill>
              <a:srgbClr val="72586B"/>
            </a:solidFill>
          </p:spPr>
          <p:txBody>
            <a:bodyPr vert="horz" wrap="square" lIns="91440" tIns="45720" rIns="91440" bIns="45720" anchor="t">
              <a:prstTxWarp prst="textNoShape">
                <a:avLst/>
              </a:prstTxWarp>
              <a:normAutofit/>
            </a:bodyPr>
            <a:lstStyle/>
            <a:p>
              <a:pPr marL="0" algn="l"/>
              <a:endParaRPr/>
            </a:p>
          </p:txBody>
        </p:sp>
        <p:sp>
          <p:nvSpPr>
            <p:cNvPr id="36" name="AutoShape 36"/>
            <p:cNvSpPr/>
            <p:nvPr/>
          </p:nvSpPr>
          <p:spPr>
            <a:xfrm>
              <a:off x="2674938" y="4241801"/>
              <a:ext cx="165100" cy="242888"/>
            </a:xfrm>
            <a:prstGeom prst="rect">
              <a:avLst/>
            </a:prstGeom>
            <a:solidFill>
              <a:srgbClr val="72586B"/>
            </a:solidFill>
          </p:spPr>
          <p:txBody>
            <a:bodyPr vert="horz" wrap="square" lIns="91440" tIns="45720" rIns="91440" bIns="45720" anchor="t">
              <a:prstTxWarp prst="textNoShape">
                <a:avLst/>
              </a:prstTxWarp>
              <a:normAutofit/>
            </a:bodyPr>
            <a:lstStyle/>
            <a:p>
              <a:pPr marL="0" algn="l"/>
              <a:endParaRPr/>
            </a:p>
          </p:txBody>
        </p:sp>
        <p:sp>
          <p:nvSpPr>
            <p:cNvPr id="37" name="Freeform 37"/>
            <p:cNvSpPr/>
            <p:nvPr/>
          </p:nvSpPr>
          <p:spPr>
            <a:xfrm>
              <a:off x="2597150" y="4152901"/>
              <a:ext cx="320675" cy="117475"/>
            </a:xfrm>
            <a:custGeom>
              <a:avLst/>
              <a:gdLst/>
              <a:ahLst/>
              <a:cxnLst/>
              <a:rect l="l" t="t" r="r" b="b"/>
              <a:pathLst>
                <a:path w="112" h="41">
                  <a:moveTo>
                    <a:pt x="91" y="41"/>
                  </a:moveTo>
                  <a:cubicBezTo>
                    <a:pt x="21" y="41"/>
                    <a:pt x="21" y="41"/>
                    <a:pt x="21" y="41"/>
                  </a:cubicBezTo>
                  <a:cubicBezTo>
                    <a:pt x="9" y="41"/>
                    <a:pt x="0" y="32"/>
                    <a:pt x="0" y="21"/>
                  </a:cubicBezTo>
                  <a:cubicBezTo>
                    <a:pt x="0" y="9"/>
                    <a:pt x="9" y="0"/>
                    <a:pt x="21" y="0"/>
                  </a:cubicBezTo>
                  <a:cubicBezTo>
                    <a:pt x="91" y="0"/>
                    <a:pt x="91" y="0"/>
                    <a:pt x="91" y="0"/>
                  </a:cubicBezTo>
                  <a:cubicBezTo>
                    <a:pt x="103" y="0"/>
                    <a:pt x="112" y="9"/>
                    <a:pt x="112" y="21"/>
                  </a:cubicBezTo>
                  <a:cubicBezTo>
                    <a:pt x="112" y="32"/>
                    <a:pt x="103" y="41"/>
                    <a:pt x="91" y="41"/>
                  </a:cubicBez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38" name="Freeform 38"/>
            <p:cNvSpPr/>
            <p:nvPr/>
          </p:nvSpPr>
          <p:spPr>
            <a:xfrm>
              <a:off x="2589213" y="4556126"/>
              <a:ext cx="17462" cy="414338"/>
            </a:xfrm>
            <a:custGeom>
              <a:avLst/>
              <a:gdLst/>
              <a:ahLst/>
              <a:cxnLst/>
              <a:rect l="l" t="t" r="r" b="b"/>
              <a:pathLst>
                <a:path w="6" h="145">
                  <a:moveTo>
                    <a:pt x="3" y="145"/>
                  </a:moveTo>
                  <a:cubicBezTo>
                    <a:pt x="1" y="145"/>
                    <a:pt x="0" y="144"/>
                    <a:pt x="0" y="142"/>
                  </a:cubicBezTo>
                  <a:cubicBezTo>
                    <a:pt x="0" y="3"/>
                    <a:pt x="0" y="3"/>
                    <a:pt x="0" y="3"/>
                  </a:cubicBezTo>
                  <a:cubicBezTo>
                    <a:pt x="0" y="2"/>
                    <a:pt x="1" y="0"/>
                    <a:pt x="3" y="0"/>
                  </a:cubicBezTo>
                  <a:cubicBezTo>
                    <a:pt x="5" y="0"/>
                    <a:pt x="6" y="2"/>
                    <a:pt x="6" y="3"/>
                  </a:cubicBezTo>
                  <a:cubicBezTo>
                    <a:pt x="6" y="142"/>
                    <a:pt x="6" y="142"/>
                    <a:pt x="6" y="142"/>
                  </a:cubicBezTo>
                  <a:cubicBezTo>
                    <a:pt x="6" y="144"/>
                    <a:pt x="5" y="145"/>
                    <a:pt x="3" y="145"/>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39" name="Freeform 39"/>
            <p:cNvSpPr/>
            <p:nvPr/>
          </p:nvSpPr>
          <p:spPr>
            <a:xfrm>
              <a:off x="4754563" y="4192588"/>
              <a:ext cx="431800" cy="341313"/>
            </a:xfrm>
            <a:custGeom>
              <a:avLst/>
              <a:gdLst/>
              <a:ahLst/>
              <a:cxnLst/>
              <a:rect l="l" t="t" r="r" b="b"/>
              <a:pathLst>
                <a:path w="151" h="119">
                  <a:moveTo>
                    <a:pt x="51" y="17"/>
                  </a:moveTo>
                  <a:cubicBezTo>
                    <a:pt x="51" y="17"/>
                    <a:pt x="136" y="0"/>
                    <a:pt x="143" y="6"/>
                  </a:cubicBezTo>
                  <a:cubicBezTo>
                    <a:pt x="151" y="12"/>
                    <a:pt x="128" y="119"/>
                    <a:pt x="128" y="119"/>
                  </a:cubicBezTo>
                  <a:cubicBezTo>
                    <a:pt x="0" y="117"/>
                    <a:pt x="0" y="117"/>
                    <a:pt x="0" y="117"/>
                  </a:cubicBezTo>
                  <a:cubicBezTo>
                    <a:pt x="0" y="47"/>
                    <a:pt x="0" y="47"/>
                    <a:pt x="0" y="47"/>
                  </a:cubicBezTo>
                  <a:lnTo>
                    <a:pt x="51" y="17"/>
                  </a:ln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40" name="Freeform 40"/>
            <p:cNvSpPr/>
            <p:nvPr/>
          </p:nvSpPr>
          <p:spPr>
            <a:xfrm>
              <a:off x="4465638" y="4527551"/>
              <a:ext cx="1685925" cy="122238"/>
            </a:xfrm>
            <a:custGeom>
              <a:avLst/>
              <a:gdLst/>
              <a:ahLst/>
              <a:cxnLst/>
              <a:rect l="l" t="t" r="r" b="b"/>
              <a:pathLst>
                <a:path w="590" h="43">
                  <a:moveTo>
                    <a:pt x="6" y="43"/>
                  </a:moveTo>
                  <a:cubicBezTo>
                    <a:pt x="585" y="43"/>
                    <a:pt x="585" y="43"/>
                    <a:pt x="585" y="43"/>
                  </a:cubicBezTo>
                  <a:cubicBezTo>
                    <a:pt x="588" y="43"/>
                    <a:pt x="590" y="40"/>
                    <a:pt x="590" y="37"/>
                  </a:cubicBezTo>
                  <a:cubicBezTo>
                    <a:pt x="590" y="6"/>
                    <a:pt x="590" y="6"/>
                    <a:pt x="590" y="6"/>
                  </a:cubicBezTo>
                  <a:cubicBezTo>
                    <a:pt x="590" y="2"/>
                    <a:pt x="588" y="0"/>
                    <a:pt x="585" y="0"/>
                  </a:cubicBezTo>
                  <a:cubicBezTo>
                    <a:pt x="6" y="0"/>
                    <a:pt x="6" y="0"/>
                    <a:pt x="6" y="0"/>
                  </a:cubicBezTo>
                  <a:cubicBezTo>
                    <a:pt x="2" y="0"/>
                    <a:pt x="0" y="2"/>
                    <a:pt x="0" y="6"/>
                  </a:cubicBezTo>
                  <a:cubicBezTo>
                    <a:pt x="0" y="37"/>
                    <a:pt x="0" y="37"/>
                    <a:pt x="0" y="37"/>
                  </a:cubicBezTo>
                  <a:cubicBezTo>
                    <a:pt x="0" y="40"/>
                    <a:pt x="2" y="43"/>
                    <a:pt x="6" y="43"/>
                  </a:cubicBezTo>
                  <a:close/>
                </a:path>
              </a:pathLst>
            </a:custGeom>
            <a:solidFill>
              <a:schemeClr val="accent1">
                <a:lumMod val="50000"/>
              </a:schemeClr>
            </a:solidFill>
          </p:spPr>
          <p:txBody>
            <a:bodyPr vert="horz" wrap="square" lIns="91440" tIns="45720" rIns="91440" bIns="45720" anchor="t">
              <a:prstTxWarp prst="textNoShape">
                <a:avLst/>
              </a:prstTxWarp>
              <a:normAutofit/>
            </a:bodyPr>
            <a:lstStyle/>
            <a:p>
              <a:pPr marL="0" algn="l"/>
              <a:endParaRPr/>
            </a:p>
          </p:txBody>
        </p:sp>
        <p:sp>
          <p:nvSpPr>
            <p:cNvPr id="41" name="Freeform 41"/>
            <p:cNvSpPr/>
            <p:nvPr/>
          </p:nvSpPr>
          <p:spPr>
            <a:xfrm>
              <a:off x="4897438" y="3895726"/>
              <a:ext cx="1500187" cy="754063"/>
            </a:xfrm>
            <a:custGeom>
              <a:avLst/>
              <a:gdLst/>
              <a:ahLst/>
              <a:cxnLst/>
              <a:rect l="l" t="t" r="r" b="b"/>
              <a:pathLst>
                <a:path w="525" h="264">
                  <a:moveTo>
                    <a:pt x="0" y="264"/>
                  </a:moveTo>
                  <a:cubicBezTo>
                    <a:pt x="408" y="264"/>
                    <a:pt x="408" y="264"/>
                    <a:pt x="408" y="264"/>
                  </a:cubicBezTo>
                  <a:cubicBezTo>
                    <a:pt x="525" y="0"/>
                    <a:pt x="525" y="0"/>
                    <a:pt x="525" y="0"/>
                  </a:cubicBezTo>
                  <a:cubicBezTo>
                    <a:pt x="133" y="0"/>
                    <a:pt x="133" y="0"/>
                    <a:pt x="133" y="0"/>
                  </a:cubicBezTo>
                  <a:cubicBezTo>
                    <a:pt x="123" y="0"/>
                    <a:pt x="114" y="6"/>
                    <a:pt x="110" y="15"/>
                  </a:cubicBezTo>
                  <a:lnTo>
                    <a:pt x="0" y="264"/>
                  </a:ln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42" name="Freeform 42"/>
            <p:cNvSpPr/>
            <p:nvPr/>
          </p:nvSpPr>
          <p:spPr>
            <a:xfrm>
              <a:off x="5000625" y="3895726"/>
              <a:ext cx="1479550" cy="754063"/>
            </a:xfrm>
            <a:custGeom>
              <a:avLst/>
              <a:gdLst/>
              <a:ahLst/>
              <a:cxnLst/>
              <a:rect l="l" t="t" r="r" b="b"/>
              <a:pathLst>
                <a:path w="518" h="264">
                  <a:moveTo>
                    <a:pt x="0" y="264"/>
                  </a:moveTo>
                  <a:cubicBezTo>
                    <a:pt x="408" y="264"/>
                    <a:pt x="408" y="264"/>
                    <a:pt x="408" y="264"/>
                  </a:cubicBezTo>
                  <a:cubicBezTo>
                    <a:pt x="512" y="29"/>
                    <a:pt x="512" y="29"/>
                    <a:pt x="512" y="29"/>
                  </a:cubicBezTo>
                  <a:cubicBezTo>
                    <a:pt x="518" y="15"/>
                    <a:pt x="508" y="0"/>
                    <a:pt x="493" y="0"/>
                  </a:cubicBezTo>
                  <a:cubicBezTo>
                    <a:pt x="116" y="0"/>
                    <a:pt x="116" y="0"/>
                    <a:pt x="116" y="0"/>
                  </a:cubicBezTo>
                  <a:lnTo>
                    <a:pt x="0" y="264"/>
                  </a:lnTo>
                  <a:close/>
                </a:path>
              </a:pathLst>
            </a:custGeom>
            <a:solidFill>
              <a:schemeClr val="accent1"/>
            </a:solidFill>
          </p:spPr>
          <p:txBody>
            <a:bodyPr vert="horz" wrap="square" lIns="91440" tIns="45720" rIns="91440" bIns="45720" anchor="t">
              <a:prstTxWarp prst="textNoShape">
                <a:avLst/>
              </a:prstTxWarp>
              <a:normAutofit/>
            </a:bodyPr>
            <a:lstStyle/>
            <a:p>
              <a:pPr marL="0" algn="l"/>
              <a:endParaRPr/>
            </a:p>
          </p:txBody>
        </p:sp>
        <p:sp>
          <p:nvSpPr>
            <p:cNvPr id="43" name="AutoShape 43"/>
            <p:cNvSpPr/>
            <p:nvPr/>
          </p:nvSpPr>
          <p:spPr>
            <a:xfrm>
              <a:off x="5634038" y="4173538"/>
              <a:ext cx="196850" cy="200025"/>
            </a:xfrm>
            <a:prstGeom prst="ellipse">
              <a:avLst/>
            </a:prstGeom>
            <a:solidFill>
              <a:srgbClr val="FFFFFF"/>
            </a:solidFill>
          </p:spPr>
          <p:txBody>
            <a:bodyPr vert="horz" wrap="square" lIns="91440" tIns="45720" rIns="91440" bIns="45720" anchor="t">
              <a:prstTxWarp prst="textNoShape">
                <a:avLst/>
              </a:prstTxWarp>
              <a:normAutofit/>
            </a:bodyPr>
            <a:lstStyle/>
            <a:p>
              <a:pPr marL="0" algn="l"/>
              <a:endParaRPr/>
            </a:p>
          </p:txBody>
        </p:sp>
        <p:sp>
          <p:nvSpPr>
            <p:cNvPr id="44" name="Freeform 44"/>
            <p:cNvSpPr/>
            <p:nvPr/>
          </p:nvSpPr>
          <p:spPr>
            <a:xfrm>
              <a:off x="6283325" y="4473576"/>
              <a:ext cx="261937" cy="165100"/>
            </a:xfrm>
            <a:custGeom>
              <a:avLst/>
              <a:gdLst/>
              <a:ahLst/>
              <a:cxnLst/>
              <a:rect l="l" t="t" r="r" b="b"/>
              <a:pathLst>
                <a:path w="92" h="58">
                  <a:moveTo>
                    <a:pt x="4" y="58"/>
                  </a:moveTo>
                  <a:cubicBezTo>
                    <a:pt x="2" y="58"/>
                    <a:pt x="1" y="57"/>
                    <a:pt x="1" y="56"/>
                  </a:cubicBezTo>
                  <a:cubicBezTo>
                    <a:pt x="0" y="55"/>
                    <a:pt x="0" y="54"/>
                    <a:pt x="1" y="53"/>
                  </a:cubicBezTo>
                  <a:cubicBezTo>
                    <a:pt x="7" y="47"/>
                    <a:pt x="56" y="0"/>
                    <a:pt x="78" y="0"/>
                  </a:cubicBezTo>
                  <a:cubicBezTo>
                    <a:pt x="78" y="0"/>
                    <a:pt x="79" y="0"/>
                    <a:pt x="79" y="0"/>
                  </a:cubicBezTo>
                  <a:cubicBezTo>
                    <a:pt x="82" y="0"/>
                    <a:pt x="85" y="1"/>
                    <a:pt x="87" y="4"/>
                  </a:cubicBezTo>
                  <a:cubicBezTo>
                    <a:pt x="92" y="10"/>
                    <a:pt x="91" y="16"/>
                    <a:pt x="90" y="20"/>
                  </a:cubicBezTo>
                  <a:cubicBezTo>
                    <a:pt x="81" y="44"/>
                    <a:pt x="12" y="57"/>
                    <a:pt x="4" y="58"/>
                  </a:cubicBezTo>
                  <a:cubicBezTo>
                    <a:pt x="4" y="58"/>
                    <a:pt x="4" y="58"/>
                    <a:pt x="4" y="58"/>
                  </a:cubicBezTo>
                  <a:close/>
                  <a:moveTo>
                    <a:pt x="78" y="6"/>
                  </a:moveTo>
                  <a:cubicBezTo>
                    <a:pt x="64" y="6"/>
                    <a:pt x="32" y="33"/>
                    <a:pt x="14" y="49"/>
                  </a:cubicBezTo>
                  <a:cubicBezTo>
                    <a:pt x="38" y="44"/>
                    <a:pt x="78" y="32"/>
                    <a:pt x="84" y="18"/>
                  </a:cubicBezTo>
                  <a:cubicBezTo>
                    <a:pt x="85" y="15"/>
                    <a:pt x="84" y="11"/>
                    <a:pt x="82" y="8"/>
                  </a:cubicBezTo>
                  <a:cubicBezTo>
                    <a:pt x="81" y="7"/>
                    <a:pt x="80" y="6"/>
                    <a:pt x="79" y="6"/>
                  </a:cubicBezTo>
                  <a:cubicBezTo>
                    <a:pt x="78" y="6"/>
                    <a:pt x="78" y="6"/>
                    <a:pt x="78" y="6"/>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5" name="Freeform 45"/>
            <p:cNvSpPr/>
            <p:nvPr/>
          </p:nvSpPr>
          <p:spPr>
            <a:xfrm>
              <a:off x="5554663" y="4587876"/>
              <a:ext cx="1111250" cy="182563"/>
            </a:xfrm>
            <a:custGeom>
              <a:avLst/>
              <a:gdLst/>
              <a:ahLst/>
              <a:cxnLst/>
              <a:rect l="l" t="t" r="r" b="b"/>
              <a:pathLst>
                <a:path w="389" h="64">
                  <a:moveTo>
                    <a:pt x="4" y="64"/>
                  </a:moveTo>
                  <a:cubicBezTo>
                    <a:pt x="2" y="64"/>
                    <a:pt x="1" y="63"/>
                    <a:pt x="1" y="62"/>
                  </a:cubicBezTo>
                  <a:cubicBezTo>
                    <a:pt x="0" y="60"/>
                    <a:pt x="1" y="58"/>
                    <a:pt x="3" y="58"/>
                  </a:cubicBezTo>
                  <a:cubicBezTo>
                    <a:pt x="5" y="57"/>
                    <a:pt x="166" y="13"/>
                    <a:pt x="385" y="0"/>
                  </a:cubicBezTo>
                  <a:cubicBezTo>
                    <a:pt x="387" y="0"/>
                    <a:pt x="389" y="1"/>
                    <a:pt x="389" y="3"/>
                  </a:cubicBezTo>
                  <a:cubicBezTo>
                    <a:pt x="389" y="5"/>
                    <a:pt x="388" y="6"/>
                    <a:pt x="386" y="6"/>
                  </a:cubicBezTo>
                  <a:cubicBezTo>
                    <a:pt x="167" y="19"/>
                    <a:pt x="6" y="64"/>
                    <a:pt x="5" y="64"/>
                  </a:cubicBezTo>
                  <a:cubicBezTo>
                    <a:pt x="4" y="64"/>
                    <a:pt x="4" y="64"/>
                    <a:pt x="4" y="64"/>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6" name="Freeform 46"/>
            <p:cNvSpPr/>
            <p:nvPr/>
          </p:nvSpPr>
          <p:spPr>
            <a:xfrm>
              <a:off x="3986213" y="4587876"/>
              <a:ext cx="1157287" cy="239713"/>
            </a:xfrm>
            <a:custGeom>
              <a:avLst/>
              <a:gdLst/>
              <a:ahLst/>
              <a:cxnLst/>
              <a:rect l="l" t="t" r="r" b="b"/>
              <a:pathLst>
                <a:path w="405" h="84">
                  <a:moveTo>
                    <a:pt x="401" y="84"/>
                  </a:moveTo>
                  <a:cubicBezTo>
                    <a:pt x="401" y="84"/>
                    <a:pt x="400" y="83"/>
                    <a:pt x="400" y="83"/>
                  </a:cubicBezTo>
                  <a:cubicBezTo>
                    <a:pt x="398" y="83"/>
                    <a:pt x="221" y="19"/>
                    <a:pt x="3" y="6"/>
                  </a:cubicBezTo>
                  <a:cubicBezTo>
                    <a:pt x="1" y="6"/>
                    <a:pt x="0" y="5"/>
                    <a:pt x="0" y="3"/>
                  </a:cubicBezTo>
                  <a:cubicBezTo>
                    <a:pt x="0" y="1"/>
                    <a:pt x="1" y="0"/>
                    <a:pt x="3" y="0"/>
                  </a:cubicBezTo>
                  <a:cubicBezTo>
                    <a:pt x="223" y="13"/>
                    <a:pt x="400" y="77"/>
                    <a:pt x="402" y="77"/>
                  </a:cubicBezTo>
                  <a:cubicBezTo>
                    <a:pt x="404" y="78"/>
                    <a:pt x="405" y="80"/>
                    <a:pt x="404" y="81"/>
                  </a:cubicBezTo>
                  <a:cubicBezTo>
                    <a:pt x="404" y="83"/>
                    <a:pt x="402" y="84"/>
                    <a:pt x="401" y="84"/>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7" name="Freeform 47"/>
            <p:cNvSpPr/>
            <p:nvPr/>
          </p:nvSpPr>
          <p:spPr>
            <a:xfrm>
              <a:off x="4106863" y="4470401"/>
              <a:ext cx="258762" cy="171450"/>
            </a:xfrm>
            <a:custGeom>
              <a:avLst/>
              <a:gdLst/>
              <a:ahLst/>
              <a:cxnLst/>
              <a:rect l="l" t="t" r="r" b="b"/>
              <a:pathLst>
                <a:path w="91" h="60">
                  <a:moveTo>
                    <a:pt x="88" y="60"/>
                  </a:moveTo>
                  <a:cubicBezTo>
                    <a:pt x="79" y="58"/>
                    <a:pt x="11" y="44"/>
                    <a:pt x="2" y="21"/>
                  </a:cubicBezTo>
                  <a:cubicBezTo>
                    <a:pt x="1" y="17"/>
                    <a:pt x="0" y="11"/>
                    <a:pt x="5" y="4"/>
                  </a:cubicBezTo>
                  <a:cubicBezTo>
                    <a:pt x="7" y="2"/>
                    <a:pt x="10" y="0"/>
                    <a:pt x="13" y="0"/>
                  </a:cubicBezTo>
                  <a:cubicBezTo>
                    <a:pt x="13" y="0"/>
                    <a:pt x="14" y="0"/>
                    <a:pt x="14" y="0"/>
                  </a:cubicBezTo>
                  <a:cubicBezTo>
                    <a:pt x="35" y="0"/>
                    <a:pt x="84" y="49"/>
                    <a:pt x="90" y="54"/>
                  </a:cubicBezTo>
                  <a:cubicBezTo>
                    <a:pt x="91" y="55"/>
                    <a:pt x="91" y="57"/>
                    <a:pt x="90" y="58"/>
                  </a:cubicBezTo>
                  <a:cubicBezTo>
                    <a:pt x="90" y="59"/>
                    <a:pt x="89" y="60"/>
                    <a:pt x="88" y="60"/>
                  </a:cubicBezTo>
                  <a:close/>
                  <a:moveTo>
                    <a:pt x="14" y="7"/>
                  </a:moveTo>
                  <a:cubicBezTo>
                    <a:pt x="12" y="7"/>
                    <a:pt x="11" y="8"/>
                    <a:pt x="10" y="8"/>
                  </a:cubicBezTo>
                  <a:cubicBezTo>
                    <a:pt x="8" y="12"/>
                    <a:pt x="7" y="15"/>
                    <a:pt x="8" y="18"/>
                  </a:cubicBezTo>
                  <a:cubicBezTo>
                    <a:pt x="13" y="33"/>
                    <a:pt x="53" y="45"/>
                    <a:pt x="77" y="51"/>
                  </a:cubicBezTo>
                  <a:cubicBezTo>
                    <a:pt x="59" y="34"/>
                    <a:pt x="28" y="7"/>
                    <a:pt x="14" y="7"/>
                  </a:cubicBezTo>
                  <a:close/>
                </a:path>
              </a:pathLst>
            </a:custGeom>
            <a:solidFill>
              <a:srgbClr val="E5B16D"/>
            </a:solidFill>
          </p:spPr>
          <p:txBody>
            <a:bodyPr vert="horz" wrap="square" lIns="91440" tIns="45720" rIns="91440" bIns="45720" anchor="t">
              <a:prstTxWarp prst="textNoShape">
                <a:avLst/>
              </a:prstTxWarp>
              <a:normAutofit/>
            </a:bodyPr>
            <a:lstStyle/>
            <a:p>
              <a:pPr marL="0" algn="l"/>
              <a:endParaRPr/>
            </a:p>
          </p:txBody>
        </p:sp>
        <p:sp>
          <p:nvSpPr>
            <p:cNvPr id="48" name="Freeform 48"/>
            <p:cNvSpPr/>
            <p:nvPr/>
          </p:nvSpPr>
          <p:spPr>
            <a:xfrm>
              <a:off x="5203825" y="2168526"/>
              <a:ext cx="19050" cy="77788"/>
            </a:xfrm>
            <a:custGeom>
              <a:avLst/>
              <a:gdLst/>
              <a:ahLst/>
              <a:cxnLst/>
              <a:rect l="l" t="t" r="r" b="b"/>
              <a:pathLst>
                <a:path w="7" h="27">
                  <a:moveTo>
                    <a:pt x="4" y="27"/>
                  </a:moveTo>
                  <a:cubicBezTo>
                    <a:pt x="2" y="27"/>
                    <a:pt x="0" y="25"/>
                    <a:pt x="0" y="24"/>
                  </a:cubicBezTo>
                  <a:cubicBezTo>
                    <a:pt x="0" y="3"/>
                    <a:pt x="0" y="3"/>
                    <a:pt x="0" y="3"/>
                  </a:cubicBezTo>
                  <a:cubicBezTo>
                    <a:pt x="0" y="2"/>
                    <a:pt x="2" y="0"/>
                    <a:pt x="4" y="0"/>
                  </a:cubicBezTo>
                  <a:cubicBezTo>
                    <a:pt x="5" y="0"/>
                    <a:pt x="7" y="2"/>
                    <a:pt x="7" y="3"/>
                  </a:cubicBezTo>
                  <a:cubicBezTo>
                    <a:pt x="7" y="24"/>
                    <a:pt x="7" y="24"/>
                    <a:pt x="7" y="24"/>
                  </a:cubicBezTo>
                  <a:cubicBezTo>
                    <a:pt x="7" y="25"/>
                    <a:pt x="5" y="27"/>
                    <a:pt x="4" y="2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49" name="Freeform 49"/>
            <p:cNvSpPr/>
            <p:nvPr/>
          </p:nvSpPr>
          <p:spPr>
            <a:xfrm>
              <a:off x="5357813" y="2168526"/>
              <a:ext cx="19050" cy="77788"/>
            </a:xfrm>
            <a:custGeom>
              <a:avLst/>
              <a:gdLst/>
              <a:ahLst/>
              <a:cxnLst/>
              <a:rect l="l" t="t" r="r" b="b"/>
              <a:pathLst>
                <a:path w="7" h="27">
                  <a:moveTo>
                    <a:pt x="4" y="27"/>
                  </a:moveTo>
                  <a:cubicBezTo>
                    <a:pt x="2" y="27"/>
                    <a:pt x="0" y="25"/>
                    <a:pt x="0" y="24"/>
                  </a:cubicBezTo>
                  <a:cubicBezTo>
                    <a:pt x="0" y="3"/>
                    <a:pt x="0" y="3"/>
                    <a:pt x="0" y="3"/>
                  </a:cubicBezTo>
                  <a:cubicBezTo>
                    <a:pt x="0" y="2"/>
                    <a:pt x="2" y="0"/>
                    <a:pt x="4" y="0"/>
                  </a:cubicBezTo>
                  <a:cubicBezTo>
                    <a:pt x="5" y="0"/>
                    <a:pt x="7" y="2"/>
                    <a:pt x="7" y="3"/>
                  </a:cubicBezTo>
                  <a:cubicBezTo>
                    <a:pt x="7" y="24"/>
                    <a:pt x="7" y="24"/>
                    <a:pt x="7" y="24"/>
                  </a:cubicBezTo>
                  <a:cubicBezTo>
                    <a:pt x="7" y="25"/>
                    <a:pt x="5" y="27"/>
                    <a:pt x="4" y="27"/>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0" name="Freeform 50"/>
            <p:cNvSpPr/>
            <p:nvPr/>
          </p:nvSpPr>
          <p:spPr>
            <a:xfrm>
              <a:off x="3889375" y="3252788"/>
              <a:ext cx="1011237" cy="1274763"/>
            </a:xfrm>
            <a:custGeom>
              <a:avLst/>
              <a:gdLst/>
              <a:ahLst/>
              <a:cxnLst/>
              <a:rect l="l" t="t" r="r" b="b"/>
              <a:pathLst>
                <a:path w="354" h="446">
                  <a:moveTo>
                    <a:pt x="106" y="0"/>
                  </a:moveTo>
                  <a:cubicBezTo>
                    <a:pt x="106" y="0"/>
                    <a:pt x="0" y="154"/>
                    <a:pt x="109" y="277"/>
                  </a:cubicBezTo>
                  <a:cubicBezTo>
                    <a:pt x="214" y="396"/>
                    <a:pt x="303" y="446"/>
                    <a:pt x="303" y="446"/>
                  </a:cubicBezTo>
                  <a:cubicBezTo>
                    <a:pt x="354" y="346"/>
                    <a:pt x="354" y="346"/>
                    <a:pt x="354" y="346"/>
                  </a:cubicBezTo>
                  <a:cubicBezTo>
                    <a:pt x="230" y="143"/>
                    <a:pt x="230" y="143"/>
                    <a:pt x="230" y="143"/>
                  </a:cubicBezTo>
                  <a:cubicBezTo>
                    <a:pt x="229" y="126"/>
                    <a:pt x="229" y="126"/>
                    <a:pt x="229" y="126"/>
                  </a:cubicBezTo>
                  <a:cubicBezTo>
                    <a:pt x="192" y="71"/>
                    <a:pt x="160" y="38"/>
                    <a:pt x="106" y="0"/>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51" name="Freeform 51"/>
            <p:cNvSpPr/>
            <p:nvPr/>
          </p:nvSpPr>
          <p:spPr>
            <a:xfrm>
              <a:off x="5937250" y="4181476"/>
              <a:ext cx="560387" cy="492125"/>
            </a:xfrm>
            <a:custGeom>
              <a:avLst/>
              <a:gdLst/>
              <a:ahLst/>
              <a:cxnLst/>
              <a:rect l="l" t="t" r="r" b="b"/>
              <a:pathLst>
                <a:path w="196" h="172">
                  <a:moveTo>
                    <a:pt x="35" y="34"/>
                  </a:moveTo>
                  <a:cubicBezTo>
                    <a:pt x="41" y="27"/>
                    <a:pt x="49" y="23"/>
                    <a:pt x="57" y="21"/>
                  </a:cubicBezTo>
                  <a:cubicBezTo>
                    <a:pt x="85" y="12"/>
                    <a:pt x="166" y="0"/>
                    <a:pt x="182" y="26"/>
                  </a:cubicBezTo>
                  <a:cubicBezTo>
                    <a:pt x="196" y="52"/>
                    <a:pt x="151" y="60"/>
                    <a:pt x="151" y="60"/>
                  </a:cubicBezTo>
                  <a:cubicBezTo>
                    <a:pt x="151" y="60"/>
                    <a:pt x="189" y="60"/>
                    <a:pt x="180" y="86"/>
                  </a:cubicBezTo>
                  <a:cubicBezTo>
                    <a:pt x="172" y="107"/>
                    <a:pt x="147" y="108"/>
                    <a:pt x="147" y="108"/>
                  </a:cubicBezTo>
                  <a:cubicBezTo>
                    <a:pt x="147" y="108"/>
                    <a:pt x="186" y="112"/>
                    <a:pt x="164" y="140"/>
                  </a:cubicBezTo>
                  <a:cubicBezTo>
                    <a:pt x="141" y="167"/>
                    <a:pt x="56" y="172"/>
                    <a:pt x="28" y="162"/>
                  </a:cubicBezTo>
                  <a:cubicBezTo>
                    <a:pt x="0" y="153"/>
                    <a:pt x="31" y="122"/>
                    <a:pt x="31" y="122"/>
                  </a:cubicBezTo>
                  <a:cubicBezTo>
                    <a:pt x="31" y="122"/>
                    <a:pt x="2" y="108"/>
                    <a:pt x="7" y="91"/>
                  </a:cubicBezTo>
                  <a:cubicBezTo>
                    <a:pt x="12" y="73"/>
                    <a:pt x="38" y="73"/>
                    <a:pt x="38" y="73"/>
                  </a:cubicBezTo>
                  <a:cubicBezTo>
                    <a:pt x="38" y="73"/>
                    <a:pt x="14" y="56"/>
                    <a:pt x="35" y="34"/>
                  </a:cubicBezTo>
                  <a:close/>
                </a:path>
              </a:pathLst>
            </a:custGeom>
            <a:solidFill>
              <a:srgbClr val="DD6966"/>
            </a:solidFill>
          </p:spPr>
          <p:txBody>
            <a:bodyPr vert="horz" wrap="square" lIns="91440" tIns="45720" rIns="91440" bIns="45720" anchor="t">
              <a:prstTxWarp prst="textNoShape">
                <a:avLst/>
              </a:prstTxWarp>
              <a:normAutofit/>
            </a:bodyPr>
            <a:lstStyle/>
            <a:p>
              <a:pPr marL="0" algn="l"/>
              <a:endParaRPr/>
            </a:p>
          </p:txBody>
        </p:sp>
        <p:sp>
          <p:nvSpPr>
            <p:cNvPr id="52" name="Freeform 52"/>
            <p:cNvSpPr/>
            <p:nvPr/>
          </p:nvSpPr>
          <p:spPr>
            <a:xfrm>
              <a:off x="6062663" y="4341813"/>
              <a:ext cx="317500" cy="60325"/>
            </a:xfrm>
            <a:custGeom>
              <a:avLst/>
              <a:gdLst/>
              <a:ahLst/>
              <a:cxnLst/>
              <a:rect l="l" t="t" r="r" b="b"/>
              <a:pathLst>
                <a:path w="111" h="21">
                  <a:moveTo>
                    <a:pt x="4" y="21"/>
                  </a:moveTo>
                  <a:cubicBezTo>
                    <a:pt x="2" y="21"/>
                    <a:pt x="1" y="20"/>
                    <a:pt x="0" y="18"/>
                  </a:cubicBezTo>
                  <a:cubicBezTo>
                    <a:pt x="0" y="17"/>
                    <a:pt x="1" y="15"/>
                    <a:pt x="3" y="15"/>
                  </a:cubicBezTo>
                  <a:cubicBezTo>
                    <a:pt x="107" y="0"/>
                    <a:pt x="107" y="0"/>
                    <a:pt x="107" y="0"/>
                  </a:cubicBezTo>
                  <a:cubicBezTo>
                    <a:pt x="108" y="0"/>
                    <a:pt x="110" y="1"/>
                    <a:pt x="110" y="3"/>
                  </a:cubicBezTo>
                  <a:cubicBezTo>
                    <a:pt x="111" y="5"/>
                    <a:pt x="109" y="7"/>
                    <a:pt x="108" y="7"/>
                  </a:cubicBezTo>
                  <a:cubicBezTo>
                    <a:pt x="4" y="21"/>
                    <a:pt x="4" y="21"/>
                    <a:pt x="4" y="21"/>
                  </a:cubicBezTo>
                  <a:cubicBezTo>
                    <a:pt x="4" y="21"/>
                    <a:pt x="4" y="21"/>
                    <a:pt x="4" y="21"/>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3" name="Freeform 53"/>
            <p:cNvSpPr/>
            <p:nvPr/>
          </p:nvSpPr>
          <p:spPr>
            <a:xfrm>
              <a:off x="6051550" y="4478338"/>
              <a:ext cx="317500" cy="57150"/>
            </a:xfrm>
            <a:custGeom>
              <a:avLst/>
              <a:gdLst/>
              <a:ahLst/>
              <a:cxnLst/>
              <a:rect l="l" t="t" r="r" b="b"/>
              <a:pathLst>
                <a:path w="111" h="20">
                  <a:moveTo>
                    <a:pt x="3" y="20"/>
                  </a:moveTo>
                  <a:cubicBezTo>
                    <a:pt x="2" y="20"/>
                    <a:pt x="0" y="19"/>
                    <a:pt x="0" y="17"/>
                  </a:cubicBezTo>
                  <a:cubicBezTo>
                    <a:pt x="0" y="16"/>
                    <a:pt x="1" y="14"/>
                    <a:pt x="3" y="14"/>
                  </a:cubicBezTo>
                  <a:cubicBezTo>
                    <a:pt x="107" y="1"/>
                    <a:pt x="107" y="1"/>
                    <a:pt x="107" y="1"/>
                  </a:cubicBezTo>
                  <a:cubicBezTo>
                    <a:pt x="109" y="0"/>
                    <a:pt x="110" y="2"/>
                    <a:pt x="111" y="3"/>
                  </a:cubicBezTo>
                  <a:cubicBezTo>
                    <a:pt x="111" y="5"/>
                    <a:pt x="110" y="7"/>
                    <a:pt x="108" y="7"/>
                  </a:cubicBezTo>
                  <a:cubicBezTo>
                    <a:pt x="4" y="20"/>
                    <a:pt x="4" y="20"/>
                    <a:pt x="4" y="20"/>
                  </a:cubicBezTo>
                  <a:cubicBezTo>
                    <a:pt x="3" y="20"/>
                    <a:pt x="3" y="20"/>
                    <a:pt x="3" y="20"/>
                  </a:cubicBezTo>
                  <a:close/>
                </a:path>
              </a:pathLst>
            </a:custGeom>
            <a:solidFill>
              <a:srgbClr val="000000"/>
            </a:solidFill>
          </p:spPr>
          <p:txBody>
            <a:bodyPr vert="horz" wrap="square" lIns="91440" tIns="45720" rIns="91440" bIns="45720" anchor="t">
              <a:prstTxWarp prst="textNoShape">
                <a:avLst/>
              </a:prstTxWarp>
              <a:normAutofit/>
            </a:bodyPr>
            <a:lstStyle/>
            <a:p>
              <a:pPr marL="0" algn="l"/>
              <a:endParaRPr/>
            </a:p>
          </p:txBody>
        </p:sp>
        <p:sp>
          <p:nvSpPr>
            <p:cNvPr id="54" name="Freeform 54"/>
            <p:cNvSpPr/>
            <p:nvPr/>
          </p:nvSpPr>
          <p:spPr>
            <a:xfrm>
              <a:off x="4021138" y="2652713"/>
              <a:ext cx="758825" cy="1128713"/>
            </a:xfrm>
            <a:custGeom>
              <a:avLst/>
              <a:gdLst/>
              <a:ahLst/>
              <a:cxnLst/>
              <a:rect l="l" t="t" r="r" b="b"/>
              <a:pathLst>
                <a:path w="266" h="395">
                  <a:moveTo>
                    <a:pt x="0" y="289"/>
                  </a:moveTo>
                  <a:cubicBezTo>
                    <a:pt x="0" y="289"/>
                    <a:pt x="43" y="147"/>
                    <a:pt x="144" y="67"/>
                  </a:cubicBezTo>
                  <a:cubicBezTo>
                    <a:pt x="215" y="11"/>
                    <a:pt x="266" y="0"/>
                    <a:pt x="266" y="0"/>
                  </a:cubicBezTo>
                  <a:cubicBezTo>
                    <a:pt x="226" y="395"/>
                    <a:pt x="226" y="395"/>
                    <a:pt x="226" y="395"/>
                  </a:cubicBezTo>
                  <a:lnTo>
                    <a:pt x="0" y="289"/>
                  </a:lnTo>
                  <a:close/>
                </a:path>
              </a:pathLst>
            </a:custGeom>
            <a:solidFill>
              <a:schemeClr val="accent6"/>
            </a:solidFill>
          </p:spPr>
          <p:txBody>
            <a:bodyPr vert="horz" wrap="square" lIns="91440" tIns="45720" rIns="91440" bIns="45720" anchor="t">
              <a:prstTxWarp prst="textNoShape">
                <a:avLst/>
              </a:prstTxWarp>
              <a:normAutofit/>
            </a:bodyPr>
            <a:lstStyle/>
            <a:p>
              <a:pPr marL="0" algn="l"/>
              <a:endParaRPr/>
            </a:p>
          </p:txBody>
        </p:sp>
        <p:sp>
          <p:nvSpPr>
            <p:cNvPr id="55" name="Freeform 55"/>
            <p:cNvSpPr/>
            <p:nvPr/>
          </p:nvSpPr>
          <p:spPr>
            <a:xfrm>
              <a:off x="4643438" y="3506788"/>
              <a:ext cx="71437" cy="217488"/>
            </a:xfrm>
            <a:custGeom>
              <a:avLst/>
              <a:gdLst/>
              <a:ahLst/>
              <a:cxnLst/>
              <a:rect l="l" t="t" r="r" b="b"/>
              <a:pathLst>
                <a:path w="25" h="76">
                  <a:moveTo>
                    <a:pt x="4" y="76"/>
                  </a:moveTo>
                  <a:cubicBezTo>
                    <a:pt x="4" y="76"/>
                    <a:pt x="3" y="76"/>
                    <a:pt x="3" y="76"/>
                  </a:cubicBezTo>
                  <a:cubicBezTo>
                    <a:pt x="1" y="76"/>
                    <a:pt x="0" y="74"/>
                    <a:pt x="1" y="72"/>
                  </a:cubicBezTo>
                  <a:cubicBezTo>
                    <a:pt x="18" y="3"/>
                    <a:pt x="18" y="3"/>
                    <a:pt x="18" y="3"/>
                  </a:cubicBezTo>
                  <a:cubicBezTo>
                    <a:pt x="19" y="1"/>
                    <a:pt x="20" y="0"/>
                    <a:pt x="22" y="0"/>
                  </a:cubicBezTo>
                  <a:cubicBezTo>
                    <a:pt x="24" y="1"/>
                    <a:pt x="25" y="3"/>
                    <a:pt x="24" y="4"/>
                  </a:cubicBezTo>
                  <a:cubicBezTo>
                    <a:pt x="7" y="74"/>
                    <a:pt x="7" y="74"/>
                    <a:pt x="7" y="74"/>
                  </a:cubicBezTo>
                  <a:cubicBezTo>
                    <a:pt x="7" y="75"/>
                    <a:pt x="5" y="76"/>
                    <a:pt x="4" y="76"/>
                  </a:cubicBezTo>
                  <a:close/>
                </a:path>
              </a:pathLst>
            </a:custGeom>
            <a:solidFill>
              <a:srgbClr val="FFFFFF"/>
            </a:solidFill>
          </p:spPr>
          <p:txBody>
            <a:bodyPr vert="horz" wrap="square" lIns="91440" tIns="45720" rIns="91440" bIns="45720" anchor="t">
              <a:prstTxWarp prst="textNoShape">
                <a:avLst/>
              </a:prstTxWarp>
              <a:normAutofit/>
            </a:bodyPr>
            <a:lstStyle/>
            <a:p>
              <a:pPr marL="0" algn="l"/>
              <a:endParaRPr/>
            </a:p>
          </p:txBody>
        </p:sp>
      </p:grpSp>
      <p:sp>
        <p:nvSpPr>
          <p:cNvPr id="56" name="AutoShape 56"/>
          <p:cNvSpPr/>
          <p:nvPr/>
        </p:nvSpPr>
        <p:spPr>
          <a:xfrm>
            <a:off x="1160524" y="1655672"/>
            <a:ext cx="4936403" cy="338553"/>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MySQL, PostgreSQL, and MongoDB</a:t>
            </a:r>
          </a:p>
        </p:txBody>
      </p:sp>
      <p:sp>
        <p:nvSpPr>
          <p:cNvPr id="57" name="AutoShape 57"/>
          <p:cNvSpPr/>
          <p:nvPr/>
        </p:nvSpPr>
        <p:spPr>
          <a:xfrm>
            <a:off x="1160525" y="1998332"/>
            <a:ext cx="4936405" cy="698717"/>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ln/>
                <a:solidFill>
                  <a:srgbClr val="000000"/>
                </a:solidFill>
                <a:latin typeface="微软雅黑"/>
                <a:ea typeface="微软雅黑"/>
              </a:rPr>
              <a:t>MySQL dan PostgreSQL adalah pilihan populer untuk database relasional yang menawarkan keamanan dan konsistensi, sedangkan MongoDB merupakan pilihan yang baik untuk data yang tidak terstruktur dengan skalabilitas yang tinggi.</a:t>
            </a:r>
          </a:p>
        </p:txBody>
      </p:sp>
      <p:grpSp>
        <p:nvGrpSpPr>
          <p:cNvPr id="58" name="Group 58"/>
          <p:cNvGrpSpPr/>
          <p:nvPr/>
        </p:nvGrpSpPr>
        <p:grpSpPr>
          <a:xfrm>
            <a:off x="577198" y="1795980"/>
            <a:ext cx="540000" cy="540000"/>
            <a:chOff x="2877184" y="5061343"/>
            <a:chExt cx="540000" cy="540000"/>
          </a:xfrm>
        </p:grpSpPr>
        <p:sp>
          <p:nvSpPr>
            <p:cNvPr id="59" name="TextBox 59"/>
            <p:cNvSpPr txBox="1"/>
            <p:nvPr/>
          </p:nvSpPr>
          <p:spPr>
            <a:xfrm>
              <a:off x="2877184" y="5061343"/>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60" name="Freeform 60"/>
            <p:cNvSpPr/>
            <p:nvPr/>
          </p:nvSpPr>
          <p:spPr>
            <a:xfrm>
              <a:off x="3034070" y="5193640"/>
              <a:ext cx="226228" cy="275406"/>
            </a:xfrm>
            <a:custGeom>
              <a:avLst/>
              <a:gdLst/>
              <a:ahLst/>
              <a:cxnLst/>
              <a:rect l="l" t="t" r="r" b="b"/>
              <a:pathLst>
                <a:path w="438150" h="533400">
                  <a:moveTo>
                    <a:pt x="284197" y="621"/>
                  </a:moveTo>
                  <a:cubicBezTo>
                    <a:pt x="285149" y="621"/>
                    <a:pt x="286102" y="621"/>
                    <a:pt x="286102" y="621"/>
                  </a:cubicBezTo>
                  <a:lnTo>
                    <a:pt x="286102" y="124446"/>
                  </a:lnTo>
                  <a:lnTo>
                    <a:pt x="286102" y="126351"/>
                  </a:lnTo>
                  <a:cubicBezTo>
                    <a:pt x="287055" y="141591"/>
                    <a:pt x="299437" y="153021"/>
                    <a:pt x="314677" y="153021"/>
                  </a:cubicBezTo>
                  <a:lnTo>
                    <a:pt x="314677" y="153021"/>
                  </a:lnTo>
                  <a:lnTo>
                    <a:pt x="438502" y="153021"/>
                  </a:lnTo>
                  <a:cubicBezTo>
                    <a:pt x="438502" y="153974"/>
                    <a:pt x="438502" y="154926"/>
                    <a:pt x="438502" y="154926"/>
                  </a:cubicBezTo>
                  <a:lnTo>
                    <a:pt x="438502" y="505446"/>
                  </a:lnTo>
                  <a:cubicBezTo>
                    <a:pt x="438502" y="521639"/>
                    <a:pt x="426120" y="534021"/>
                    <a:pt x="409927" y="534021"/>
                  </a:cubicBezTo>
                  <a:lnTo>
                    <a:pt x="28927" y="534021"/>
                  </a:lnTo>
                  <a:cubicBezTo>
                    <a:pt x="12734" y="534021"/>
                    <a:pt x="352" y="521639"/>
                    <a:pt x="352" y="505446"/>
                  </a:cubicBezTo>
                  <a:lnTo>
                    <a:pt x="352" y="29196"/>
                  </a:lnTo>
                  <a:cubicBezTo>
                    <a:pt x="352" y="13004"/>
                    <a:pt x="12734" y="621"/>
                    <a:pt x="28927" y="621"/>
                  </a:cubicBezTo>
                  <a:lnTo>
                    <a:pt x="284197" y="621"/>
                  </a:lnTo>
                  <a:close/>
                  <a:moveTo>
                    <a:pt x="248002" y="200646"/>
                  </a:moveTo>
                  <a:lnTo>
                    <a:pt x="152752" y="200646"/>
                  </a:lnTo>
                  <a:lnTo>
                    <a:pt x="152752" y="410196"/>
                  </a:lnTo>
                  <a:lnTo>
                    <a:pt x="171802" y="410196"/>
                  </a:lnTo>
                  <a:lnTo>
                    <a:pt x="171802" y="314946"/>
                  </a:lnTo>
                  <a:lnTo>
                    <a:pt x="248002" y="314946"/>
                  </a:lnTo>
                  <a:lnTo>
                    <a:pt x="249907" y="314946"/>
                  </a:lnTo>
                  <a:cubicBezTo>
                    <a:pt x="280387" y="313994"/>
                    <a:pt x="305152" y="288276"/>
                    <a:pt x="305152" y="257796"/>
                  </a:cubicBezTo>
                  <a:cubicBezTo>
                    <a:pt x="305152" y="226364"/>
                    <a:pt x="279434" y="200646"/>
                    <a:pt x="248002" y="200646"/>
                  </a:cubicBezTo>
                  <a:lnTo>
                    <a:pt x="248002" y="200646"/>
                  </a:lnTo>
                  <a:close/>
                  <a:moveTo>
                    <a:pt x="248002" y="219696"/>
                  </a:moveTo>
                  <a:cubicBezTo>
                    <a:pt x="268957" y="219696"/>
                    <a:pt x="286102" y="236841"/>
                    <a:pt x="286102" y="257796"/>
                  </a:cubicBezTo>
                  <a:cubicBezTo>
                    <a:pt x="286102" y="278751"/>
                    <a:pt x="268957" y="295896"/>
                    <a:pt x="248002" y="295896"/>
                  </a:cubicBezTo>
                  <a:lnTo>
                    <a:pt x="248002" y="295896"/>
                  </a:lnTo>
                  <a:lnTo>
                    <a:pt x="171802" y="295896"/>
                  </a:lnTo>
                  <a:lnTo>
                    <a:pt x="171802" y="219696"/>
                  </a:lnTo>
                  <a:lnTo>
                    <a:pt x="248002" y="219696"/>
                  </a:lnTo>
                  <a:close/>
                  <a:moveTo>
                    <a:pt x="428977" y="133971"/>
                  </a:moveTo>
                  <a:lnTo>
                    <a:pt x="314677" y="133971"/>
                  </a:lnTo>
                  <a:lnTo>
                    <a:pt x="313724" y="133971"/>
                  </a:lnTo>
                  <a:cubicBezTo>
                    <a:pt x="308962" y="133019"/>
                    <a:pt x="305152" y="129209"/>
                    <a:pt x="305152" y="124446"/>
                  </a:cubicBezTo>
                  <a:lnTo>
                    <a:pt x="305152" y="124446"/>
                  </a:lnTo>
                  <a:lnTo>
                    <a:pt x="305152" y="10146"/>
                  </a:lnTo>
                  <a:lnTo>
                    <a:pt x="428977" y="133971"/>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61" name="AutoShape 61"/>
          <p:cNvSpPr/>
          <p:nvPr/>
        </p:nvSpPr>
        <p:spPr>
          <a:xfrm>
            <a:off x="1160527" y="4028682"/>
            <a:ext cx="4936403" cy="338553"/>
          </a:xfrm>
          <a:prstGeom prst="rect">
            <a:avLst/>
          </a:prstGeom>
          <a:noFill/>
          <a:ln cap="flat" cmpd="sng">
            <a:prstDash val="solid"/>
          </a:ln>
        </p:spPr>
        <p:txBody>
          <a:bodyPr vert="horz" wrap="square" lIns="91440" tIns="45720" rIns="91440" bIns="45720" anchor="t">
            <a:spAutoFit/>
          </a:bodyPr>
          <a:lstStyle/>
          <a:p>
            <a:pPr marL="0" algn="l"/>
            <a:r>
              <a:rPr lang="zh-CN" altLang="en-US" sz="1600" b="1" i="0" u="none" baseline="0">
                <a:solidFill>
                  <a:srgbClr val="000000"/>
                </a:solidFill>
                <a:latin typeface="微软雅黑"/>
                <a:ea typeface="微软雅黑"/>
              </a:rPr>
              <a:t>Choosing a Database System</a:t>
            </a:r>
          </a:p>
        </p:txBody>
      </p:sp>
      <p:sp>
        <p:nvSpPr>
          <p:cNvPr id="62" name="AutoShape 62"/>
          <p:cNvSpPr/>
          <p:nvPr/>
        </p:nvSpPr>
        <p:spPr>
          <a:xfrm>
            <a:off x="1160528" y="4377693"/>
            <a:ext cx="4936403" cy="698717"/>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ln/>
                <a:solidFill>
                  <a:srgbClr val="000000"/>
                </a:solidFill>
                <a:latin typeface="微软雅黑"/>
                <a:ea typeface="微软雅黑"/>
              </a:rPr>
              <a:t>Pemilihan sistem database melibatkan analisis kebutuhan aplikasi, volume data yang diharapkan, serta kemampuan tim dalam mengelola dan mengoptimasi database tersebut.</a:t>
            </a:r>
          </a:p>
        </p:txBody>
      </p:sp>
      <p:sp>
        <p:nvSpPr>
          <p:cNvPr id="63" name="TextBox 63"/>
          <p:cNvSpPr txBox="1"/>
          <p:nvPr/>
        </p:nvSpPr>
        <p:spPr>
          <a:xfrm>
            <a:off x="577198" y="4168991"/>
            <a:ext cx="540000" cy="540000"/>
          </a:xfrm>
          <a:prstGeom prst="ellipse">
            <a:avLst/>
          </a:prstGeom>
          <a:solidFill>
            <a:schemeClr val="accent1"/>
          </a:solidFill>
        </p:spPr>
        <p:txBody>
          <a:bodyPr vert="horz" wrap="none" lIns="108000" tIns="108000" rIns="108000" bIns="108000" rtlCol="0" anchor="ctr">
            <a:noAutofit/>
          </a:bodyPr>
          <a:lstStyle/>
          <a:p>
            <a:pPr marL="0" algn="ctr">
              <a:defRPr/>
            </a:pPr>
            <a:endParaRPr lang="en-US" sz="1100"/>
          </a:p>
        </p:txBody>
      </p:sp>
      <p:sp>
        <p:nvSpPr>
          <p:cNvPr id="64" name="Freeform 64"/>
          <p:cNvSpPr/>
          <p:nvPr/>
        </p:nvSpPr>
        <p:spPr>
          <a:xfrm>
            <a:off x="719330" y="4298829"/>
            <a:ext cx="255736" cy="280324"/>
          </a:xfrm>
          <a:custGeom>
            <a:avLst/>
            <a:gdLst/>
            <a:ahLst/>
            <a:cxnLst/>
            <a:rect l="l" t="t" r="r" b="b"/>
            <a:pathLst>
              <a:path w="495300" h="542925">
                <a:moveTo>
                  <a:pt x="248770" y="621"/>
                </a:moveTo>
                <a:cubicBezTo>
                  <a:pt x="385930" y="621"/>
                  <a:pt x="496420" y="111111"/>
                  <a:pt x="496420" y="248271"/>
                </a:cubicBezTo>
                <a:cubicBezTo>
                  <a:pt x="496420" y="358761"/>
                  <a:pt x="424030" y="452106"/>
                  <a:pt x="324017" y="484491"/>
                </a:cubicBezTo>
                <a:lnTo>
                  <a:pt x="346877" y="524496"/>
                </a:lnTo>
                <a:lnTo>
                  <a:pt x="420220" y="524496"/>
                </a:lnTo>
                <a:lnTo>
                  <a:pt x="420220" y="543546"/>
                </a:lnTo>
                <a:lnTo>
                  <a:pt x="77320" y="543546"/>
                </a:lnTo>
                <a:lnTo>
                  <a:pt x="77320" y="524496"/>
                </a:lnTo>
                <a:lnTo>
                  <a:pt x="150663" y="524496"/>
                </a:lnTo>
                <a:lnTo>
                  <a:pt x="173523" y="484491"/>
                </a:lnTo>
                <a:cubicBezTo>
                  <a:pt x="73510" y="453059"/>
                  <a:pt x="1120" y="358761"/>
                  <a:pt x="1120" y="248271"/>
                </a:cubicBezTo>
                <a:cubicBezTo>
                  <a:pt x="1120" y="111111"/>
                  <a:pt x="111610" y="621"/>
                  <a:pt x="248770" y="621"/>
                </a:cubicBezTo>
                <a:close/>
                <a:moveTo>
                  <a:pt x="192573" y="489254"/>
                </a:moveTo>
                <a:lnTo>
                  <a:pt x="172570" y="524496"/>
                </a:lnTo>
                <a:lnTo>
                  <a:pt x="324970" y="524496"/>
                </a:lnTo>
                <a:lnTo>
                  <a:pt x="304967" y="489254"/>
                </a:lnTo>
                <a:cubicBezTo>
                  <a:pt x="286870" y="493064"/>
                  <a:pt x="267820" y="495921"/>
                  <a:pt x="248770" y="495921"/>
                </a:cubicBezTo>
                <a:cubicBezTo>
                  <a:pt x="229720" y="495921"/>
                  <a:pt x="210670" y="493064"/>
                  <a:pt x="192573" y="489254"/>
                </a:cubicBezTo>
                <a:close/>
                <a:moveTo>
                  <a:pt x="248770" y="143496"/>
                </a:moveTo>
                <a:cubicBezTo>
                  <a:pt x="190667" y="143496"/>
                  <a:pt x="143995" y="190169"/>
                  <a:pt x="143995" y="248271"/>
                </a:cubicBezTo>
                <a:cubicBezTo>
                  <a:pt x="143995" y="306374"/>
                  <a:pt x="190667" y="353046"/>
                  <a:pt x="248770" y="353046"/>
                </a:cubicBezTo>
                <a:cubicBezTo>
                  <a:pt x="306873" y="353046"/>
                  <a:pt x="353545" y="306374"/>
                  <a:pt x="353545" y="248271"/>
                </a:cubicBezTo>
                <a:cubicBezTo>
                  <a:pt x="353545" y="190169"/>
                  <a:pt x="306873" y="143496"/>
                  <a:pt x="248770" y="143496"/>
                </a:cubicBezTo>
                <a:close/>
                <a:moveTo>
                  <a:pt x="367833" y="114921"/>
                </a:moveTo>
                <a:cubicBezTo>
                  <a:pt x="360213" y="114921"/>
                  <a:pt x="353545" y="121589"/>
                  <a:pt x="353545" y="129209"/>
                </a:cubicBezTo>
                <a:cubicBezTo>
                  <a:pt x="353545" y="136829"/>
                  <a:pt x="360213" y="143496"/>
                  <a:pt x="367833" y="143496"/>
                </a:cubicBezTo>
                <a:cubicBezTo>
                  <a:pt x="375452" y="143496"/>
                  <a:pt x="382120" y="136829"/>
                  <a:pt x="382120" y="129209"/>
                </a:cubicBezTo>
                <a:cubicBezTo>
                  <a:pt x="382120" y="121589"/>
                  <a:pt x="375452" y="114921"/>
                  <a:pt x="367833" y="11492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Web Development Process</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05</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Stages of Development</a:t>
            </a:r>
          </a:p>
        </p:txBody>
      </p:sp>
      <p:sp>
        <p:nvSpPr>
          <p:cNvPr id="3" name="AutoShape 3"/>
          <p:cNvSpPr/>
          <p:nvPr/>
        </p:nvSpPr>
        <p:spPr>
          <a:xfrm>
            <a:off x="8776388" y="2793017"/>
            <a:ext cx="3098114"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a:solidFill>
                  <a:srgbClr val="000000"/>
                </a:solidFill>
                <a:latin typeface="微软雅黑"/>
                <a:ea typeface="微软雅黑"/>
              </a:rPr>
              <a:t>System Design</a:t>
            </a:r>
          </a:p>
        </p:txBody>
      </p:sp>
      <p:sp>
        <p:nvSpPr>
          <p:cNvPr id="4" name="AutoShape 4"/>
          <p:cNvSpPr/>
          <p:nvPr/>
        </p:nvSpPr>
        <p:spPr>
          <a:xfrm>
            <a:off x="8776388" y="3393972"/>
            <a:ext cx="3098112" cy="700192"/>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Desain sistem meliputi perancangan struktur halaman, alur pengguna, dan algoritma yang dibutuhkan untuk setiap fitur. Ini memastikan bahwa semua bagian dari sistem saling terintegrasi dan berjalan dengan baik.</a:t>
            </a:r>
          </a:p>
        </p:txBody>
      </p:sp>
      <p:cxnSp>
        <p:nvCxnSpPr>
          <p:cNvPr id="5" name="Connector 5"/>
          <p:cNvCxnSpPr/>
          <p:nvPr/>
        </p:nvCxnSpPr>
        <p:spPr>
          <a:xfrm>
            <a:off x="9050527" y="2684563"/>
            <a:ext cx="2344400" cy="0"/>
          </a:xfrm>
          <a:prstGeom prst="straightConnector1">
            <a:avLst/>
          </a:prstGeom>
          <a:ln w="25400" cap="flat" cmpd="sng">
            <a:solidFill>
              <a:schemeClr val="accent2"/>
            </a:solidFill>
            <a:prstDash val="solid"/>
          </a:ln>
        </p:spPr>
      </p:cxnSp>
      <p:sp>
        <p:nvSpPr>
          <p:cNvPr id="6" name="TextBox 6"/>
          <p:cNvSpPr txBox="1"/>
          <p:nvPr/>
        </p:nvSpPr>
        <p:spPr>
          <a:xfrm>
            <a:off x="9050527" y="1422252"/>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2">
                    <a:alpha val="20000"/>
                  </a:schemeClr>
                </a:solidFill>
                <a:latin typeface="Arial"/>
                <a:ea typeface="Arial"/>
              </a:rPr>
              <a:t>02</a:t>
            </a:r>
            <a:endParaRPr lang="en-US" sz="1100"/>
          </a:p>
        </p:txBody>
      </p:sp>
      <p:sp>
        <p:nvSpPr>
          <p:cNvPr id="7" name="AutoShape 7"/>
          <p:cNvSpPr/>
          <p:nvPr/>
        </p:nvSpPr>
        <p:spPr>
          <a:xfrm>
            <a:off x="384230" y="2793017"/>
            <a:ext cx="3121058"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a:solidFill>
                  <a:srgbClr val="000000"/>
                </a:solidFill>
                <a:latin typeface="微软雅黑"/>
                <a:ea typeface="微软雅黑"/>
              </a:rPr>
              <a:t>Requirement Analysis</a:t>
            </a:r>
          </a:p>
        </p:txBody>
      </p:sp>
      <p:sp>
        <p:nvSpPr>
          <p:cNvPr id="8" name="AutoShape 8"/>
          <p:cNvSpPr/>
          <p:nvPr/>
        </p:nvSpPr>
        <p:spPr>
          <a:xfrm>
            <a:off x="384230" y="3393972"/>
            <a:ext cx="3121058" cy="700192"/>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a:solidFill>
                  <a:srgbClr val="000000"/>
                </a:solidFill>
                <a:latin typeface="微软雅黑"/>
                <a:ea typeface="微软雅黑"/>
              </a:rPr>
              <a:t>Analisis kebutuhan mencakup identifikasi tujuan proyek dan pengumpulan spesifikasi dari klien, termasuk fungsi utama dan non-fungsional yang diharapkan dari aplikasi web yang akan dibangun.</a:t>
            </a:r>
          </a:p>
        </p:txBody>
      </p:sp>
      <p:cxnSp>
        <p:nvCxnSpPr>
          <p:cNvPr id="9" name="Connector 9"/>
          <p:cNvCxnSpPr/>
          <p:nvPr/>
        </p:nvCxnSpPr>
        <p:spPr>
          <a:xfrm>
            <a:off x="660399" y="2684563"/>
            <a:ext cx="2344400" cy="0"/>
          </a:xfrm>
          <a:prstGeom prst="straightConnector1">
            <a:avLst/>
          </a:prstGeom>
          <a:ln w="25400" cap="flat" cmpd="sng">
            <a:solidFill>
              <a:schemeClr val="accent1"/>
            </a:solidFill>
            <a:prstDash val="solid"/>
          </a:ln>
        </p:spPr>
      </p:cxnSp>
      <p:sp>
        <p:nvSpPr>
          <p:cNvPr id="10" name="TextBox 10"/>
          <p:cNvSpPr txBox="1"/>
          <p:nvPr/>
        </p:nvSpPr>
        <p:spPr>
          <a:xfrm>
            <a:off x="660399" y="1422252"/>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1">
                    <a:alpha val="20000"/>
                  </a:schemeClr>
                </a:solidFill>
                <a:latin typeface="Arial"/>
                <a:ea typeface="Arial"/>
              </a:rPr>
              <a:t>01</a:t>
            </a:r>
            <a:endParaRPr lang="en-US" sz="1100"/>
          </a:p>
        </p:txBody>
      </p:sp>
      <p:grpSp>
        <p:nvGrpSpPr>
          <p:cNvPr id="11" name="Group 11"/>
          <p:cNvGrpSpPr/>
          <p:nvPr/>
        </p:nvGrpSpPr>
        <p:grpSpPr>
          <a:xfrm>
            <a:off x="3605803" y="1422252"/>
            <a:ext cx="4967693" cy="2590456"/>
            <a:chOff x="4233874" y="2934424"/>
            <a:chExt cx="3886210" cy="2026506"/>
          </a:xfrm>
        </p:grpSpPr>
        <p:sp>
          <p:nvSpPr>
            <p:cNvPr id="12" name="Freeform 12"/>
            <p:cNvSpPr/>
            <p:nvPr/>
          </p:nvSpPr>
          <p:spPr>
            <a:xfrm>
              <a:off x="5341674" y="3351310"/>
              <a:ext cx="2695672" cy="1588182"/>
            </a:xfrm>
            <a:custGeom>
              <a:avLst/>
              <a:gdLst/>
              <a:ahLst/>
              <a:cxnLst/>
              <a:rect l="l" t="t" r="r" b="b"/>
              <a:pathLst>
                <a:path w="4272351" h="2517097">
                  <a:moveTo>
                    <a:pt x="4272352" y="2517098"/>
                  </a:moveTo>
                  <a:lnTo>
                    <a:pt x="0" y="2517098"/>
                  </a:lnTo>
                  <a:lnTo>
                    <a:pt x="0" y="2136176"/>
                  </a:lnTo>
                  <a:cubicBezTo>
                    <a:pt x="0" y="956369"/>
                    <a:pt x="956436" y="0"/>
                    <a:pt x="2136176" y="0"/>
                  </a:cubicBezTo>
                  <a:lnTo>
                    <a:pt x="2136176" y="0"/>
                  </a:lnTo>
                  <a:cubicBezTo>
                    <a:pt x="3315982" y="0"/>
                    <a:pt x="4272352" y="956436"/>
                    <a:pt x="4272352" y="2136176"/>
                  </a:cubicBezTo>
                  <a:lnTo>
                    <a:pt x="4272352" y="2517098"/>
                  </a:lnTo>
                  <a:close/>
                </a:path>
              </a:pathLst>
            </a:custGeom>
            <a:solidFill>
              <a:schemeClr val="accent1">
                <a:alpha val="15000"/>
              </a:schemeClr>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6623812" y="3978152"/>
              <a:ext cx="70106" cy="71288"/>
            </a:xfrm>
            <a:custGeom>
              <a:avLst/>
              <a:gdLst/>
              <a:ahLst/>
              <a:cxnLst/>
              <a:rect l="l" t="t" r="r" b="b"/>
              <a:pathLst>
                <a:path w="111110" h="112984">
                  <a:moveTo>
                    <a:pt x="107055" y="11392"/>
                  </a:moveTo>
                  <a:cubicBezTo>
                    <a:pt x="107055" y="11392"/>
                    <a:pt x="134369" y="88602"/>
                    <a:pt x="47232" y="112984"/>
                  </a:cubicBezTo>
                  <a:lnTo>
                    <a:pt x="0" y="0"/>
                  </a:lnTo>
                  <a:lnTo>
                    <a:pt x="107055" y="11392"/>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5757886" y="3985340"/>
              <a:ext cx="92473" cy="71540"/>
            </a:xfrm>
            <a:custGeom>
              <a:avLst/>
              <a:gdLst/>
              <a:ahLst/>
              <a:cxnLst/>
              <a:rect l="l" t="t" r="r" b="b"/>
              <a:pathLst>
                <a:path w="146560" h="113383">
                  <a:moveTo>
                    <a:pt x="467" y="0"/>
                  </a:moveTo>
                  <a:cubicBezTo>
                    <a:pt x="467" y="0"/>
                    <a:pt x="-14455" y="89801"/>
                    <a:pt x="124377" y="113384"/>
                  </a:cubicBezTo>
                  <a:lnTo>
                    <a:pt x="146561" y="13723"/>
                  </a:lnTo>
                  <a:lnTo>
                    <a:pt x="467" y="0"/>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5354789" y="3114790"/>
              <a:ext cx="299571" cy="478968"/>
            </a:xfrm>
            <a:custGeom>
              <a:avLst/>
              <a:gdLst/>
              <a:ahLst/>
              <a:cxnLst/>
              <a:rect l="l" t="t" r="r" b="b"/>
              <a:pathLst>
                <a:path w="474787" h="759113">
                  <a:moveTo>
                    <a:pt x="431819" y="759113"/>
                  </a:moveTo>
                  <a:lnTo>
                    <a:pt x="42969" y="759113"/>
                  </a:lnTo>
                  <a:cubicBezTo>
                    <a:pt x="19253" y="759113"/>
                    <a:pt x="0" y="739860"/>
                    <a:pt x="0" y="716144"/>
                  </a:cubicBezTo>
                  <a:lnTo>
                    <a:pt x="0" y="42969"/>
                  </a:lnTo>
                  <a:cubicBezTo>
                    <a:pt x="0" y="19253"/>
                    <a:pt x="19253" y="0"/>
                    <a:pt x="42969" y="0"/>
                  </a:cubicBezTo>
                  <a:lnTo>
                    <a:pt x="431819" y="0"/>
                  </a:lnTo>
                  <a:cubicBezTo>
                    <a:pt x="455535" y="0"/>
                    <a:pt x="474787" y="19253"/>
                    <a:pt x="474787" y="42969"/>
                  </a:cubicBezTo>
                  <a:lnTo>
                    <a:pt x="474787" y="716144"/>
                  </a:lnTo>
                  <a:cubicBezTo>
                    <a:pt x="474787" y="739860"/>
                    <a:pt x="455535" y="759113"/>
                    <a:pt x="431819" y="759113"/>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5354746" y="3114748"/>
              <a:ext cx="281749" cy="116389"/>
            </a:xfrm>
            <a:custGeom>
              <a:avLst/>
              <a:gdLst/>
              <a:ahLst/>
              <a:cxnLst/>
              <a:rect l="l" t="t" r="r" b="b"/>
              <a:pathLst>
                <a:path w="446541" h="184465">
                  <a:moveTo>
                    <a:pt x="42969" y="67"/>
                  </a:moveTo>
                  <a:cubicBezTo>
                    <a:pt x="19253" y="67"/>
                    <a:pt x="0" y="19319"/>
                    <a:pt x="0" y="43035"/>
                  </a:cubicBezTo>
                  <a:lnTo>
                    <a:pt x="0" y="184466"/>
                  </a:lnTo>
                  <a:lnTo>
                    <a:pt x="381988" y="184466"/>
                  </a:lnTo>
                  <a:cubicBezTo>
                    <a:pt x="417629" y="184466"/>
                    <a:pt x="446541" y="155553"/>
                    <a:pt x="446541" y="119913"/>
                  </a:cubicBezTo>
                  <a:lnTo>
                    <a:pt x="446541" y="8127"/>
                  </a:lnTo>
                  <a:cubicBezTo>
                    <a:pt x="446541" y="6196"/>
                    <a:pt x="446341" y="4330"/>
                    <a:pt x="446075" y="2465"/>
                  </a:cubicBezTo>
                  <a:cubicBezTo>
                    <a:pt x="441611" y="933"/>
                    <a:pt x="436881" y="0"/>
                    <a:pt x="431885" y="0"/>
                  </a:cubicBezTo>
                  <a:lnTo>
                    <a:pt x="42969" y="0"/>
                  </a:ln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4762449" y="4112440"/>
              <a:ext cx="108544" cy="426946"/>
            </a:xfrm>
            <a:custGeom>
              <a:avLst/>
              <a:gdLst/>
              <a:ahLst/>
              <a:cxnLst/>
              <a:rect l="l" t="t" r="r" b="b"/>
              <a:pathLst>
                <a:path w="172031" h="676664">
                  <a:moveTo>
                    <a:pt x="159296" y="669191"/>
                  </a:moveTo>
                  <a:lnTo>
                    <a:pt x="107467" y="676519"/>
                  </a:lnTo>
                  <a:cubicBezTo>
                    <a:pt x="99407" y="677651"/>
                    <a:pt x="91879" y="672056"/>
                    <a:pt x="90746" y="663928"/>
                  </a:cubicBezTo>
                  <a:lnTo>
                    <a:pt x="146" y="24195"/>
                  </a:lnTo>
                  <a:cubicBezTo>
                    <a:pt x="-987" y="16134"/>
                    <a:pt x="4609" y="8606"/>
                    <a:pt x="12736" y="7473"/>
                  </a:cubicBezTo>
                  <a:lnTo>
                    <a:pt x="64565" y="146"/>
                  </a:lnTo>
                  <a:cubicBezTo>
                    <a:pt x="72626" y="-987"/>
                    <a:pt x="80154" y="4609"/>
                    <a:pt x="81286" y="12736"/>
                  </a:cubicBezTo>
                  <a:lnTo>
                    <a:pt x="171887" y="652470"/>
                  </a:lnTo>
                  <a:cubicBezTo>
                    <a:pt x="173020" y="660597"/>
                    <a:pt x="167357" y="668058"/>
                    <a:pt x="159296" y="6691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4849236" y="4172830"/>
              <a:ext cx="156277" cy="361667"/>
            </a:xfrm>
            <a:custGeom>
              <a:avLst/>
              <a:gdLst/>
              <a:ahLst/>
              <a:cxnLst/>
              <a:rect l="l" t="t" r="r" b="b"/>
              <a:pathLst>
                <a:path w="247683" h="573204">
                  <a:moveTo>
                    <a:pt x="60188" y="572481"/>
                  </a:moveTo>
                  <a:lnTo>
                    <a:pt x="10291" y="556560"/>
                  </a:lnTo>
                  <a:cubicBezTo>
                    <a:pt x="2497" y="554095"/>
                    <a:pt x="-1767" y="545768"/>
                    <a:pt x="698" y="537973"/>
                  </a:cubicBezTo>
                  <a:lnTo>
                    <a:pt x="168909" y="10291"/>
                  </a:lnTo>
                  <a:cubicBezTo>
                    <a:pt x="171374" y="2497"/>
                    <a:pt x="179701" y="-1767"/>
                    <a:pt x="187495" y="698"/>
                  </a:cubicBezTo>
                  <a:lnTo>
                    <a:pt x="237392" y="16620"/>
                  </a:lnTo>
                  <a:cubicBezTo>
                    <a:pt x="245187" y="19085"/>
                    <a:pt x="249450" y="27412"/>
                    <a:pt x="246985" y="35206"/>
                  </a:cubicBezTo>
                  <a:lnTo>
                    <a:pt x="78775" y="562888"/>
                  </a:lnTo>
                  <a:cubicBezTo>
                    <a:pt x="76310" y="570683"/>
                    <a:pt x="67983" y="575013"/>
                    <a:pt x="60188" y="572481"/>
                  </a:cubicBez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6723306" y="3056532"/>
              <a:ext cx="1238423" cy="1126616"/>
            </a:xfrm>
            <a:custGeom>
              <a:avLst/>
              <a:gdLst/>
              <a:ahLst/>
              <a:cxnLst/>
              <a:rect l="l" t="t" r="r" b="b"/>
              <a:pathLst>
                <a:path w="1962768" h="1785564">
                  <a:moveTo>
                    <a:pt x="1916469" y="1785565"/>
                  </a:moveTo>
                  <a:lnTo>
                    <a:pt x="46300" y="1785565"/>
                  </a:lnTo>
                  <a:cubicBezTo>
                    <a:pt x="20718" y="1785565"/>
                    <a:pt x="0" y="1764846"/>
                    <a:pt x="0" y="1739265"/>
                  </a:cubicBezTo>
                  <a:lnTo>
                    <a:pt x="0" y="46300"/>
                  </a:lnTo>
                  <a:cubicBezTo>
                    <a:pt x="0" y="20718"/>
                    <a:pt x="20718" y="0"/>
                    <a:pt x="46300" y="0"/>
                  </a:cubicBezTo>
                  <a:lnTo>
                    <a:pt x="1916469" y="0"/>
                  </a:lnTo>
                  <a:cubicBezTo>
                    <a:pt x="1942051" y="0"/>
                    <a:pt x="1962769" y="20718"/>
                    <a:pt x="1962769" y="46300"/>
                  </a:cubicBezTo>
                  <a:lnTo>
                    <a:pt x="1962769" y="1739265"/>
                  </a:lnTo>
                  <a:cubicBezTo>
                    <a:pt x="1962769" y="1764846"/>
                    <a:pt x="1942051" y="1785565"/>
                    <a:pt x="1916469" y="1785565"/>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4330986" y="4756229"/>
              <a:ext cx="926789" cy="149553"/>
            </a:xfrm>
            <a:custGeom>
              <a:avLst/>
              <a:gdLst/>
              <a:ahLst/>
              <a:cxnLst/>
              <a:rect l="l" t="t" r="r" b="b"/>
              <a:pathLst>
                <a:path w="1468862" h="237026">
                  <a:moveTo>
                    <a:pt x="1468862" y="237027"/>
                  </a:moveTo>
                  <a:lnTo>
                    <a:pt x="118514" y="237027"/>
                  </a:lnTo>
                  <a:cubicBezTo>
                    <a:pt x="53028" y="237027"/>
                    <a:pt x="0" y="183932"/>
                    <a:pt x="0" y="118513"/>
                  </a:cubicBezTo>
                  <a:lnTo>
                    <a:pt x="0" y="118513"/>
                  </a:lnTo>
                  <a:cubicBezTo>
                    <a:pt x="0" y="53028"/>
                    <a:pt x="53095" y="0"/>
                    <a:pt x="118514" y="0"/>
                  </a:cubicBezTo>
                  <a:lnTo>
                    <a:pt x="1468862" y="0"/>
                  </a:lnTo>
                  <a:lnTo>
                    <a:pt x="1468862" y="237027"/>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21" name="Freeform 21"/>
            <p:cNvSpPr/>
            <p:nvPr/>
          </p:nvSpPr>
          <p:spPr>
            <a:xfrm>
              <a:off x="4657458" y="4765098"/>
              <a:ext cx="593761" cy="131816"/>
            </a:xfrm>
            <a:custGeom>
              <a:avLst/>
              <a:gdLst/>
              <a:ahLst/>
              <a:cxnLst/>
              <a:rect l="l" t="t" r="r" b="b"/>
              <a:pathLst>
                <a:path w="941047" h="208914">
                  <a:moveTo>
                    <a:pt x="941047" y="208914"/>
                  </a:moveTo>
                  <a:lnTo>
                    <a:pt x="104457" y="208914"/>
                  </a:lnTo>
                  <a:cubicBezTo>
                    <a:pt x="46766" y="208914"/>
                    <a:pt x="0" y="162148"/>
                    <a:pt x="0" y="104457"/>
                  </a:cubicBezTo>
                  <a:lnTo>
                    <a:pt x="0" y="104457"/>
                  </a:lnTo>
                  <a:cubicBezTo>
                    <a:pt x="0" y="46766"/>
                    <a:pt x="46766" y="0"/>
                    <a:pt x="104457" y="0"/>
                  </a:cubicBezTo>
                  <a:lnTo>
                    <a:pt x="941047" y="0"/>
                  </a:lnTo>
                  <a:lnTo>
                    <a:pt x="941047"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4553342" y="4606674"/>
              <a:ext cx="800689" cy="149555"/>
            </a:xfrm>
            <a:custGeom>
              <a:avLst/>
              <a:gdLst/>
              <a:ahLst/>
              <a:cxnLst/>
              <a:rect l="l" t="t" r="r" b="b"/>
              <a:pathLst>
                <a:path w="1269007" h="237027">
                  <a:moveTo>
                    <a:pt x="1269008" y="237027"/>
                  </a:moveTo>
                  <a:lnTo>
                    <a:pt x="118514" y="237027"/>
                  </a:lnTo>
                  <a:cubicBezTo>
                    <a:pt x="53028" y="237027"/>
                    <a:pt x="0" y="183932"/>
                    <a:pt x="0" y="118513"/>
                  </a:cubicBezTo>
                  <a:lnTo>
                    <a:pt x="0" y="118513"/>
                  </a:lnTo>
                  <a:cubicBezTo>
                    <a:pt x="0" y="53028"/>
                    <a:pt x="53095" y="0"/>
                    <a:pt x="118514" y="0"/>
                  </a:cubicBezTo>
                  <a:lnTo>
                    <a:pt x="1269008" y="0"/>
                  </a:lnTo>
                  <a:lnTo>
                    <a:pt x="1269008" y="237027"/>
                  </a:ln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4879813" y="4615543"/>
              <a:ext cx="467660" cy="131816"/>
            </a:xfrm>
            <a:custGeom>
              <a:avLst/>
              <a:gdLst/>
              <a:ahLst/>
              <a:cxnLst/>
              <a:rect l="l" t="t" r="r" b="b"/>
              <a:pathLst>
                <a:path w="741192" h="208914">
                  <a:moveTo>
                    <a:pt x="741193" y="208914"/>
                  </a:moveTo>
                  <a:lnTo>
                    <a:pt x="104457" y="208914"/>
                  </a:lnTo>
                  <a:cubicBezTo>
                    <a:pt x="46766" y="208914"/>
                    <a:pt x="0" y="162149"/>
                    <a:pt x="0" y="104457"/>
                  </a:cubicBezTo>
                  <a:lnTo>
                    <a:pt x="0" y="104457"/>
                  </a:lnTo>
                  <a:cubicBezTo>
                    <a:pt x="0" y="46766"/>
                    <a:pt x="46766" y="0"/>
                    <a:pt x="104457" y="0"/>
                  </a:cubicBezTo>
                  <a:lnTo>
                    <a:pt x="741193" y="0"/>
                  </a:lnTo>
                  <a:lnTo>
                    <a:pt x="741193"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5984818" y="3294398"/>
              <a:ext cx="469342" cy="483006"/>
            </a:xfrm>
            <a:custGeom>
              <a:avLst/>
              <a:gdLst/>
              <a:ahLst/>
              <a:cxnLst/>
              <a:rect l="l" t="t" r="r" b="b"/>
              <a:pathLst>
                <a:path w="743857" h="765511">
                  <a:moveTo>
                    <a:pt x="343291" y="0"/>
                  </a:moveTo>
                  <a:cubicBezTo>
                    <a:pt x="343291" y="0"/>
                    <a:pt x="26189" y="128040"/>
                    <a:pt x="147367" y="368798"/>
                  </a:cubicBezTo>
                  <a:cubicBezTo>
                    <a:pt x="147367" y="368798"/>
                    <a:pt x="-103183" y="491575"/>
                    <a:pt x="49106" y="676640"/>
                  </a:cubicBezTo>
                  <a:cubicBezTo>
                    <a:pt x="201394" y="861638"/>
                    <a:pt x="581784" y="721207"/>
                    <a:pt x="682777" y="586572"/>
                  </a:cubicBezTo>
                  <a:cubicBezTo>
                    <a:pt x="751527" y="494906"/>
                    <a:pt x="810484" y="226368"/>
                    <a:pt x="576321" y="154288"/>
                  </a:cubicBezTo>
                  <a:cubicBezTo>
                    <a:pt x="342225" y="82207"/>
                    <a:pt x="343291" y="0"/>
                    <a:pt x="34329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4233874" y="4906077"/>
              <a:ext cx="3886210" cy="54853"/>
            </a:xfrm>
            <a:custGeom>
              <a:avLst/>
              <a:gdLst/>
              <a:ahLst/>
              <a:cxnLst/>
              <a:rect l="l" t="t" r="r" b="b"/>
              <a:pathLst>
                <a:path w="7120408" h="105922">
                  <a:moveTo>
                    <a:pt x="0" y="0"/>
                  </a:moveTo>
                  <a:lnTo>
                    <a:pt x="7120408" y="0"/>
                  </a:lnTo>
                  <a:lnTo>
                    <a:pt x="7120408" y="105923"/>
                  </a:lnTo>
                  <a:lnTo>
                    <a:pt x="0" y="105923"/>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5227834" y="4299538"/>
              <a:ext cx="1204182" cy="577351"/>
            </a:xfrm>
            <a:custGeom>
              <a:avLst/>
              <a:gdLst/>
              <a:ahLst/>
              <a:cxnLst/>
              <a:rect l="l" t="t" r="r" b="b"/>
              <a:pathLst>
                <a:path w="1908499" h="915038">
                  <a:moveTo>
                    <a:pt x="1113213" y="0"/>
                  </a:moveTo>
                  <a:cubicBezTo>
                    <a:pt x="1113213" y="0"/>
                    <a:pt x="321457" y="130038"/>
                    <a:pt x="75369" y="390182"/>
                  </a:cubicBezTo>
                  <a:cubicBezTo>
                    <a:pt x="-95839" y="572516"/>
                    <a:pt x="-149333" y="1017858"/>
                    <a:pt x="1908500" y="893415"/>
                  </a:cubicBezTo>
                  <a:cubicBezTo>
                    <a:pt x="1901371" y="537208"/>
                    <a:pt x="1901371" y="537208"/>
                    <a:pt x="1901371" y="537208"/>
                  </a:cubicBezTo>
                  <a:cubicBezTo>
                    <a:pt x="1229128" y="282727"/>
                    <a:pt x="1229128" y="282727"/>
                    <a:pt x="1229128" y="282727"/>
                  </a:cubicBezTo>
                  <a:cubicBezTo>
                    <a:pt x="1113213" y="0"/>
                    <a:pt x="1113213" y="0"/>
                    <a:pt x="1113213"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5084977" y="4709193"/>
              <a:ext cx="432101" cy="196589"/>
            </a:xfrm>
            <a:custGeom>
              <a:avLst/>
              <a:gdLst/>
              <a:ahLst/>
              <a:cxnLst/>
              <a:rect l="l" t="t" r="r" b="b"/>
              <a:pathLst>
                <a:path w="684834" h="311572">
                  <a:moveTo>
                    <a:pt x="684834" y="311573"/>
                  </a:moveTo>
                  <a:cubicBezTo>
                    <a:pt x="156952" y="311573"/>
                    <a:pt x="156952" y="311573"/>
                    <a:pt x="156952" y="311573"/>
                  </a:cubicBezTo>
                  <a:cubicBezTo>
                    <a:pt x="71348" y="311573"/>
                    <a:pt x="0" y="242157"/>
                    <a:pt x="0" y="156685"/>
                  </a:cubicBezTo>
                  <a:cubicBezTo>
                    <a:pt x="0" y="69416"/>
                    <a:pt x="71348" y="0"/>
                    <a:pt x="156952" y="0"/>
                  </a:cubicBezTo>
                  <a:cubicBezTo>
                    <a:pt x="684834" y="0"/>
                    <a:pt x="684834" y="0"/>
                    <a:pt x="684834" y="0"/>
                  </a:cubicBezTo>
                  <a:cubicBezTo>
                    <a:pt x="684834" y="311573"/>
                    <a:pt x="684834" y="311573"/>
                    <a:pt x="684834" y="311573"/>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5181149" y="4748074"/>
              <a:ext cx="335929" cy="119878"/>
            </a:xfrm>
            <a:custGeom>
              <a:avLst/>
              <a:gdLst/>
              <a:ahLst/>
              <a:cxnLst/>
              <a:rect l="l" t="t" r="r" b="b"/>
              <a:pathLst>
                <a:path w="532411" h="189994">
                  <a:moveTo>
                    <a:pt x="532412" y="189995"/>
                  </a:moveTo>
                  <a:cubicBezTo>
                    <a:pt x="94398" y="189995"/>
                    <a:pt x="94398" y="189995"/>
                    <a:pt x="94398" y="189995"/>
                  </a:cubicBezTo>
                  <a:cubicBezTo>
                    <a:pt x="42769" y="189995"/>
                    <a:pt x="0" y="146959"/>
                    <a:pt x="0" y="94997"/>
                  </a:cubicBezTo>
                  <a:cubicBezTo>
                    <a:pt x="0" y="41237"/>
                    <a:pt x="42769" y="0"/>
                    <a:pt x="94398" y="0"/>
                  </a:cubicBezTo>
                  <a:cubicBezTo>
                    <a:pt x="532412" y="0"/>
                    <a:pt x="532412" y="0"/>
                    <a:pt x="532412" y="0"/>
                  </a:cubicBezTo>
                  <a:cubicBezTo>
                    <a:pt x="532412" y="189995"/>
                    <a:pt x="532412" y="189995"/>
                    <a:pt x="532412" y="189995"/>
                  </a:cubicBezTo>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29" name="Freeform 29"/>
            <p:cNvSpPr/>
            <p:nvPr/>
          </p:nvSpPr>
          <p:spPr>
            <a:xfrm>
              <a:off x="5103388" y="4710245"/>
              <a:ext cx="413732" cy="195538"/>
            </a:xfrm>
            <a:custGeom>
              <a:avLst/>
              <a:gdLst/>
              <a:ahLst/>
              <a:cxnLst/>
              <a:rect l="l" t="t" r="r" b="b"/>
              <a:pathLst>
                <a:path w="655721" h="309907">
                  <a:moveTo>
                    <a:pt x="655655" y="0"/>
                  </a:moveTo>
                  <a:lnTo>
                    <a:pt x="655655" y="0"/>
                  </a:lnTo>
                  <a:cubicBezTo>
                    <a:pt x="493507" y="60556"/>
                    <a:pt x="493507" y="60556"/>
                    <a:pt x="493507" y="60556"/>
                  </a:cubicBezTo>
                  <a:cubicBezTo>
                    <a:pt x="655655" y="60556"/>
                    <a:pt x="655655" y="60556"/>
                    <a:pt x="655655" y="60556"/>
                  </a:cubicBezTo>
                  <a:cubicBezTo>
                    <a:pt x="655655" y="249351"/>
                    <a:pt x="655655" y="249351"/>
                    <a:pt x="655655" y="249351"/>
                  </a:cubicBezTo>
                  <a:cubicBezTo>
                    <a:pt x="217375" y="249351"/>
                    <a:pt x="217375" y="249351"/>
                    <a:pt x="217375" y="249351"/>
                  </a:cubicBezTo>
                  <a:cubicBezTo>
                    <a:pt x="179936" y="249351"/>
                    <a:pt x="146093" y="226235"/>
                    <a:pt x="131837" y="194125"/>
                  </a:cubicBezTo>
                  <a:cubicBezTo>
                    <a:pt x="0" y="242223"/>
                    <a:pt x="0" y="242223"/>
                    <a:pt x="0" y="242223"/>
                  </a:cubicBezTo>
                  <a:cubicBezTo>
                    <a:pt x="28513" y="283193"/>
                    <a:pt x="74812" y="309907"/>
                    <a:pt x="128307" y="309907"/>
                  </a:cubicBezTo>
                  <a:cubicBezTo>
                    <a:pt x="655722" y="309907"/>
                    <a:pt x="655722" y="309907"/>
                    <a:pt x="655722" y="309907"/>
                  </a:cubicBezTo>
                  <a:cubicBezTo>
                    <a:pt x="655655" y="0"/>
                    <a:pt x="655655" y="0"/>
                    <a:pt x="655655"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30" name="Freeform 30"/>
            <p:cNvSpPr/>
            <p:nvPr/>
          </p:nvSpPr>
          <p:spPr>
            <a:xfrm>
              <a:off x="5186529" y="4748074"/>
              <a:ext cx="330549" cy="119878"/>
            </a:xfrm>
            <a:custGeom>
              <a:avLst/>
              <a:gdLst/>
              <a:ahLst/>
              <a:cxnLst/>
              <a:rect l="l" t="t" r="r" b="b"/>
              <a:pathLst>
                <a:path w="523884" h="189994">
                  <a:moveTo>
                    <a:pt x="523885" y="0"/>
                  </a:moveTo>
                  <a:cubicBezTo>
                    <a:pt x="361736" y="0"/>
                    <a:pt x="361736" y="0"/>
                    <a:pt x="361736" y="0"/>
                  </a:cubicBezTo>
                  <a:cubicBezTo>
                    <a:pt x="0" y="134435"/>
                    <a:pt x="0" y="134435"/>
                    <a:pt x="0" y="134435"/>
                  </a:cubicBezTo>
                  <a:cubicBezTo>
                    <a:pt x="14256" y="166678"/>
                    <a:pt x="48098" y="189995"/>
                    <a:pt x="85538" y="189995"/>
                  </a:cubicBezTo>
                  <a:cubicBezTo>
                    <a:pt x="523885" y="189995"/>
                    <a:pt x="523885" y="189995"/>
                    <a:pt x="523885" y="189995"/>
                  </a:cubicBezTo>
                  <a:cubicBezTo>
                    <a:pt x="523885" y="0"/>
                    <a:pt x="523885" y="0"/>
                    <a:pt x="523885" y="0"/>
                  </a:cubicBezTo>
                </a:path>
              </a:pathLst>
            </a:custGeom>
            <a:solidFill>
              <a:srgbClr val="151411"/>
            </a:solidFill>
            <a:ln cap="flat">
              <a:prstDash val="solid"/>
            </a:ln>
          </p:spPr>
          <p:txBody>
            <a:bodyPr vert="horz" lIns="91440" tIns="45720" rIns="91440" bIns="45720" anchor="ctr">
              <a:normAutofit/>
            </a:bodyPr>
            <a:lstStyle/>
            <a:p>
              <a:pPr marL="0" algn="l"/>
              <a:endParaRPr/>
            </a:p>
          </p:txBody>
        </p:sp>
        <p:sp>
          <p:nvSpPr>
            <p:cNvPr id="31" name="Freeform 31"/>
            <p:cNvSpPr/>
            <p:nvPr/>
          </p:nvSpPr>
          <p:spPr>
            <a:xfrm>
              <a:off x="5264334" y="4769679"/>
              <a:ext cx="8659" cy="75618"/>
            </a:xfrm>
            <a:custGeom>
              <a:avLst/>
              <a:gdLst/>
              <a:ahLst/>
              <a:cxnLst/>
              <a:rect l="l" t="t" r="r" b="b"/>
              <a:pathLst>
                <a:path w="13723" h="119845">
                  <a:moveTo>
                    <a:pt x="0" y="0"/>
                  </a:moveTo>
                  <a:lnTo>
                    <a:pt x="13723" y="0"/>
                  </a:lnTo>
                  <a:lnTo>
                    <a:pt x="13723"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2" name="Freeform 32"/>
            <p:cNvSpPr/>
            <p:nvPr/>
          </p:nvSpPr>
          <p:spPr>
            <a:xfrm>
              <a:off x="5320489" y="4769679"/>
              <a:ext cx="8659" cy="75618"/>
            </a:xfrm>
            <a:custGeom>
              <a:avLst/>
              <a:gdLst/>
              <a:ahLst/>
              <a:cxnLst/>
              <a:rect l="l" t="t" r="r" b="b"/>
              <a:pathLst>
                <a:path w="13723" h="119845">
                  <a:moveTo>
                    <a:pt x="0" y="0"/>
                  </a:moveTo>
                  <a:lnTo>
                    <a:pt x="13724" y="0"/>
                  </a:lnTo>
                  <a:lnTo>
                    <a:pt x="13724"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3" name="Freeform 33"/>
            <p:cNvSpPr/>
            <p:nvPr/>
          </p:nvSpPr>
          <p:spPr>
            <a:xfrm>
              <a:off x="5376688" y="4769679"/>
              <a:ext cx="9709" cy="75618"/>
            </a:xfrm>
            <a:custGeom>
              <a:avLst/>
              <a:gdLst/>
              <a:ahLst/>
              <a:cxnLst/>
              <a:rect l="l" t="t" r="r" b="b"/>
              <a:pathLst>
                <a:path w="15388" h="119845">
                  <a:moveTo>
                    <a:pt x="0" y="0"/>
                  </a:moveTo>
                  <a:lnTo>
                    <a:pt x="15389" y="0"/>
                  </a:lnTo>
                  <a:lnTo>
                    <a:pt x="15389"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7009887" y="4688639"/>
              <a:ext cx="456900" cy="196589"/>
            </a:xfrm>
            <a:custGeom>
              <a:avLst/>
              <a:gdLst/>
              <a:ahLst/>
              <a:cxnLst/>
              <a:rect l="l" t="t" r="r" b="b"/>
              <a:pathLst>
                <a:path w="724138" h="311572">
                  <a:moveTo>
                    <a:pt x="0" y="0"/>
                  </a:moveTo>
                  <a:cubicBezTo>
                    <a:pt x="567586" y="0"/>
                    <a:pt x="567586" y="0"/>
                    <a:pt x="567586" y="0"/>
                  </a:cubicBezTo>
                  <a:cubicBezTo>
                    <a:pt x="652991" y="0"/>
                    <a:pt x="724139" y="69416"/>
                    <a:pt x="724139" y="156685"/>
                  </a:cubicBezTo>
                  <a:cubicBezTo>
                    <a:pt x="724139" y="242157"/>
                    <a:pt x="652991" y="311573"/>
                    <a:pt x="567586" y="311573"/>
                  </a:cubicBezTo>
                  <a:cubicBezTo>
                    <a:pt x="0" y="311573"/>
                    <a:pt x="0" y="311573"/>
                    <a:pt x="0" y="311573"/>
                  </a:cubicBezTo>
                  <a:cubicBezTo>
                    <a:pt x="0" y="0"/>
                    <a:pt x="0" y="0"/>
                    <a:pt x="0" y="0"/>
                  </a:cubicBezTo>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5" name="Freeform 35"/>
            <p:cNvSpPr/>
            <p:nvPr/>
          </p:nvSpPr>
          <p:spPr>
            <a:xfrm>
              <a:off x="7009887" y="4688639"/>
              <a:ext cx="431008" cy="196589"/>
            </a:xfrm>
            <a:custGeom>
              <a:avLst/>
              <a:gdLst/>
              <a:ahLst/>
              <a:cxnLst/>
              <a:rect l="l" t="t" r="r" b="b"/>
              <a:pathLst>
                <a:path w="683101" h="311572">
                  <a:moveTo>
                    <a:pt x="0" y="0"/>
                  </a:moveTo>
                  <a:cubicBezTo>
                    <a:pt x="526549" y="0"/>
                    <a:pt x="526549" y="0"/>
                    <a:pt x="526549" y="0"/>
                  </a:cubicBezTo>
                  <a:cubicBezTo>
                    <a:pt x="613686" y="0"/>
                    <a:pt x="683102" y="69416"/>
                    <a:pt x="683102" y="156685"/>
                  </a:cubicBezTo>
                  <a:cubicBezTo>
                    <a:pt x="683102" y="242157"/>
                    <a:pt x="613753" y="311573"/>
                    <a:pt x="526549" y="311573"/>
                  </a:cubicBezTo>
                  <a:cubicBezTo>
                    <a:pt x="0" y="311573"/>
                    <a:pt x="0" y="311573"/>
                    <a:pt x="0" y="311573"/>
                  </a:cubicBezTo>
                  <a:cubicBezTo>
                    <a:pt x="0" y="0"/>
                    <a:pt x="0" y="0"/>
                    <a:pt x="0" y="0"/>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36" name="Freeform 36"/>
            <p:cNvSpPr/>
            <p:nvPr/>
          </p:nvSpPr>
          <p:spPr>
            <a:xfrm>
              <a:off x="7008836" y="4844204"/>
              <a:ext cx="434202" cy="42117"/>
            </a:xfrm>
            <a:custGeom>
              <a:avLst/>
              <a:gdLst/>
              <a:ahLst/>
              <a:cxnLst/>
              <a:rect l="l" t="t" r="r" b="b"/>
              <a:pathLst>
                <a:path w="688164" h="66751">
                  <a:moveTo>
                    <a:pt x="688165" y="10525"/>
                  </a:moveTo>
                  <a:cubicBezTo>
                    <a:pt x="677506" y="24582"/>
                    <a:pt x="663250" y="35107"/>
                    <a:pt x="649060" y="43901"/>
                  </a:cubicBezTo>
                  <a:lnTo>
                    <a:pt x="649060" y="43901"/>
                  </a:lnTo>
                  <a:cubicBezTo>
                    <a:pt x="665049" y="35107"/>
                    <a:pt x="677506" y="24582"/>
                    <a:pt x="688165" y="10525"/>
                  </a:cubicBezTo>
                  <a:lnTo>
                    <a:pt x="688165" y="10525"/>
                  </a:lnTo>
                  <a:moveTo>
                    <a:pt x="1732" y="0"/>
                  </a:moveTo>
                  <a:lnTo>
                    <a:pt x="0" y="0"/>
                  </a:lnTo>
                  <a:cubicBezTo>
                    <a:pt x="0" y="66751"/>
                    <a:pt x="0" y="66751"/>
                    <a:pt x="0" y="66751"/>
                  </a:cubicBezTo>
                  <a:cubicBezTo>
                    <a:pt x="380589" y="66751"/>
                    <a:pt x="380589" y="66751"/>
                    <a:pt x="380589" y="66751"/>
                  </a:cubicBezTo>
                  <a:cubicBezTo>
                    <a:pt x="380589" y="66751"/>
                    <a:pt x="380589" y="66751"/>
                    <a:pt x="382388" y="65019"/>
                  </a:cubicBezTo>
                  <a:cubicBezTo>
                    <a:pt x="1799" y="65019"/>
                    <a:pt x="1799" y="65019"/>
                    <a:pt x="1799" y="65019"/>
                  </a:cubicBezTo>
                  <a:cubicBezTo>
                    <a:pt x="1732" y="0"/>
                    <a:pt x="1732" y="0"/>
                    <a:pt x="1732" y="0"/>
                  </a:cubicBezTo>
                </a:path>
              </a:pathLst>
            </a:custGeom>
            <a:solidFill>
              <a:srgbClr val="923A2B"/>
            </a:solidFill>
            <a:ln cap="flat">
              <a:prstDash val="solid"/>
            </a:ln>
          </p:spPr>
          <p:txBody>
            <a:bodyPr vert="horz" lIns="91440" tIns="45720" rIns="91440" bIns="45720" anchor="ctr">
              <a:normAutofit/>
            </a:bodyPr>
            <a:lstStyle/>
            <a:p>
              <a:pPr marL="0" algn="l"/>
              <a:endParaRPr/>
            </a:p>
          </p:txBody>
        </p:sp>
        <p:pic>
          <p:nvPicPr>
            <p:cNvPr id="37" name="image4.png"/>
            <p:cNvPicPr>
              <a:picLocks noChangeAspect="1"/>
            </p:cNvPicPr>
            <p:nvPr/>
          </p:nvPicPr>
          <p:blipFill>
            <a:blip r:embed="rId2"/>
            <a:stretch>
              <a:fillRect/>
            </a:stretch>
          </p:blipFill>
          <p:spPr>
            <a:xfrm>
              <a:off x="7004507" y="4826920"/>
              <a:ext cx="6481" cy="21605"/>
            </a:xfrm>
            <a:custGeom>
              <a:avLst/>
              <a:gdLst/>
              <a:ahLst/>
              <a:cxnLst/>
              <a:rect l="0" t="0" r="0" b="0"/>
              <a:pathLst>
                <a:path w="10272" h="34241">
                  <a:moveTo>
                    <a:pt x="754" y="552"/>
                  </a:moveTo>
                  <a:lnTo>
                    <a:pt x="11027" y="552"/>
                  </a:lnTo>
                  <a:lnTo>
                    <a:pt x="11027" y="34794"/>
                  </a:lnTo>
                  <a:lnTo>
                    <a:pt x="754" y="34794"/>
                  </a:lnTo>
                  <a:close/>
                </a:path>
              </a:pathLst>
            </a:custGeom>
          </p:spPr>
        </p:pic>
        <p:sp>
          <p:nvSpPr>
            <p:cNvPr id="38" name="Freeform 38"/>
            <p:cNvSpPr/>
            <p:nvPr/>
          </p:nvSpPr>
          <p:spPr>
            <a:xfrm>
              <a:off x="6973908" y="4736179"/>
              <a:ext cx="413690" cy="149092"/>
            </a:xfrm>
            <a:custGeom>
              <a:avLst/>
              <a:gdLst/>
              <a:ahLst/>
              <a:cxnLst/>
              <a:rect l="l" t="t" r="r" b="b"/>
              <a:pathLst>
                <a:path w="655655" h="236294">
                  <a:moveTo>
                    <a:pt x="197256" y="0"/>
                  </a:moveTo>
                  <a:cubicBezTo>
                    <a:pt x="138632" y="60423"/>
                    <a:pt x="67551" y="110119"/>
                    <a:pt x="0" y="149224"/>
                  </a:cubicBezTo>
                  <a:cubicBezTo>
                    <a:pt x="0" y="236294"/>
                    <a:pt x="0" y="236294"/>
                    <a:pt x="0" y="236294"/>
                  </a:cubicBezTo>
                  <a:cubicBezTo>
                    <a:pt x="525950" y="236294"/>
                    <a:pt x="525950" y="236294"/>
                    <a:pt x="525950" y="236294"/>
                  </a:cubicBezTo>
                  <a:cubicBezTo>
                    <a:pt x="579244" y="236294"/>
                    <a:pt x="627210" y="209647"/>
                    <a:pt x="655655" y="168810"/>
                  </a:cubicBezTo>
                  <a:cubicBezTo>
                    <a:pt x="197256" y="0"/>
                    <a:pt x="197256" y="0"/>
                    <a:pt x="197256"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6976050" y="4727562"/>
              <a:ext cx="335929" cy="119878"/>
            </a:xfrm>
            <a:custGeom>
              <a:avLst/>
              <a:gdLst/>
              <a:ahLst/>
              <a:cxnLst/>
              <a:rect l="l" t="t" r="r" b="b"/>
              <a:pathLst>
                <a:path w="532411" h="189994">
                  <a:moveTo>
                    <a:pt x="0" y="0"/>
                  </a:moveTo>
                  <a:cubicBezTo>
                    <a:pt x="438347" y="0"/>
                    <a:pt x="438347" y="0"/>
                    <a:pt x="438347" y="0"/>
                  </a:cubicBezTo>
                  <a:cubicBezTo>
                    <a:pt x="489843" y="0"/>
                    <a:pt x="532412" y="41237"/>
                    <a:pt x="532412" y="94997"/>
                  </a:cubicBezTo>
                  <a:cubicBezTo>
                    <a:pt x="532412" y="146959"/>
                    <a:pt x="489843" y="189995"/>
                    <a:pt x="438347" y="189995"/>
                  </a:cubicBezTo>
                  <a:cubicBezTo>
                    <a:pt x="0" y="189995"/>
                    <a:pt x="0" y="189995"/>
                    <a:pt x="0" y="189995"/>
                  </a:cubicBezTo>
                  <a:lnTo>
                    <a:pt x="0" y="0"/>
                  </a:lnTo>
                  <a:lnTo>
                    <a:pt x="0" y="0"/>
                  </a:lnTo>
                  <a:lnTo>
                    <a:pt x="0" y="0"/>
                  </a:lnTo>
                  <a:close/>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6870211" y="4699441"/>
              <a:ext cx="116642" cy="184736"/>
            </a:xfrm>
            <a:custGeom>
              <a:avLst/>
              <a:gdLst/>
              <a:ahLst/>
              <a:cxnLst/>
              <a:rect l="l" t="t" r="r" b="b"/>
              <a:pathLst>
                <a:path w="184865" h="292786">
                  <a:moveTo>
                    <a:pt x="0" y="0"/>
                  </a:moveTo>
                  <a:lnTo>
                    <a:pt x="184865" y="0"/>
                  </a:lnTo>
                  <a:lnTo>
                    <a:pt x="184865" y="292786"/>
                  </a:lnTo>
                  <a:lnTo>
                    <a:pt x="0" y="292786"/>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5802290" y="3626376"/>
              <a:ext cx="839622" cy="1010267"/>
            </a:xfrm>
            <a:custGeom>
              <a:avLst/>
              <a:gdLst/>
              <a:ahLst/>
              <a:cxnLst/>
              <a:rect l="l" t="t" r="r" b="b"/>
              <a:pathLst>
                <a:path w="1330711" h="1601165">
                  <a:moveTo>
                    <a:pt x="665356" y="1601166"/>
                  </a:moveTo>
                  <a:lnTo>
                    <a:pt x="665356" y="1601166"/>
                  </a:lnTo>
                  <a:cubicBezTo>
                    <a:pt x="222878" y="1601166"/>
                    <a:pt x="-96489" y="1205854"/>
                    <a:pt x="26622" y="810542"/>
                  </a:cubicBezTo>
                  <a:cubicBezTo>
                    <a:pt x="172915" y="343816"/>
                    <a:pt x="172915" y="343816"/>
                    <a:pt x="172915" y="343816"/>
                  </a:cubicBezTo>
                  <a:cubicBezTo>
                    <a:pt x="237135" y="141164"/>
                    <a:pt x="436989" y="0"/>
                    <a:pt x="665356" y="0"/>
                  </a:cubicBezTo>
                  <a:cubicBezTo>
                    <a:pt x="893723" y="0"/>
                    <a:pt x="1095309" y="141164"/>
                    <a:pt x="1157797" y="343816"/>
                  </a:cubicBezTo>
                  <a:cubicBezTo>
                    <a:pt x="1304090" y="810542"/>
                    <a:pt x="1304090" y="810542"/>
                    <a:pt x="1304090" y="810542"/>
                  </a:cubicBezTo>
                  <a:cubicBezTo>
                    <a:pt x="1427200" y="1205854"/>
                    <a:pt x="1107833" y="1601166"/>
                    <a:pt x="665356" y="1601166"/>
                  </a:cubicBezTo>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42" name="Freeform 42"/>
            <p:cNvSpPr/>
            <p:nvPr/>
          </p:nvSpPr>
          <p:spPr>
            <a:xfrm>
              <a:off x="5438981" y="4716760"/>
              <a:ext cx="117734" cy="184693"/>
            </a:xfrm>
            <a:custGeom>
              <a:avLst/>
              <a:gdLst/>
              <a:ahLst/>
              <a:cxnLst/>
              <a:rect l="l" t="t" r="r" b="b"/>
              <a:pathLst>
                <a:path w="186597" h="292719">
                  <a:moveTo>
                    <a:pt x="0" y="0"/>
                  </a:moveTo>
                  <a:lnTo>
                    <a:pt x="186597" y="0"/>
                  </a:lnTo>
                  <a:lnTo>
                    <a:pt x="186597" y="292720"/>
                  </a:lnTo>
                  <a:lnTo>
                    <a:pt x="0" y="292720"/>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3" name="Freeform 43"/>
            <p:cNvSpPr/>
            <p:nvPr/>
          </p:nvSpPr>
          <p:spPr>
            <a:xfrm>
              <a:off x="6162504" y="3514357"/>
              <a:ext cx="98772" cy="158752"/>
            </a:xfrm>
            <a:custGeom>
              <a:avLst/>
              <a:gdLst/>
              <a:ahLst/>
              <a:cxnLst/>
              <a:rect l="l" t="t" r="r" b="b"/>
              <a:pathLst>
                <a:path w="156543" h="251605">
                  <a:moveTo>
                    <a:pt x="48755" y="250351"/>
                  </a:moveTo>
                  <a:cubicBezTo>
                    <a:pt x="15446" y="243622"/>
                    <a:pt x="-5471" y="212045"/>
                    <a:pt x="1257" y="178736"/>
                  </a:cubicBezTo>
                  <a:cubicBezTo>
                    <a:pt x="37431" y="0"/>
                    <a:pt x="37431" y="0"/>
                    <a:pt x="37431" y="0"/>
                  </a:cubicBezTo>
                  <a:cubicBezTo>
                    <a:pt x="156544" y="24116"/>
                    <a:pt x="156544" y="24116"/>
                    <a:pt x="156544" y="24116"/>
                  </a:cubicBezTo>
                  <a:cubicBezTo>
                    <a:pt x="120370" y="202852"/>
                    <a:pt x="120370" y="202852"/>
                    <a:pt x="120370" y="202852"/>
                  </a:cubicBezTo>
                  <a:cubicBezTo>
                    <a:pt x="113642" y="236094"/>
                    <a:pt x="82065" y="257079"/>
                    <a:pt x="48755" y="250351"/>
                  </a:cubicBezTo>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5685624" y="3708675"/>
              <a:ext cx="594610" cy="871686"/>
            </a:xfrm>
            <a:custGeom>
              <a:avLst/>
              <a:gdLst/>
              <a:ahLst/>
              <a:cxnLst/>
              <a:rect l="l" t="t" r="r" b="b"/>
              <a:pathLst>
                <a:path w="942392" h="1381527">
                  <a:moveTo>
                    <a:pt x="505311" y="2"/>
                  </a:moveTo>
                  <a:cubicBezTo>
                    <a:pt x="505311" y="2"/>
                    <a:pt x="500381" y="-3396"/>
                    <a:pt x="364880" y="274668"/>
                  </a:cubicBezTo>
                  <a:cubicBezTo>
                    <a:pt x="364880" y="274668"/>
                    <a:pt x="199134" y="638270"/>
                    <a:pt x="286471" y="843254"/>
                  </a:cubicBezTo>
                  <a:cubicBezTo>
                    <a:pt x="350624" y="994743"/>
                    <a:pt x="942392" y="1044640"/>
                    <a:pt x="942392" y="1044640"/>
                  </a:cubicBezTo>
                  <a:cubicBezTo>
                    <a:pt x="942392" y="1044640"/>
                    <a:pt x="942392" y="1044640"/>
                    <a:pt x="892495" y="1381528"/>
                  </a:cubicBezTo>
                  <a:cubicBezTo>
                    <a:pt x="892495" y="1381528"/>
                    <a:pt x="421905" y="1313777"/>
                    <a:pt x="172420" y="1187270"/>
                  </a:cubicBezTo>
                  <a:cubicBezTo>
                    <a:pt x="-356927" y="921663"/>
                    <a:pt x="501514" y="535"/>
                    <a:pt x="501514" y="535"/>
                  </a:cubicBezTo>
                  <a:lnTo>
                    <a:pt x="505311" y="2"/>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502703" y="4472505"/>
              <a:ext cx="1220601" cy="251737"/>
            </a:xfrm>
            <a:custGeom>
              <a:avLst/>
              <a:gdLst/>
              <a:ahLst/>
              <a:cxnLst/>
              <a:rect l="l" t="t" r="r" b="b"/>
              <a:pathLst>
                <a:path w="1934522" h="398975">
                  <a:moveTo>
                    <a:pt x="1547605" y="0"/>
                  </a:moveTo>
                  <a:lnTo>
                    <a:pt x="0" y="398976"/>
                  </a:lnTo>
                  <a:lnTo>
                    <a:pt x="1934523" y="70748"/>
                  </a:lnTo>
                  <a:lnTo>
                    <a:pt x="1547605" y="0"/>
                  </a:lnTo>
                  <a:lnTo>
                    <a:pt x="1547605" y="0"/>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5702529" y="4460525"/>
              <a:ext cx="575728" cy="186669"/>
            </a:xfrm>
            <a:custGeom>
              <a:avLst/>
              <a:gdLst/>
              <a:ahLst/>
              <a:cxnLst/>
              <a:rect l="l" t="t" r="r" b="b"/>
              <a:pathLst>
                <a:path w="912468" h="295851">
                  <a:moveTo>
                    <a:pt x="912468" y="295851"/>
                  </a:moveTo>
                  <a:lnTo>
                    <a:pt x="0" y="162748"/>
                  </a:lnTo>
                  <a:lnTo>
                    <a:pt x="297650" y="0"/>
                  </a:lnTo>
                  <a:lnTo>
                    <a:pt x="912468" y="295851"/>
                  </a:lnTo>
                  <a:lnTo>
                    <a:pt x="912468" y="295851"/>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5502703" y="4281548"/>
              <a:ext cx="1679437" cy="624235"/>
            </a:xfrm>
            <a:custGeom>
              <a:avLst/>
              <a:gdLst/>
              <a:ahLst/>
              <a:cxnLst/>
              <a:rect l="l" t="t" r="r" b="b"/>
              <a:pathLst>
                <a:path w="2661729" h="989345">
                  <a:moveTo>
                    <a:pt x="1654061" y="0"/>
                  </a:moveTo>
                  <a:cubicBezTo>
                    <a:pt x="1654061" y="0"/>
                    <a:pt x="2518497" y="50896"/>
                    <a:pt x="2646870" y="440945"/>
                  </a:cubicBezTo>
                  <a:cubicBezTo>
                    <a:pt x="2773445" y="830994"/>
                    <a:pt x="2049772" y="989345"/>
                    <a:pt x="2049772" y="989345"/>
                  </a:cubicBezTo>
                  <a:cubicBezTo>
                    <a:pt x="0" y="989345"/>
                    <a:pt x="0" y="989345"/>
                    <a:pt x="0" y="989345"/>
                  </a:cubicBezTo>
                  <a:cubicBezTo>
                    <a:pt x="0" y="689697"/>
                    <a:pt x="0" y="689697"/>
                    <a:pt x="0" y="689697"/>
                  </a:cubicBezTo>
                  <a:cubicBezTo>
                    <a:pt x="1830532" y="361803"/>
                    <a:pt x="1830532" y="361803"/>
                    <a:pt x="1830532" y="361803"/>
                  </a:cubicBezTo>
                  <a:cubicBezTo>
                    <a:pt x="1379594" y="305244"/>
                    <a:pt x="1379594" y="305244"/>
                    <a:pt x="1379594" y="305244"/>
                  </a:cubicBezTo>
                  <a:cubicBezTo>
                    <a:pt x="1654061" y="0"/>
                    <a:pt x="1654061" y="0"/>
                    <a:pt x="1654061"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6166912" y="3711745"/>
              <a:ext cx="595839" cy="869457"/>
            </a:xfrm>
            <a:custGeom>
              <a:avLst/>
              <a:gdLst/>
              <a:ahLst/>
              <a:cxnLst/>
              <a:rect l="l" t="t" r="r" b="b"/>
              <a:pathLst>
                <a:path w="944342" h="1377995">
                  <a:moveTo>
                    <a:pt x="445875" y="0"/>
                  </a:moveTo>
                  <a:cubicBezTo>
                    <a:pt x="445875" y="0"/>
                    <a:pt x="481849" y="46433"/>
                    <a:pt x="588904" y="283926"/>
                  </a:cubicBezTo>
                  <a:cubicBezTo>
                    <a:pt x="588904" y="283926"/>
                    <a:pt x="697758" y="584374"/>
                    <a:pt x="656788" y="839721"/>
                  </a:cubicBezTo>
                  <a:cubicBezTo>
                    <a:pt x="630740" y="1002203"/>
                    <a:pt x="0" y="1041107"/>
                    <a:pt x="0" y="1041107"/>
                  </a:cubicBezTo>
                  <a:cubicBezTo>
                    <a:pt x="0" y="1041107"/>
                    <a:pt x="0" y="1041107"/>
                    <a:pt x="49964" y="1377995"/>
                  </a:cubicBezTo>
                  <a:cubicBezTo>
                    <a:pt x="49964" y="1377995"/>
                    <a:pt x="521153" y="1310245"/>
                    <a:pt x="771038" y="1183737"/>
                  </a:cubicBezTo>
                  <a:cubicBezTo>
                    <a:pt x="1301185" y="918197"/>
                    <a:pt x="445875" y="0"/>
                    <a:pt x="445875" y="0"/>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5758223" y="3704137"/>
              <a:ext cx="271997" cy="342612"/>
            </a:xfrm>
            <a:custGeom>
              <a:avLst/>
              <a:gdLst/>
              <a:ahLst/>
              <a:cxnLst/>
              <a:rect l="l" t="t" r="r" b="b"/>
              <a:pathLst>
                <a:path w="431085" h="543003">
                  <a:moveTo>
                    <a:pt x="431086" y="13923"/>
                  </a:moveTo>
                  <a:cubicBezTo>
                    <a:pt x="431086" y="13923"/>
                    <a:pt x="390116" y="1732"/>
                    <a:pt x="391847" y="0"/>
                  </a:cubicBezTo>
                  <a:cubicBezTo>
                    <a:pt x="391847" y="0"/>
                    <a:pt x="114716" y="244089"/>
                    <a:pt x="0" y="445675"/>
                  </a:cubicBezTo>
                  <a:cubicBezTo>
                    <a:pt x="0" y="445675"/>
                    <a:pt x="76478" y="442211"/>
                    <a:pt x="218974" y="543004"/>
                  </a:cubicBezTo>
                  <a:lnTo>
                    <a:pt x="431086" y="13923"/>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6442439" y="3707374"/>
              <a:ext cx="248962" cy="339376"/>
            </a:xfrm>
            <a:custGeom>
              <a:avLst/>
              <a:gdLst/>
              <a:ahLst/>
              <a:cxnLst/>
              <a:rect l="l" t="t" r="r" b="b"/>
              <a:pathLst>
                <a:path w="394578" h="537874">
                  <a:moveTo>
                    <a:pt x="0" y="0"/>
                  </a:moveTo>
                  <a:cubicBezTo>
                    <a:pt x="0" y="0"/>
                    <a:pt x="0" y="0"/>
                    <a:pt x="0" y="1732"/>
                  </a:cubicBezTo>
                  <a:cubicBezTo>
                    <a:pt x="0" y="1732"/>
                    <a:pt x="0" y="1732"/>
                    <a:pt x="1732" y="1732"/>
                  </a:cubicBezTo>
                  <a:cubicBezTo>
                    <a:pt x="1665" y="1732"/>
                    <a:pt x="1665" y="1732"/>
                    <a:pt x="0" y="0"/>
                  </a:cubicBezTo>
                  <a:cubicBezTo>
                    <a:pt x="0" y="0"/>
                    <a:pt x="279863" y="238959"/>
                    <a:pt x="394579" y="440545"/>
                  </a:cubicBezTo>
                  <a:cubicBezTo>
                    <a:pt x="394579" y="440545"/>
                    <a:pt x="318101" y="437081"/>
                    <a:pt x="175605" y="537874"/>
                  </a:cubicBezTo>
                  <a:lnTo>
                    <a:pt x="0" y="0"/>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6171386" y="3262354"/>
              <a:ext cx="275859" cy="357490"/>
            </a:xfrm>
            <a:custGeom>
              <a:avLst/>
              <a:gdLst/>
              <a:ahLst/>
              <a:cxnLst/>
              <a:rect l="l" t="t" r="r" b="b"/>
              <a:pathLst>
                <a:path w="437206" h="566584">
                  <a:moveTo>
                    <a:pt x="431055" y="262698"/>
                  </a:moveTo>
                  <a:cubicBezTo>
                    <a:pt x="401144" y="417052"/>
                    <a:pt x="269840" y="587195"/>
                    <a:pt x="152991" y="564545"/>
                  </a:cubicBezTo>
                  <a:cubicBezTo>
                    <a:pt x="36077" y="541895"/>
                    <a:pt x="-22148" y="335045"/>
                    <a:pt x="7764" y="180691"/>
                  </a:cubicBezTo>
                  <a:cubicBezTo>
                    <a:pt x="37675" y="26337"/>
                    <a:pt x="144398" y="-17031"/>
                    <a:pt x="261312" y="5619"/>
                  </a:cubicBezTo>
                  <a:cubicBezTo>
                    <a:pt x="378161" y="28203"/>
                    <a:pt x="460967" y="108278"/>
                    <a:pt x="431055" y="262698"/>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6153167" y="3253566"/>
              <a:ext cx="311676" cy="195489"/>
            </a:xfrm>
            <a:custGeom>
              <a:avLst/>
              <a:gdLst/>
              <a:ahLst/>
              <a:cxnLst/>
              <a:rect l="l" t="t" r="r" b="b"/>
              <a:pathLst>
                <a:path w="493973" h="309828">
                  <a:moveTo>
                    <a:pt x="493973" y="220135"/>
                  </a:moveTo>
                  <a:cubicBezTo>
                    <a:pt x="493973" y="220135"/>
                    <a:pt x="466060" y="297145"/>
                    <a:pt x="258478" y="308737"/>
                  </a:cubicBezTo>
                  <a:cubicBezTo>
                    <a:pt x="16655" y="322194"/>
                    <a:pt x="0" y="206811"/>
                    <a:pt x="0" y="206811"/>
                  </a:cubicBezTo>
                  <a:cubicBezTo>
                    <a:pt x="0" y="206811"/>
                    <a:pt x="36906" y="3027"/>
                    <a:pt x="237760" y="29"/>
                  </a:cubicBezTo>
                  <a:cubicBezTo>
                    <a:pt x="438680" y="-2902"/>
                    <a:pt x="493973" y="220135"/>
                    <a:pt x="493973" y="220135"/>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6354515" y="3358918"/>
              <a:ext cx="132523" cy="116495"/>
            </a:xfrm>
            <a:custGeom>
              <a:avLst/>
              <a:gdLst/>
              <a:ahLst/>
              <a:cxnLst/>
              <a:rect l="l" t="t" r="r" b="b"/>
              <a:pathLst>
                <a:path w="210034" h="184632">
                  <a:moveTo>
                    <a:pt x="158671" y="0"/>
                  </a:moveTo>
                  <a:cubicBezTo>
                    <a:pt x="158671" y="0"/>
                    <a:pt x="260729" y="73346"/>
                    <a:pt x="177123" y="146693"/>
                  </a:cubicBezTo>
                  <a:cubicBezTo>
                    <a:pt x="93451" y="220040"/>
                    <a:pt x="25634" y="175738"/>
                    <a:pt x="2118" y="109320"/>
                  </a:cubicBezTo>
                  <a:cubicBezTo>
                    <a:pt x="-21398" y="42902"/>
                    <a:pt x="158671" y="0"/>
                    <a:pt x="15867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6126686" y="3396328"/>
              <a:ext cx="89446" cy="89446"/>
            </a:xfrm>
            <a:custGeom>
              <a:avLst/>
              <a:gdLst/>
              <a:ahLst/>
              <a:cxnLst/>
              <a:rect l="l" t="t" r="r" b="b"/>
              <a:pathLst>
                <a:path w="141763" h="141763">
                  <a:moveTo>
                    <a:pt x="141763" y="70882"/>
                  </a:moveTo>
                  <a:cubicBezTo>
                    <a:pt x="141763" y="110029"/>
                    <a:pt x="110028" y="141763"/>
                    <a:pt x="70881" y="141763"/>
                  </a:cubicBezTo>
                  <a:cubicBezTo>
                    <a:pt x="31735" y="141763"/>
                    <a:pt x="0" y="110029"/>
                    <a:pt x="0" y="70882"/>
                  </a:cubicBezTo>
                  <a:cubicBezTo>
                    <a:pt x="0" y="31735"/>
                    <a:pt x="31734" y="0"/>
                    <a:pt x="70881" y="0"/>
                  </a:cubicBezTo>
                  <a:cubicBezTo>
                    <a:pt x="110028" y="0"/>
                    <a:pt x="141763" y="31735"/>
                    <a:pt x="141763" y="70882"/>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6152985" y="3384054"/>
              <a:ext cx="211744" cy="101722"/>
            </a:xfrm>
            <a:custGeom>
              <a:avLst/>
              <a:gdLst/>
              <a:ahLst/>
              <a:cxnLst/>
              <a:rect l="l" t="t" r="r" b="b"/>
              <a:pathLst>
                <a:path w="335593" h="161219">
                  <a:moveTo>
                    <a:pt x="421" y="0"/>
                  </a:moveTo>
                  <a:cubicBezTo>
                    <a:pt x="421" y="0"/>
                    <a:pt x="-8106" y="81807"/>
                    <a:pt x="51584" y="127840"/>
                  </a:cubicBezTo>
                  <a:cubicBezTo>
                    <a:pt x="111274" y="173873"/>
                    <a:pt x="240846" y="177870"/>
                    <a:pt x="324318" y="104257"/>
                  </a:cubicBezTo>
                  <a:cubicBezTo>
                    <a:pt x="407791" y="30644"/>
                    <a:pt x="421" y="0"/>
                    <a:pt x="42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6" name="Freeform 56"/>
            <p:cNvSpPr/>
            <p:nvPr/>
          </p:nvSpPr>
          <p:spPr>
            <a:xfrm>
              <a:off x="6798040" y="2986168"/>
              <a:ext cx="1241618" cy="1126616"/>
            </a:xfrm>
            <a:custGeom>
              <a:avLst/>
              <a:gdLst/>
              <a:ahLst/>
              <a:cxnLst/>
              <a:rect l="l" t="t" r="r" b="b"/>
              <a:pathLst>
                <a:path w="1967831" h="1785564">
                  <a:moveTo>
                    <a:pt x="1921532" y="1785565"/>
                  </a:moveTo>
                  <a:lnTo>
                    <a:pt x="46300" y="1785565"/>
                  </a:lnTo>
                  <a:cubicBezTo>
                    <a:pt x="20719" y="1785565"/>
                    <a:pt x="0" y="1764846"/>
                    <a:pt x="0" y="1739265"/>
                  </a:cubicBezTo>
                  <a:lnTo>
                    <a:pt x="0" y="46300"/>
                  </a:lnTo>
                  <a:cubicBezTo>
                    <a:pt x="0" y="20718"/>
                    <a:pt x="20719" y="0"/>
                    <a:pt x="46300" y="0"/>
                  </a:cubicBezTo>
                  <a:lnTo>
                    <a:pt x="1921532" y="0"/>
                  </a:lnTo>
                  <a:cubicBezTo>
                    <a:pt x="1947114" y="0"/>
                    <a:pt x="1967832" y="20718"/>
                    <a:pt x="1967832" y="46300"/>
                  </a:cubicBezTo>
                  <a:lnTo>
                    <a:pt x="1967832" y="1739265"/>
                  </a:lnTo>
                  <a:cubicBezTo>
                    <a:pt x="1967832" y="1764846"/>
                    <a:pt x="1947114" y="1785565"/>
                    <a:pt x="1921532" y="1785565"/>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57" name="Freeform 57"/>
            <p:cNvSpPr/>
            <p:nvPr/>
          </p:nvSpPr>
          <p:spPr>
            <a:xfrm>
              <a:off x="6846463" y="3221050"/>
              <a:ext cx="1193195" cy="891818"/>
            </a:xfrm>
            <a:custGeom>
              <a:avLst/>
              <a:gdLst/>
              <a:ahLst/>
              <a:cxnLst/>
              <a:rect l="l" t="t" r="r" b="b"/>
              <a:pathLst>
                <a:path w="1891087" h="1413435">
                  <a:moveTo>
                    <a:pt x="1891088" y="1367003"/>
                  </a:moveTo>
                  <a:lnTo>
                    <a:pt x="1891088" y="96996"/>
                  </a:lnTo>
                  <a:lnTo>
                    <a:pt x="1818075" y="23982"/>
                  </a:lnTo>
                  <a:cubicBezTo>
                    <a:pt x="1802685" y="8594"/>
                    <a:pt x="1781834" y="0"/>
                    <a:pt x="1760117" y="0"/>
                  </a:cubicBezTo>
                  <a:lnTo>
                    <a:pt x="35175" y="0"/>
                  </a:lnTo>
                  <a:cubicBezTo>
                    <a:pt x="16121" y="0"/>
                    <a:pt x="666" y="15455"/>
                    <a:pt x="666" y="34508"/>
                  </a:cubicBezTo>
                  <a:lnTo>
                    <a:pt x="0" y="901343"/>
                  </a:lnTo>
                  <a:cubicBezTo>
                    <a:pt x="0" y="919396"/>
                    <a:pt x="7195" y="936784"/>
                    <a:pt x="19919" y="949574"/>
                  </a:cubicBezTo>
                  <a:lnTo>
                    <a:pt x="483781" y="1413436"/>
                  </a:lnTo>
                  <a:lnTo>
                    <a:pt x="1844788" y="1413436"/>
                  </a:lnTo>
                  <a:cubicBezTo>
                    <a:pt x="1870370" y="1413303"/>
                    <a:pt x="1891088" y="1392584"/>
                    <a:pt x="1891088" y="1367003"/>
                  </a:cubicBezTo>
                  <a:close/>
                </a:path>
              </a:pathLst>
            </a:custGeom>
            <a:solidFill>
              <a:srgbClr val="0169EE"/>
            </a:solidFill>
            <a:ln cap="flat">
              <a:prstDash val="solid"/>
            </a:ln>
          </p:spPr>
          <p:txBody>
            <a:bodyPr vert="horz" lIns="91440" tIns="45720" rIns="91440" bIns="45720" anchor="ctr">
              <a:normAutofit/>
            </a:bodyPr>
            <a:lstStyle/>
            <a:p>
              <a:pPr marL="0" algn="l"/>
              <a:endParaRPr/>
            </a:p>
          </p:txBody>
        </p:sp>
        <p:grpSp>
          <p:nvGrpSpPr>
            <p:cNvPr id="58" name="Group 58"/>
            <p:cNvGrpSpPr/>
            <p:nvPr/>
          </p:nvGrpSpPr>
          <p:grpSpPr>
            <a:xfrm>
              <a:off x="6843690" y="3221012"/>
              <a:ext cx="1131575" cy="594520"/>
              <a:chOff x="7309848" y="2614859"/>
              <a:chExt cx="1793424" cy="942246"/>
            </a:xfrm>
          </p:grpSpPr>
          <p:sp>
            <p:nvSpPr>
              <p:cNvPr id="59" name="Freeform 59"/>
              <p:cNvSpPr/>
              <p:nvPr/>
            </p:nvSpPr>
            <p:spPr>
              <a:xfrm>
                <a:off x="7309848" y="2614859"/>
                <a:ext cx="1054497" cy="750585"/>
              </a:xfrm>
              <a:custGeom>
                <a:avLst/>
                <a:gdLst/>
                <a:ahLst/>
                <a:cxnLst/>
                <a:rect l="l" t="t" r="r" b="b"/>
                <a:pathLst>
                  <a:path w="1054497" h="750585">
                    <a:moveTo>
                      <a:pt x="1024386" y="750586"/>
                    </a:moveTo>
                    <a:lnTo>
                      <a:pt x="30178" y="750586"/>
                    </a:lnTo>
                    <a:cubicBezTo>
                      <a:pt x="13523" y="750586"/>
                      <a:pt x="0" y="737063"/>
                      <a:pt x="0" y="720408"/>
                    </a:cubicBezTo>
                    <a:lnTo>
                      <a:pt x="0" y="30178"/>
                    </a:lnTo>
                    <a:cubicBezTo>
                      <a:pt x="0" y="13524"/>
                      <a:pt x="13523" y="0"/>
                      <a:pt x="30178" y="0"/>
                    </a:cubicBezTo>
                    <a:lnTo>
                      <a:pt x="1024319" y="0"/>
                    </a:lnTo>
                    <a:cubicBezTo>
                      <a:pt x="1040974" y="0"/>
                      <a:pt x="1054498" y="13524"/>
                      <a:pt x="1054498" y="30178"/>
                    </a:cubicBezTo>
                    <a:lnTo>
                      <a:pt x="1054498" y="720475"/>
                    </a:lnTo>
                    <a:cubicBezTo>
                      <a:pt x="1054498" y="737129"/>
                      <a:pt x="1041041" y="750586"/>
                      <a:pt x="1024386" y="75058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0" name="Freeform 60"/>
              <p:cNvSpPr/>
              <p:nvPr/>
            </p:nvSpPr>
            <p:spPr>
              <a:xfrm>
                <a:off x="8398920" y="2614859"/>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4"/>
                      <a:pt x="13523" y="0"/>
                      <a:pt x="30178" y="0"/>
                    </a:cubicBezTo>
                    <a:lnTo>
                      <a:pt x="674175" y="0"/>
                    </a:lnTo>
                    <a:cubicBezTo>
                      <a:pt x="690830" y="0"/>
                      <a:pt x="704353" y="13524"/>
                      <a:pt x="704353" y="30178"/>
                    </a:cubicBezTo>
                    <a:lnTo>
                      <a:pt x="704353" y="324297"/>
                    </a:lnTo>
                    <a:cubicBezTo>
                      <a:pt x="704353" y="340951"/>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1" name="Freeform 61"/>
              <p:cNvSpPr/>
              <p:nvPr/>
            </p:nvSpPr>
            <p:spPr>
              <a:xfrm>
                <a:off x="8398920" y="3010971"/>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3"/>
                      <a:pt x="13523" y="0"/>
                      <a:pt x="30178" y="0"/>
                    </a:cubicBezTo>
                    <a:lnTo>
                      <a:pt x="674175" y="0"/>
                    </a:lnTo>
                    <a:cubicBezTo>
                      <a:pt x="690830" y="0"/>
                      <a:pt x="704353" y="13523"/>
                      <a:pt x="704353" y="30178"/>
                    </a:cubicBezTo>
                    <a:lnTo>
                      <a:pt x="704353" y="324297"/>
                    </a:lnTo>
                    <a:cubicBezTo>
                      <a:pt x="704353" y="341018"/>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7780238" y="2919249"/>
                <a:ext cx="164962" cy="183377"/>
              </a:xfrm>
              <a:custGeom>
                <a:avLst/>
                <a:gdLst/>
                <a:ahLst/>
                <a:cxnLst/>
                <a:rect l="l" t="t" r="r" b="b"/>
                <a:pathLst>
                  <a:path w="164962" h="183377">
                    <a:moveTo>
                      <a:pt x="153421" y="71737"/>
                    </a:moveTo>
                    <a:lnTo>
                      <a:pt x="34641" y="3120"/>
                    </a:lnTo>
                    <a:cubicBezTo>
                      <a:pt x="19253" y="-5740"/>
                      <a:pt x="0" y="5318"/>
                      <a:pt x="0" y="23105"/>
                    </a:cubicBezTo>
                    <a:lnTo>
                      <a:pt x="0" y="160272"/>
                    </a:lnTo>
                    <a:cubicBezTo>
                      <a:pt x="0" y="178059"/>
                      <a:pt x="19253" y="189118"/>
                      <a:pt x="34641" y="180257"/>
                    </a:cubicBezTo>
                    <a:lnTo>
                      <a:pt x="153421" y="111641"/>
                    </a:lnTo>
                    <a:cubicBezTo>
                      <a:pt x="168810" y="102847"/>
                      <a:pt x="168810" y="80663"/>
                      <a:pt x="153421" y="71737"/>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63" name="Freeform 63"/>
              <p:cNvSpPr/>
              <p:nvPr/>
            </p:nvSpPr>
            <p:spPr>
              <a:xfrm>
                <a:off x="7315977" y="3407215"/>
                <a:ext cx="1787230" cy="149890"/>
              </a:xfrm>
              <a:custGeom>
                <a:avLst/>
                <a:gdLst/>
                <a:ahLst/>
                <a:cxnLst/>
                <a:rect l="l" t="t" r="r" b="b"/>
                <a:pathLst>
                  <a:path w="1787230" h="149890">
                    <a:moveTo>
                      <a:pt x="1758584" y="149891"/>
                    </a:moveTo>
                    <a:lnTo>
                      <a:pt x="28646" y="149891"/>
                    </a:lnTo>
                    <a:cubicBezTo>
                      <a:pt x="12791" y="149891"/>
                      <a:pt x="0" y="137033"/>
                      <a:pt x="0" y="121245"/>
                    </a:cubicBezTo>
                    <a:lnTo>
                      <a:pt x="0" y="28646"/>
                    </a:lnTo>
                    <a:cubicBezTo>
                      <a:pt x="0" y="12791"/>
                      <a:pt x="12857" y="0"/>
                      <a:pt x="28646" y="0"/>
                    </a:cubicBezTo>
                    <a:lnTo>
                      <a:pt x="1758584" y="0"/>
                    </a:lnTo>
                    <a:cubicBezTo>
                      <a:pt x="1774439" y="0"/>
                      <a:pt x="1787230" y="12857"/>
                      <a:pt x="1787230" y="28646"/>
                    </a:cubicBezTo>
                    <a:lnTo>
                      <a:pt x="1787230" y="121245"/>
                    </a:lnTo>
                    <a:cubicBezTo>
                      <a:pt x="1787297" y="137033"/>
                      <a:pt x="1774439" y="149891"/>
                      <a:pt x="1758584" y="1498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grpSp>
        <p:sp>
          <p:nvSpPr>
            <p:cNvPr id="64" name="Freeform 64"/>
            <p:cNvSpPr/>
            <p:nvPr/>
          </p:nvSpPr>
          <p:spPr>
            <a:xfrm>
              <a:off x="5288419" y="3072841"/>
              <a:ext cx="332693" cy="135010"/>
            </a:xfrm>
            <a:custGeom>
              <a:avLst/>
              <a:gdLst/>
              <a:ahLst/>
              <a:cxnLst/>
              <a:rect l="l" t="t" r="r" b="b"/>
              <a:pathLst>
                <a:path w="527282" h="213977">
                  <a:moveTo>
                    <a:pt x="489643" y="213977"/>
                  </a:moveTo>
                  <a:lnTo>
                    <a:pt x="37639" y="213977"/>
                  </a:lnTo>
                  <a:cubicBezTo>
                    <a:pt x="16854" y="213977"/>
                    <a:pt x="0" y="197123"/>
                    <a:pt x="0" y="176338"/>
                  </a:cubicBezTo>
                  <a:lnTo>
                    <a:pt x="0" y="37639"/>
                  </a:lnTo>
                  <a:cubicBezTo>
                    <a:pt x="0" y="16854"/>
                    <a:pt x="16854" y="0"/>
                    <a:pt x="37639" y="0"/>
                  </a:cubicBezTo>
                  <a:lnTo>
                    <a:pt x="489643" y="0"/>
                  </a:lnTo>
                  <a:cubicBezTo>
                    <a:pt x="510428" y="0"/>
                    <a:pt x="527282" y="16854"/>
                    <a:pt x="527282" y="37639"/>
                  </a:cubicBezTo>
                  <a:lnTo>
                    <a:pt x="527282" y="176338"/>
                  </a:lnTo>
                  <a:cubicBezTo>
                    <a:pt x="527282" y="197123"/>
                    <a:pt x="510428" y="213977"/>
                    <a:pt x="489643" y="213977"/>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65" name="Freeform 65"/>
            <p:cNvSpPr/>
            <p:nvPr/>
          </p:nvSpPr>
          <p:spPr>
            <a:xfrm>
              <a:off x="4757288" y="4235732"/>
              <a:ext cx="271198" cy="370900"/>
            </a:xfrm>
            <a:custGeom>
              <a:avLst/>
              <a:gdLst/>
              <a:ahLst/>
              <a:cxnLst/>
              <a:rect l="l" t="t" r="r" b="b"/>
              <a:pathLst>
                <a:path w="429819" h="587837">
                  <a:moveTo>
                    <a:pt x="399975" y="587838"/>
                  </a:moveTo>
                  <a:lnTo>
                    <a:pt x="29845" y="587838"/>
                  </a:lnTo>
                  <a:cubicBezTo>
                    <a:pt x="13390" y="587838"/>
                    <a:pt x="0" y="574514"/>
                    <a:pt x="0" y="557993"/>
                  </a:cubicBezTo>
                  <a:lnTo>
                    <a:pt x="0" y="29845"/>
                  </a:lnTo>
                  <a:cubicBezTo>
                    <a:pt x="0" y="13390"/>
                    <a:pt x="13324" y="0"/>
                    <a:pt x="29845" y="0"/>
                  </a:cubicBezTo>
                  <a:lnTo>
                    <a:pt x="399975" y="0"/>
                  </a:lnTo>
                  <a:cubicBezTo>
                    <a:pt x="416430" y="0"/>
                    <a:pt x="429820" y="13324"/>
                    <a:pt x="429820" y="29845"/>
                  </a:cubicBezTo>
                  <a:lnTo>
                    <a:pt x="429820" y="557993"/>
                  </a:lnTo>
                  <a:cubicBezTo>
                    <a:pt x="429753" y="574514"/>
                    <a:pt x="416430" y="587838"/>
                    <a:pt x="399975" y="587838"/>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66" name="Freeform 66"/>
            <p:cNvSpPr/>
            <p:nvPr/>
          </p:nvSpPr>
          <p:spPr>
            <a:xfrm>
              <a:off x="4757287" y="4235772"/>
              <a:ext cx="271198" cy="370859"/>
            </a:xfrm>
            <a:custGeom>
              <a:avLst/>
              <a:gdLst/>
              <a:ahLst/>
              <a:cxnLst/>
              <a:rect l="l" t="t" r="r" b="b"/>
              <a:pathLst>
                <a:path w="429819" h="587771">
                  <a:moveTo>
                    <a:pt x="399975" y="0"/>
                  </a:moveTo>
                  <a:lnTo>
                    <a:pt x="370730" y="0"/>
                  </a:lnTo>
                  <a:lnTo>
                    <a:pt x="370730" y="152755"/>
                  </a:lnTo>
                  <a:cubicBezTo>
                    <a:pt x="370730" y="353875"/>
                    <a:pt x="207715" y="516890"/>
                    <a:pt x="6595" y="516890"/>
                  </a:cubicBezTo>
                  <a:lnTo>
                    <a:pt x="0" y="516890"/>
                  </a:lnTo>
                  <a:lnTo>
                    <a:pt x="0" y="557926"/>
                  </a:lnTo>
                  <a:cubicBezTo>
                    <a:pt x="0" y="574381"/>
                    <a:pt x="13324" y="587771"/>
                    <a:pt x="29845" y="587771"/>
                  </a:cubicBezTo>
                  <a:lnTo>
                    <a:pt x="399975" y="587771"/>
                  </a:lnTo>
                  <a:cubicBezTo>
                    <a:pt x="416430" y="587771"/>
                    <a:pt x="429820" y="574448"/>
                    <a:pt x="429820" y="557926"/>
                  </a:cubicBezTo>
                  <a:lnTo>
                    <a:pt x="429820" y="29778"/>
                  </a:lnTo>
                  <a:cubicBezTo>
                    <a:pt x="429753" y="13390"/>
                    <a:pt x="416430" y="0"/>
                    <a:pt x="399975" y="0"/>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5260297" y="3096084"/>
              <a:ext cx="309238" cy="29380"/>
            </a:xfrm>
            <a:custGeom>
              <a:avLst/>
              <a:gdLst/>
              <a:ahLst/>
              <a:cxnLst/>
              <a:rect l="l" t="t" r="r" b="b"/>
              <a:pathLst>
                <a:path w="490109" h="46565">
                  <a:moveTo>
                    <a:pt x="482715" y="46566"/>
                  </a:moveTo>
                  <a:lnTo>
                    <a:pt x="7395" y="46566"/>
                  </a:lnTo>
                  <a:cubicBezTo>
                    <a:pt x="3331" y="46566"/>
                    <a:pt x="0" y="43235"/>
                    <a:pt x="0" y="39171"/>
                  </a:cubicBezTo>
                  <a:lnTo>
                    <a:pt x="0" y="7395"/>
                  </a:lnTo>
                  <a:cubicBezTo>
                    <a:pt x="0" y="3331"/>
                    <a:pt x="3331" y="0"/>
                    <a:pt x="7395" y="0"/>
                  </a:cubicBezTo>
                  <a:lnTo>
                    <a:pt x="482715" y="0"/>
                  </a:lnTo>
                  <a:cubicBezTo>
                    <a:pt x="486778" y="0"/>
                    <a:pt x="490109" y="3331"/>
                    <a:pt x="490109" y="7395"/>
                  </a:cubicBezTo>
                  <a:lnTo>
                    <a:pt x="490109" y="39171"/>
                  </a:lnTo>
                  <a:cubicBezTo>
                    <a:pt x="490109" y="43302"/>
                    <a:pt x="486778" y="46566"/>
                    <a:pt x="482715"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8" name="Freeform 68"/>
            <p:cNvSpPr/>
            <p:nvPr/>
          </p:nvSpPr>
          <p:spPr>
            <a:xfrm>
              <a:off x="5260297" y="3142700"/>
              <a:ext cx="188896" cy="29380"/>
            </a:xfrm>
            <a:custGeom>
              <a:avLst/>
              <a:gdLst/>
              <a:ahLst/>
              <a:cxnLst/>
              <a:rect l="l" t="t" r="r" b="b"/>
              <a:pathLst>
                <a:path w="299381" h="46565">
                  <a:moveTo>
                    <a:pt x="291987" y="46566"/>
                  </a:moveTo>
                  <a:lnTo>
                    <a:pt x="7395" y="46566"/>
                  </a:lnTo>
                  <a:cubicBezTo>
                    <a:pt x="3331" y="46566"/>
                    <a:pt x="0" y="43235"/>
                    <a:pt x="0" y="39171"/>
                  </a:cubicBezTo>
                  <a:lnTo>
                    <a:pt x="0" y="7395"/>
                  </a:lnTo>
                  <a:cubicBezTo>
                    <a:pt x="0" y="3331"/>
                    <a:pt x="3331" y="0"/>
                    <a:pt x="7395" y="0"/>
                  </a:cubicBezTo>
                  <a:lnTo>
                    <a:pt x="291987" y="0"/>
                  </a:lnTo>
                  <a:cubicBezTo>
                    <a:pt x="296051" y="0"/>
                    <a:pt x="299382" y="3331"/>
                    <a:pt x="299382" y="7395"/>
                  </a:cubicBezTo>
                  <a:lnTo>
                    <a:pt x="299382" y="39171"/>
                  </a:lnTo>
                  <a:cubicBezTo>
                    <a:pt x="299382" y="43235"/>
                    <a:pt x="296051" y="46566"/>
                    <a:pt x="291987"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9" name="Freeform 69"/>
            <p:cNvSpPr/>
            <p:nvPr/>
          </p:nvSpPr>
          <p:spPr>
            <a:xfrm>
              <a:off x="5513169" y="3429450"/>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5504552" y="3417176"/>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1" name="Freeform 71"/>
            <p:cNvSpPr/>
            <p:nvPr/>
          </p:nvSpPr>
          <p:spPr>
            <a:xfrm>
              <a:off x="6798040" y="2977761"/>
              <a:ext cx="1241618" cy="109958"/>
            </a:xfrm>
            <a:custGeom>
              <a:avLst/>
              <a:gdLst/>
              <a:ahLst/>
              <a:cxnLst/>
              <a:rect l="l" t="t" r="r" b="b"/>
              <a:pathLst>
                <a:path w="1967831" h="174272">
                  <a:moveTo>
                    <a:pt x="1967832" y="174273"/>
                  </a:moveTo>
                  <a:lnTo>
                    <a:pt x="0" y="174273"/>
                  </a:lnTo>
                  <a:lnTo>
                    <a:pt x="0" y="45500"/>
                  </a:lnTo>
                  <a:cubicBezTo>
                    <a:pt x="0" y="20385"/>
                    <a:pt x="20385" y="0"/>
                    <a:pt x="45500" y="0"/>
                  </a:cubicBezTo>
                  <a:lnTo>
                    <a:pt x="1922332" y="0"/>
                  </a:lnTo>
                  <a:cubicBezTo>
                    <a:pt x="1947447" y="0"/>
                    <a:pt x="1967832" y="20385"/>
                    <a:pt x="1967832" y="45500"/>
                  </a:cubicBezTo>
                  <a:lnTo>
                    <a:pt x="1967832" y="174273"/>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2" name="Freeform 72"/>
            <p:cNvSpPr/>
            <p:nvPr/>
          </p:nvSpPr>
          <p:spPr>
            <a:xfrm>
              <a:off x="7598268" y="2934424"/>
              <a:ext cx="88101" cy="88102"/>
            </a:xfrm>
            <a:custGeom>
              <a:avLst/>
              <a:gdLst/>
              <a:ahLst/>
              <a:cxnLst/>
              <a:rect l="l" t="t" r="r" b="b"/>
              <a:pathLst>
                <a:path w="139631" h="139631">
                  <a:moveTo>
                    <a:pt x="139632" y="69816"/>
                  </a:moveTo>
                  <a:cubicBezTo>
                    <a:pt x="139632" y="108374"/>
                    <a:pt x="108374" y="139632"/>
                    <a:pt x="69816" y="139632"/>
                  </a:cubicBezTo>
                  <a:cubicBezTo>
                    <a:pt x="31258" y="139632"/>
                    <a:pt x="0" y="108374"/>
                    <a:pt x="0" y="69816"/>
                  </a:cubicBezTo>
                  <a:cubicBezTo>
                    <a:pt x="0" y="31258"/>
                    <a:pt x="31258" y="0"/>
                    <a:pt x="69816" y="0"/>
                  </a:cubicBezTo>
                  <a:cubicBezTo>
                    <a:pt x="108374" y="0"/>
                    <a:pt x="139632" y="31258"/>
                    <a:pt x="139632" y="69816"/>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73" name="Freeform 73"/>
            <p:cNvSpPr/>
            <p:nvPr/>
          </p:nvSpPr>
          <p:spPr>
            <a:xfrm>
              <a:off x="7728235" y="2934424"/>
              <a:ext cx="88101" cy="88102"/>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7858245" y="2934424"/>
              <a:ext cx="88101" cy="88101"/>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6269558" y="3993996"/>
              <a:ext cx="169815" cy="134169"/>
            </a:xfrm>
            <a:custGeom>
              <a:avLst/>
              <a:gdLst/>
              <a:ahLst/>
              <a:cxnLst/>
              <a:rect l="l" t="t" r="r" b="b"/>
              <a:pathLst>
                <a:path w="269137" h="212644">
                  <a:moveTo>
                    <a:pt x="226835" y="212645"/>
                  </a:moveTo>
                  <a:lnTo>
                    <a:pt x="42302" y="212645"/>
                  </a:lnTo>
                  <a:cubicBezTo>
                    <a:pt x="18920" y="212645"/>
                    <a:pt x="0" y="193725"/>
                    <a:pt x="0" y="170342"/>
                  </a:cubicBezTo>
                  <a:lnTo>
                    <a:pt x="0" y="0"/>
                  </a:lnTo>
                  <a:lnTo>
                    <a:pt x="269137" y="0"/>
                  </a:lnTo>
                  <a:lnTo>
                    <a:pt x="269137" y="170342"/>
                  </a:lnTo>
                  <a:cubicBezTo>
                    <a:pt x="269204" y="193659"/>
                    <a:pt x="250218" y="212645"/>
                    <a:pt x="226835" y="212645"/>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grpSp>
          <p:nvGrpSpPr>
            <p:cNvPr id="76" name="Group 76"/>
            <p:cNvGrpSpPr/>
            <p:nvPr/>
          </p:nvGrpSpPr>
          <p:grpSpPr>
            <a:xfrm>
              <a:off x="5802679" y="4079452"/>
              <a:ext cx="826898" cy="508770"/>
              <a:chOff x="5659962" y="3975400"/>
              <a:chExt cx="1310545" cy="806345"/>
            </a:xfrm>
          </p:grpSpPr>
          <p:sp>
            <p:nvSpPr>
              <p:cNvPr id="77" name="Freeform 77"/>
              <p:cNvSpPr/>
              <p:nvPr/>
            </p:nvSpPr>
            <p:spPr>
              <a:xfrm>
                <a:off x="5659962" y="3975400"/>
                <a:ext cx="1310545" cy="741259"/>
              </a:xfrm>
              <a:custGeom>
                <a:avLst/>
                <a:gdLst/>
                <a:ahLst/>
                <a:cxnLst/>
                <a:rect l="l" t="t" r="r" b="b"/>
                <a:pathLst>
                  <a:path w="1310545" h="741259">
                    <a:moveTo>
                      <a:pt x="41859" y="0"/>
                    </a:moveTo>
                    <a:cubicBezTo>
                      <a:pt x="1267299" y="0"/>
                      <a:pt x="1267299" y="0"/>
                      <a:pt x="1267299" y="0"/>
                    </a:cubicBezTo>
                    <a:cubicBezTo>
                      <a:pt x="1294079" y="0"/>
                      <a:pt x="1313665" y="23183"/>
                      <a:pt x="1310134" y="49897"/>
                    </a:cubicBezTo>
                    <a:cubicBezTo>
                      <a:pt x="1179895" y="741260"/>
                      <a:pt x="1179895" y="741260"/>
                      <a:pt x="1179895" y="741260"/>
                    </a:cubicBezTo>
                    <a:cubicBezTo>
                      <a:pt x="115005" y="741260"/>
                      <a:pt x="115005" y="741260"/>
                      <a:pt x="115005" y="741260"/>
                    </a:cubicBezTo>
                    <a:cubicBezTo>
                      <a:pt x="822" y="49897"/>
                      <a:pt x="822" y="49897"/>
                      <a:pt x="822" y="49897"/>
                    </a:cubicBezTo>
                    <a:cubicBezTo>
                      <a:pt x="-4508" y="23116"/>
                      <a:pt x="16877" y="0"/>
                      <a:pt x="41859" y="0"/>
                    </a:cubicBezTo>
                    <a:lnTo>
                      <a:pt x="41859" y="0"/>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8" name="Freeform 78"/>
              <p:cNvSpPr/>
              <p:nvPr/>
            </p:nvSpPr>
            <p:spPr>
              <a:xfrm>
                <a:off x="5775233" y="4716660"/>
                <a:ext cx="1066555" cy="65085"/>
              </a:xfrm>
              <a:custGeom>
                <a:avLst/>
                <a:gdLst/>
                <a:ahLst/>
                <a:cxnLst/>
                <a:rect l="l" t="t" r="r" b="b"/>
                <a:pathLst>
                  <a:path w="1066555" h="65085">
                    <a:moveTo>
                      <a:pt x="1023787" y="65086"/>
                    </a:moveTo>
                    <a:cubicBezTo>
                      <a:pt x="42835" y="65086"/>
                      <a:pt x="42835" y="65086"/>
                      <a:pt x="42835" y="65086"/>
                    </a:cubicBezTo>
                    <a:cubicBezTo>
                      <a:pt x="17854" y="65086"/>
                      <a:pt x="0" y="47032"/>
                      <a:pt x="0" y="21717"/>
                    </a:cubicBezTo>
                    <a:cubicBezTo>
                      <a:pt x="0" y="0"/>
                      <a:pt x="0" y="0"/>
                      <a:pt x="0" y="0"/>
                    </a:cubicBezTo>
                    <a:cubicBezTo>
                      <a:pt x="1066556" y="0"/>
                      <a:pt x="1066556" y="0"/>
                      <a:pt x="1066556" y="0"/>
                    </a:cubicBezTo>
                    <a:cubicBezTo>
                      <a:pt x="1066556" y="21717"/>
                      <a:pt x="1066556" y="21717"/>
                      <a:pt x="1066556" y="21717"/>
                    </a:cubicBezTo>
                    <a:cubicBezTo>
                      <a:pt x="1066622" y="46966"/>
                      <a:pt x="1046970" y="65086"/>
                      <a:pt x="1023787" y="65086"/>
                    </a:cubicBezTo>
                    <a:lnTo>
                      <a:pt x="1023787" y="65086"/>
                    </a:lnTo>
                    <a:close/>
                  </a:path>
                </a:pathLst>
              </a:custGeom>
              <a:solidFill>
                <a:srgbClr val="ADD3DB"/>
              </a:solidFill>
              <a:ln cap="flat">
                <a:prstDash val="solid"/>
              </a:ln>
            </p:spPr>
            <p:txBody>
              <a:bodyPr vert="horz" lIns="91440" tIns="45720" rIns="91440" bIns="45720" anchor="ctr">
                <a:normAutofit/>
              </a:bodyPr>
              <a:lstStyle/>
              <a:p>
                <a:pPr marL="0" algn="l"/>
                <a:endParaRPr/>
              </a:p>
            </p:txBody>
          </p:sp>
        </p:grpSp>
        <p:sp>
          <p:nvSpPr>
            <p:cNvPr id="79" name="Freeform 79"/>
            <p:cNvSpPr/>
            <p:nvPr/>
          </p:nvSpPr>
          <p:spPr>
            <a:xfrm>
              <a:off x="6151427" y="4256145"/>
              <a:ext cx="129377" cy="129377"/>
            </a:xfrm>
            <a:custGeom>
              <a:avLst/>
              <a:gdLst/>
              <a:ahLst/>
              <a:cxnLst/>
              <a:rect l="l" t="t" r="r" b="b"/>
              <a:pathLst>
                <a:path w="205050" h="205050">
                  <a:moveTo>
                    <a:pt x="205050" y="102525"/>
                  </a:moveTo>
                  <a:cubicBezTo>
                    <a:pt x="205050" y="159148"/>
                    <a:pt x="159148" y="205051"/>
                    <a:pt x="102525" y="205051"/>
                  </a:cubicBezTo>
                  <a:cubicBezTo>
                    <a:pt x="45902" y="205051"/>
                    <a:pt x="0" y="159148"/>
                    <a:pt x="0" y="102525"/>
                  </a:cubicBezTo>
                  <a:cubicBezTo>
                    <a:pt x="0" y="45902"/>
                    <a:pt x="45902" y="0"/>
                    <a:pt x="102525" y="0"/>
                  </a:cubicBezTo>
                  <a:cubicBezTo>
                    <a:pt x="159148" y="0"/>
                    <a:pt x="205050" y="45902"/>
                    <a:pt x="205050" y="10252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p:nvPr/>
        </p:nvSpPr>
        <p:spPr>
          <a:xfrm>
            <a:off x="6819900" y="1028700"/>
            <a:ext cx="4699001" cy="5207000"/>
          </a:xfrm>
          <a:prstGeom prst="roundRect">
            <a:avLst>
              <a:gd name="adj" fmla="val 4775"/>
            </a:avLst>
          </a:prstGeom>
          <a:solidFill>
            <a:schemeClr val="accent3">
              <a:alpha val="15000"/>
            </a:schemeClr>
          </a:solidFill>
          <a:ln cap="flat">
            <a:prstDash val="solid"/>
          </a:ln>
        </p:spPr>
        <p:txBody>
          <a:bodyPr vert="horz" lIns="91440" tIns="45720" rIns="91440" bIns="45720" anchor="ctr">
            <a:normAutofit/>
          </a:bodyPr>
          <a:lstStyle/>
          <a:p>
            <a:pPr marL="0" algn="l"/>
            <a:endParaRPr/>
          </a:p>
        </p:txBody>
      </p:sp>
      <p:sp>
        <p:nvSpPr>
          <p:cNvPr id="3" name="AutoShape 3"/>
          <p:cNvSpPr/>
          <p:nvPr/>
        </p:nvSpPr>
        <p:spPr>
          <a:xfrm flipH="1">
            <a:off x="7271611" y="1195576"/>
            <a:ext cx="3888388" cy="369332"/>
          </a:xfrm>
          <a:prstGeom prst="rect">
            <a:avLst/>
          </a:prstGeom>
          <a:noFill/>
          <a:ln cap="flat" cmpd="sng">
            <a:prstDash val="solid"/>
          </a:ln>
        </p:spPr>
        <p:txBody>
          <a:bodyPr vert="horz" wrap="square" lIns="91440" tIns="45720" rIns="91440" bIns="45720" anchor="b">
            <a:spAutoFit/>
          </a:bodyPr>
          <a:lstStyle/>
          <a:p>
            <a:pPr marL="0" algn="l"/>
            <a:r>
              <a:rPr lang="zh-CN" altLang="en-US" sz="1800" b="1" i="0" u="none" baseline="0" dirty="0">
                <a:solidFill>
                  <a:srgbClr val="000000"/>
                </a:solidFill>
                <a:latin typeface="微软雅黑"/>
                <a:ea typeface="微软雅黑"/>
              </a:rPr>
              <a:t>Coding Practices</a:t>
            </a:r>
          </a:p>
        </p:txBody>
      </p:sp>
      <p:sp>
        <p:nvSpPr>
          <p:cNvPr id="4" name="TextBox 4"/>
          <p:cNvSpPr txBox="1"/>
          <p:nvPr/>
        </p:nvSpPr>
        <p:spPr>
          <a:xfrm>
            <a:off x="7271611" y="1581445"/>
            <a:ext cx="3888387" cy="1023357"/>
          </a:xfrm>
          <a:prstGeom prst="rect">
            <a:avLst/>
          </a:prstGeom>
          <a:noFill/>
        </p:spPr>
        <p:txBody>
          <a:bodyPr vert="horz" wrap="square" lIns="91440" tIns="45720" rIns="91440" bIns="45720" rtlCol="0" anchor="t">
            <a:spAutoFit/>
          </a:bodyPr>
          <a:lstStyle/>
          <a:p>
            <a:pPr marL="0" algn="l">
              <a:lnSpc>
                <a:spcPct val="150000"/>
              </a:lnSpc>
              <a:defRPr/>
            </a:pPr>
            <a:r>
              <a:rPr lang="zh-CN" altLang="en-US" sz="1400" b="0" i="0" u="none" baseline="0" dirty="0">
                <a:solidFill>
                  <a:srgbClr val="000000"/>
                </a:solidFill>
                <a:latin typeface="微软雅黑"/>
                <a:ea typeface="微软雅黑"/>
              </a:rPr>
              <a:t>Praktik pengkodean yang baik termasuk penggunaan struktur folder yang terorganisir dan penerapan standar penulisan yang konsisten. Hal ini penting untuk memudahkan pemeliharaan dan kolaborasi antar pengembang.</a:t>
            </a:r>
            <a:endParaRPr lang="en-US" sz="1100" dirty="0"/>
          </a:p>
        </p:txBody>
      </p:sp>
      <p:sp>
        <p:nvSpPr>
          <p:cNvPr id="5" name="AutoShape 5"/>
          <p:cNvSpPr/>
          <p:nvPr/>
        </p:nvSpPr>
        <p:spPr>
          <a:xfrm flipH="1">
            <a:off x="7225206" y="3715638"/>
            <a:ext cx="3888388" cy="369332"/>
          </a:xfrm>
          <a:prstGeom prst="rect">
            <a:avLst/>
          </a:prstGeom>
          <a:noFill/>
          <a:ln cap="flat" cmpd="sng">
            <a:prstDash val="solid"/>
          </a:ln>
        </p:spPr>
        <p:txBody>
          <a:bodyPr vert="horz" wrap="square" lIns="91440" tIns="45720" rIns="91440" bIns="45720" anchor="b">
            <a:spAutoFit/>
          </a:bodyPr>
          <a:lstStyle/>
          <a:p>
            <a:pPr marL="0" algn="l"/>
            <a:r>
              <a:rPr lang="zh-CN" altLang="en-US" sz="1800" b="1" i="0" u="none" baseline="0" dirty="0">
                <a:solidFill>
                  <a:srgbClr val="000000"/>
                </a:solidFill>
                <a:latin typeface="微软雅黑"/>
                <a:ea typeface="微软雅黑"/>
              </a:rPr>
              <a:t>Testing Procedures</a:t>
            </a:r>
          </a:p>
        </p:txBody>
      </p:sp>
      <p:sp>
        <p:nvSpPr>
          <p:cNvPr id="6" name="TextBox 6"/>
          <p:cNvSpPr txBox="1"/>
          <p:nvPr/>
        </p:nvSpPr>
        <p:spPr>
          <a:xfrm>
            <a:off x="7271611" y="4080222"/>
            <a:ext cx="3888387" cy="1023357"/>
          </a:xfrm>
          <a:prstGeom prst="rect">
            <a:avLst/>
          </a:prstGeom>
          <a:noFill/>
        </p:spPr>
        <p:txBody>
          <a:bodyPr vert="horz" wrap="square" lIns="91440" tIns="45720" rIns="91440" bIns="45720" rtlCol="0" anchor="t">
            <a:spAutoFit/>
          </a:bodyPr>
          <a:lstStyle/>
          <a:p>
            <a:pPr marL="0" algn="l">
              <a:lnSpc>
                <a:spcPct val="150000"/>
              </a:lnSpc>
              <a:defRPr/>
            </a:pPr>
            <a:r>
              <a:rPr lang="zh-CN" altLang="en-US" sz="1400" b="0" i="0" u="none" baseline="0" dirty="0">
                <a:solidFill>
                  <a:srgbClr val="000000"/>
                </a:solidFill>
                <a:latin typeface="微软雅黑"/>
                <a:ea typeface="微软雅黑"/>
              </a:rPr>
              <a:t>Prosedur pengujian mencakup pengujian fungsional untuk memastikan semua fitur bekerja seperti yang diharapkan, serta pengujian keamanan untuk melindungi aplikasi dari serangan berbahaya dan memastikan kerentanan diminimalkan.</a:t>
            </a:r>
            <a:endParaRPr lang="en-US" sz="1100" dirty="0"/>
          </a:p>
        </p:txBody>
      </p:sp>
      <p:grpSp>
        <p:nvGrpSpPr>
          <p:cNvPr id="7" name="Group 7"/>
          <p:cNvGrpSpPr/>
          <p:nvPr/>
        </p:nvGrpSpPr>
        <p:grpSpPr>
          <a:xfrm>
            <a:off x="1336603" y="2730500"/>
            <a:ext cx="4171230" cy="3140100"/>
            <a:chOff x="2987603" y="1089000"/>
            <a:chExt cx="6216794" cy="4680000"/>
          </a:xfrm>
        </p:grpSpPr>
        <p:grpSp>
          <p:nvGrpSpPr>
            <p:cNvPr id="8" name="Group 8"/>
            <p:cNvGrpSpPr/>
            <p:nvPr/>
          </p:nvGrpSpPr>
          <p:grpSpPr>
            <a:xfrm>
              <a:off x="2987603" y="1888756"/>
              <a:ext cx="6216794" cy="3880244"/>
              <a:chOff x="2081212" y="924115"/>
              <a:chExt cx="8031669" cy="5013007"/>
            </a:xfrm>
          </p:grpSpPr>
          <p:sp>
            <p:nvSpPr>
              <p:cNvPr id="9" name="Freeform 9"/>
              <p:cNvSpPr/>
              <p:nvPr/>
            </p:nvSpPr>
            <p:spPr>
              <a:xfrm>
                <a:off x="3814952" y="5767768"/>
                <a:ext cx="5391150" cy="169354"/>
              </a:xfrm>
              <a:custGeom>
                <a:avLst/>
                <a:gdLst/>
                <a:ahLst/>
                <a:cxnLst/>
                <a:rect l="l" t="t" r="r" b="b"/>
                <a:pathLst>
                  <a:path w="5391150" h="169354">
                    <a:moveTo>
                      <a:pt x="5391150" y="84677"/>
                    </a:moveTo>
                    <a:cubicBezTo>
                      <a:pt x="5391150" y="131443"/>
                      <a:pt x="4184300" y="169355"/>
                      <a:pt x="2695575" y="169355"/>
                    </a:cubicBezTo>
                    <a:cubicBezTo>
                      <a:pt x="1206850" y="169355"/>
                      <a:pt x="0" y="131444"/>
                      <a:pt x="0" y="84677"/>
                    </a:cubicBezTo>
                    <a:cubicBezTo>
                      <a:pt x="0" y="37911"/>
                      <a:pt x="1206850" y="0"/>
                      <a:pt x="2695575" y="0"/>
                    </a:cubicBezTo>
                    <a:cubicBezTo>
                      <a:pt x="4184300" y="0"/>
                      <a:pt x="5391150" y="37911"/>
                      <a:pt x="5391150" y="84677"/>
                    </a:cubicBezTo>
                    <a:close/>
                  </a:path>
                </a:pathLst>
              </a:custGeom>
              <a:solidFill>
                <a:srgbClr val="CFD8DC"/>
              </a:solidFill>
              <a:ln cap="flat">
                <a:prstDash val="solid"/>
              </a:ln>
            </p:spPr>
            <p:txBody>
              <a:bodyPr vert="horz" lIns="91440" tIns="45720" rIns="91440" bIns="45720" anchor="ctr">
                <a:normAutofit/>
              </a:bodyPr>
              <a:lstStyle/>
              <a:p>
                <a:pPr marL="0" algn="l"/>
                <a:endParaRPr/>
              </a:p>
            </p:txBody>
          </p:sp>
          <p:sp>
            <p:nvSpPr>
              <p:cNvPr id="10" name="Freeform 10"/>
              <p:cNvSpPr/>
              <p:nvPr/>
            </p:nvSpPr>
            <p:spPr>
              <a:xfrm>
                <a:off x="9405365" y="5787675"/>
                <a:ext cx="707516" cy="99631"/>
              </a:xfrm>
              <a:custGeom>
                <a:avLst/>
                <a:gdLst/>
                <a:ahLst/>
                <a:cxnLst/>
                <a:rect l="l" t="t" r="r" b="b"/>
                <a:pathLst>
                  <a:path w="707516" h="99631">
                    <a:moveTo>
                      <a:pt x="707517" y="49816"/>
                    </a:moveTo>
                    <a:cubicBezTo>
                      <a:pt x="707517" y="77328"/>
                      <a:pt x="549133" y="99631"/>
                      <a:pt x="353758" y="99631"/>
                    </a:cubicBezTo>
                    <a:cubicBezTo>
                      <a:pt x="158383" y="99631"/>
                      <a:pt x="-1" y="77328"/>
                      <a:pt x="-1" y="49816"/>
                    </a:cubicBezTo>
                    <a:cubicBezTo>
                      <a:pt x="-1" y="22303"/>
                      <a:pt x="158383" y="0"/>
                      <a:pt x="353758" y="0"/>
                    </a:cubicBezTo>
                    <a:cubicBezTo>
                      <a:pt x="549133" y="0"/>
                      <a:pt x="707517" y="22303"/>
                      <a:pt x="707517" y="49816"/>
                    </a:cubicBezTo>
                    <a:close/>
                  </a:path>
                </a:pathLst>
              </a:custGeom>
              <a:solidFill>
                <a:srgbClr val="CFD8DC"/>
              </a:solidFill>
              <a:ln cap="flat">
                <a:prstDash val="solid"/>
              </a:ln>
            </p:spPr>
            <p:txBody>
              <a:bodyPr vert="horz" lIns="91440" tIns="45720" rIns="91440" bIns="45720" anchor="ctr">
                <a:normAutofit/>
              </a:bodyPr>
              <a:lstStyle/>
              <a:p>
                <a:pPr marL="0" algn="l"/>
                <a:endParaRPr/>
              </a:p>
            </p:txBody>
          </p:sp>
          <p:sp>
            <p:nvSpPr>
              <p:cNvPr id="11" name="Freeform 11"/>
              <p:cNvSpPr/>
              <p:nvPr/>
            </p:nvSpPr>
            <p:spPr>
              <a:xfrm>
                <a:off x="2360008" y="5787675"/>
                <a:ext cx="707517" cy="99631"/>
              </a:xfrm>
              <a:custGeom>
                <a:avLst/>
                <a:gdLst/>
                <a:ahLst/>
                <a:cxnLst/>
                <a:rect l="l" t="t" r="r" b="b"/>
                <a:pathLst>
                  <a:path w="707517" h="99631">
                    <a:moveTo>
                      <a:pt x="707517" y="49816"/>
                    </a:moveTo>
                    <a:cubicBezTo>
                      <a:pt x="707517" y="77328"/>
                      <a:pt x="549134" y="99631"/>
                      <a:pt x="353759" y="99631"/>
                    </a:cubicBezTo>
                    <a:cubicBezTo>
                      <a:pt x="158383" y="99631"/>
                      <a:pt x="0" y="77328"/>
                      <a:pt x="0" y="49816"/>
                    </a:cubicBezTo>
                    <a:cubicBezTo>
                      <a:pt x="0" y="22303"/>
                      <a:pt x="158383" y="0"/>
                      <a:pt x="353759" y="0"/>
                    </a:cubicBezTo>
                    <a:cubicBezTo>
                      <a:pt x="549134" y="0"/>
                      <a:pt x="707517" y="22303"/>
                      <a:pt x="707517" y="49816"/>
                    </a:cubicBezTo>
                    <a:close/>
                  </a:path>
                </a:pathLst>
              </a:custGeom>
              <a:solidFill>
                <a:srgbClr val="CFD8DC"/>
              </a:solidFill>
              <a:ln cap="flat">
                <a:prstDash val="solid"/>
              </a:ln>
            </p:spPr>
            <p:txBody>
              <a:bodyPr vert="horz" lIns="91440" tIns="45720" rIns="91440" bIns="45720" anchor="ctr">
                <a:normAutofit/>
              </a:bodyPr>
              <a:lstStyle/>
              <a:p>
                <a:pPr marL="0" algn="l"/>
                <a:endParaRPr/>
              </a:p>
            </p:txBody>
          </p:sp>
          <p:sp>
            <p:nvSpPr>
              <p:cNvPr id="12" name="Freeform 12"/>
              <p:cNvSpPr/>
              <p:nvPr/>
            </p:nvSpPr>
            <p:spPr>
              <a:xfrm>
                <a:off x="2081212" y="2725787"/>
                <a:ext cx="555498" cy="122664"/>
              </a:xfrm>
              <a:custGeom>
                <a:avLst/>
                <a:gdLst/>
                <a:ahLst/>
                <a:cxnLst/>
                <a:rect l="l" t="t" r="r" b="b"/>
                <a:pathLst>
                  <a:path w="555498" h="122664">
                    <a:moveTo>
                      <a:pt x="493809" y="122333"/>
                    </a:moveTo>
                    <a:lnTo>
                      <a:pt x="488189" y="122333"/>
                    </a:lnTo>
                    <a:cubicBezTo>
                      <a:pt x="462548" y="120485"/>
                      <a:pt x="439421" y="106265"/>
                      <a:pt x="426182" y="84233"/>
                    </a:cubicBezTo>
                    <a:lnTo>
                      <a:pt x="421610" y="76518"/>
                    </a:lnTo>
                    <a:cubicBezTo>
                      <a:pt x="407751" y="53296"/>
                      <a:pt x="377690" y="45714"/>
                      <a:pt x="354477" y="59573"/>
                    </a:cubicBezTo>
                    <a:cubicBezTo>
                      <a:pt x="349572" y="62506"/>
                      <a:pt x="345210" y="66269"/>
                      <a:pt x="341599" y="70707"/>
                    </a:cubicBezTo>
                    <a:cubicBezTo>
                      <a:pt x="314024" y="104426"/>
                      <a:pt x="264333" y="109398"/>
                      <a:pt x="230624" y="81823"/>
                    </a:cubicBezTo>
                    <a:cubicBezTo>
                      <a:pt x="223537" y="76032"/>
                      <a:pt x="217508" y="69041"/>
                      <a:pt x="212821" y="61182"/>
                    </a:cubicBezTo>
                    <a:lnTo>
                      <a:pt x="208249" y="53467"/>
                    </a:lnTo>
                    <a:cubicBezTo>
                      <a:pt x="194267" y="30265"/>
                      <a:pt x="164120" y="22787"/>
                      <a:pt x="140918" y="36760"/>
                    </a:cubicBezTo>
                    <a:cubicBezTo>
                      <a:pt x="136088" y="39675"/>
                      <a:pt x="131802" y="43390"/>
                      <a:pt x="128239" y="47752"/>
                    </a:cubicBezTo>
                    <a:cubicBezTo>
                      <a:pt x="100665" y="81471"/>
                      <a:pt x="50972" y="86443"/>
                      <a:pt x="17263" y="58868"/>
                    </a:cubicBezTo>
                    <a:cubicBezTo>
                      <a:pt x="10177" y="53077"/>
                      <a:pt x="4148" y="46085"/>
                      <a:pt x="-538" y="38227"/>
                    </a:cubicBezTo>
                    <a:lnTo>
                      <a:pt x="25084" y="22797"/>
                    </a:lnTo>
                    <a:cubicBezTo>
                      <a:pt x="38942" y="46019"/>
                      <a:pt x="69003" y="53600"/>
                      <a:pt x="92216" y="39742"/>
                    </a:cubicBezTo>
                    <a:cubicBezTo>
                      <a:pt x="97121" y="36808"/>
                      <a:pt x="101484" y="33046"/>
                      <a:pt x="105094" y="28607"/>
                    </a:cubicBezTo>
                    <a:cubicBezTo>
                      <a:pt x="132669" y="-5112"/>
                      <a:pt x="182360" y="-10084"/>
                      <a:pt x="216069" y="17492"/>
                    </a:cubicBezTo>
                    <a:cubicBezTo>
                      <a:pt x="223156" y="23282"/>
                      <a:pt x="229185" y="30274"/>
                      <a:pt x="233872" y="38132"/>
                    </a:cubicBezTo>
                    <a:lnTo>
                      <a:pt x="238444" y="45847"/>
                    </a:lnTo>
                    <a:cubicBezTo>
                      <a:pt x="252426" y="69050"/>
                      <a:pt x="282573" y="76527"/>
                      <a:pt x="305776" y="62554"/>
                    </a:cubicBezTo>
                    <a:cubicBezTo>
                      <a:pt x="310605" y="59640"/>
                      <a:pt x="314891" y="55925"/>
                      <a:pt x="318454" y="51562"/>
                    </a:cubicBezTo>
                    <a:cubicBezTo>
                      <a:pt x="346029" y="17844"/>
                      <a:pt x="395721" y="12871"/>
                      <a:pt x="429430" y="40447"/>
                    </a:cubicBezTo>
                    <a:cubicBezTo>
                      <a:pt x="436516" y="46238"/>
                      <a:pt x="442546" y="53229"/>
                      <a:pt x="447232" y="61087"/>
                    </a:cubicBezTo>
                    <a:lnTo>
                      <a:pt x="451804" y="68802"/>
                    </a:lnTo>
                    <a:cubicBezTo>
                      <a:pt x="465663" y="92015"/>
                      <a:pt x="495724" y="99606"/>
                      <a:pt x="518936" y="85747"/>
                    </a:cubicBezTo>
                    <a:cubicBezTo>
                      <a:pt x="523841" y="82814"/>
                      <a:pt x="528204" y="79051"/>
                      <a:pt x="531814" y="74612"/>
                    </a:cubicBezTo>
                    <a:lnTo>
                      <a:pt x="554960" y="93662"/>
                    </a:lnTo>
                    <a:cubicBezTo>
                      <a:pt x="539901" y="111893"/>
                      <a:pt x="517460" y="122419"/>
                      <a:pt x="493809" y="122333"/>
                    </a:cubicBezTo>
                    <a:close/>
                  </a:path>
                </a:pathLst>
              </a:custGeom>
              <a:solidFill>
                <a:srgbClr val="B7425E"/>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2872453" y="924115"/>
                <a:ext cx="255460" cy="374903"/>
              </a:xfrm>
              <a:custGeom>
                <a:avLst/>
                <a:gdLst/>
                <a:ahLst/>
                <a:cxnLst/>
                <a:rect l="l" t="t" r="r" b="b"/>
                <a:pathLst>
                  <a:path w="255460" h="374903">
                    <a:moveTo>
                      <a:pt x="-538" y="374478"/>
                    </a:moveTo>
                    <a:lnTo>
                      <a:pt x="-538" y="344665"/>
                    </a:lnTo>
                    <a:lnTo>
                      <a:pt x="8987" y="344665"/>
                    </a:lnTo>
                    <a:cubicBezTo>
                      <a:pt x="36028" y="344379"/>
                      <a:pt x="57707" y="322224"/>
                      <a:pt x="57421" y="295192"/>
                    </a:cubicBezTo>
                    <a:cubicBezTo>
                      <a:pt x="57364" y="289505"/>
                      <a:pt x="56316" y="283886"/>
                      <a:pt x="54325" y="278561"/>
                    </a:cubicBezTo>
                    <a:cubicBezTo>
                      <a:pt x="39066" y="237823"/>
                      <a:pt x="59726" y="192427"/>
                      <a:pt x="100474" y="177168"/>
                    </a:cubicBezTo>
                    <a:cubicBezTo>
                      <a:pt x="109113" y="173929"/>
                      <a:pt x="118248" y="172243"/>
                      <a:pt x="127478" y="172167"/>
                    </a:cubicBezTo>
                    <a:lnTo>
                      <a:pt x="136431" y="172167"/>
                    </a:lnTo>
                    <a:cubicBezTo>
                      <a:pt x="163473" y="171929"/>
                      <a:pt x="185199" y="149821"/>
                      <a:pt x="184961" y="122789"/>
                    </a:cubicBezTo>
                    <a:cubicBezTo>
                      <a:pt x="184913" y="117074"/>
                      <a:pt x="183865" y="111417"/>
                      <a:pt x="181865" y="106063"/>
                    </a:cubicBezTo>
                    <a:cubicBezTo>
                      <a:pt x="166606" y="65325"/>
                      <a:pt x="187266" y="19929"/>
                      <a:pt x="228004" y="4670"/>
                    </a:cubicBezTo>
                    <a:cubicBezTo>
                      <a:pt x="236615" y="1441"/>
                      <a:pt x="245730" y="-245"/>
                      <a:pt x="254922" y="-331"/>
                    </a:cubicBezTo>
                    <a:lnTo>
                      <a:pt x="254922" y="29578"/>
                    </a:lnTo>
                    <a:cubicBezTo>
                      <a:pt x="227880" y="29883"/>
                      <a:pt x="206211" y="52047"/>
                      <a:pt x="206516" y="79089"/>
                    </a:cubicBezTo>
                    <a:cubicBezTo>
                      <a:pt x="206583" y="84718"/>
                      <a:pt x="207621" y="90300"/>
                      <a:pt x="209583" y="95586"/>
                    </a:cubicBezTo>
                    <a:cubicBezTo>
                      <a:pt x="224842" y="136382"/>
                      <a:pt x="204135" y="181825"/>
                      <a:pt x="163339" y="197084"/>
                    </a:cubicBezTo>
                    <a:cubicBezTo>
                      <a:pt x="154728" y="200304"/>
                      <a:pt x="145622" y="201990"/>
                      <a:pt x="136431" y="202076"/>
                    </a:cubicBezTo>
                    <a:lnTo>
                      <a:pt x="127478" y="202076"/>
                    </a:lnTo>
                    <a:cubicBezTo>
                      <a:pt x="100493" y="202256"/>
                      <a:pt x="78757" y="224278"/>
                      <a:pt x="78938" y="251263"/>
                    </a:cubicBezTo>
                    <a:cubicBezTo>
                      <a:pt x="78976" y="257006"/>
                      <a:pt x="80024" y="262702"/>
                      <a:pt x="82043" y="268084"/>
                    </a:cubicBezTo>
                    <a:cubicBezTo>
                      <a:pt x="97254" y="308955"/>
                      <a:pt x="76442" y="354418"/>
                      <a:pt x="35570" y="369620"/>
                    </a:cubicBezTo>
                    <a:cubicBezTo>
                      <a:pt x="27055" y="372792"/>
                      <a:pt x="18064" y="374469"/>
                      <a:pt x="8987" y="374573"/>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9265252" y="3543204"/>
                <a:ext cx="374142" cy="256698"/>
              </a:xfrm>
              <a:custGeom>
                <a:avLst/>
                <a:gdLst/>
                <a:ahLst/>
                <a:cxnLst/>
                <a:rect l="l" t="t" r="r" b="b"/>
                <a:pathLst>
                  <a:path w="374142" h="256698">
                    <a:moveTo>
                      <a:pt x="343695" y="256368"/>
                    </a:moveTo>
                    <a:cubicBezTo>
                      <a:pt x="343409" y="229279"/>
                      <a:pt x="321312" y="207515"/>
                      <a:pt x="294166" y="207753"/>
                    </a:cubicBezTo>
                    <a:cubicBezTo>
                      <a:pt x="288640" y="207810"/>
                      <a:pt x="283021" y="208819"/>
                      <a:pt x="277782" y="210744"/>
                    </a:cubicBezTo>
                    <a:cubicBezTo>
                      <a:pt x="236920" y="225840"/>
                      <a:pt x="191581" y="204962"/>
                      <a:pt x="176436" y="164109"/>
                    </a:cubicBezTo>
                    <a:cubicBezTo>
                      <a:pt x="173293" y="155527"/>
                      <a:pt x="171673" y="146459"/>
                      <a:pt x="171578" y="137306"/>
                    </a:cubicBezTo>
                    <a:lnTo>
                      <a:pt x="171578" y="127781"/>
                    </a:lnTo>
                    <a:cubicBezTo>
                      <a:pt x="171293" y="100692"/>
                      <a:pt x="149194" y="78927"/>
                      <a:pt x="122048" y="79165"/>
                    </a:cubicBezTo>
                    <a:cubicBezTo>
                      <a:pt x="116524" y="79222"/>
                      <a:pt x="110904" y="80232"/>
                      <a:pt x="105666" y="82156"/>
                    </a:cubicBezTo>
                    <a:cubicBezTo>
                      <a:pt x="64803" y="97253"/>
                      <a:pt x="19464" y="76375"/>
                      <a:pt x="4319" y="35522"/>
                    </a:cubicBezTo>
                    <a:cubicBezTo>
                      <a:pt x="1177" y="26901"/>
                      <a:pt x="-443" y="17805"/>
                      <a:pt x="-538" y="8623"/>
                    </a:cubicBezTo>
                    <a:lnTo>
                      <a:pt x="-538" y="-331"/>
                    </a:lnTo>
                    <a:lnTo>
                      <a:pt x="29370" y="-331"/>
                    </a:lnTo>
                    <a:lnTo>
                      <a:pt x="29370" y="8623"/>
                    </a:lnTo>
                    <a:cubicBezTo>
                      <a:pt x="29466" y="35664"/>
                      <a:pt x="51468" y="57486"/>
                      <a:pt x="78520" y="57372"/>
                    </a:cubicBezTo>
                    <a:cubicBezTo>
                      <a:pt x="84234" y="57343"/>
                      <a:pt x="89949" y="56324"/>
                      <a:pt x="95284" y="54343"/>
                    </a:cubicBezTo>
                    <a:cubicBezTo>
                      <a:pt x="136145" y="39246"/>
                      <a:pt x="181484" y="60125"/>
                      <a:pt x="196629" y="100978"/>
                    </a:cubicBezTo>
                    <a:cubicBezTo>
                      <a:pt x="199773" y="109559"/>
                      <a:pt x="201391" y="118627"/>
                      <a:pt x="201486" y="127781"/>
                    </a:cubicBezTo>
                    <a:lnTo>
                      <a:pt x="201486" y="137306"/>
                    </a:lnTo>
                    <a:cubicBezTo>
                      <a:pt x="201677" y="164347"/>
                      <a:pt x="223680" y="186131"/>
                      <a:pt x="250731" y="185960"/>
                    </a:cubicBezTo>
                    <a:cubicBezTo>
                      <a:pt x="256446" y="185921"/>
                      <a:pt x="262065" y="184902"/>
                      <a:pt x="267400" y="182930"/>
                    </a:cubicBezTo>
                    <a:cubicBezTo>
                      <a:pt x="308263" y="167833"/>
                      <a:pt x="353602" y="188712"/>
                      <a:pt x="368746" y="229565"/>
                    </a:cubicBezTo>
                    <a:cubicBezTo>
                      <a:pt x="371889" y="238147"/>
                      <a:pt x="373509" y="247215"/>
                      <a:pt x="373604" y="256368"/>
                    </a:cubicBezTo>
                    <a:close/>
                  </a:path>
                </a:pathLst>
              </a:custGeom>
              <a:solidFill>
                <a:srgbClr val="FCC46A"/>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7373015" y="3413504"/>
                <a:ext cx="153638" cy="252841"/>
              </a:xfrm>
              <a:custGeom>
                <a:avLst/>
                <a:gdLst/>
                <a:ahLst/>
                <a:cxnLst/>
                <a:rect l="l" t="t" r="r" b="b"/>
                <a:pathLst>
                  <a:path w="153638" h="252841">
                    <a:moveTo>
                      <a:pt x="20988" y="252433"/>
                    </a:moveTo>
                    <a:cubicBezTo>
                      <a:pt x="16416" y="252423"/>
                      <a:pt x="11845" y="252014"/>
                      <a:pt x="7368" y="251195"/>
                    </a:cubicBezTo>
                    <a:lnTo>
                      <a:pt x="-538" y="249861"/>
                    </a:lnTo>
                    <a:lnTo>
                      <a:pt x="4510" y="220429"/>
                    </a:lnTo>
                    <a:lnTo>
                      <a:pt x="12415" y="221762"/>
                    </a:lnTo>
                    <a:cubicBezTo>
                      <a:pt x="24037" y="223763"/>
                      <a:pt x="33371" y="221762"/>
                      <a:pt x="36800" y="216524"/>
                    </a:cubicBezTo>
                    <a:cubicBezTo>
                      <a:pt x="40229" y="211285"/>
                      <a:pt x="38134" y="200426"/>
                      <a:pt x="30704" y="189568"/>
                    </a:cubicBezTo>
                    <a:cubicBezTo>
                      <a:pt x="16226" y="168327"/>
                      <a:pt x="13749" y="145848"/>
                      <a:pt x="24228" y="129656"/>
                    </a:cubicBezTo>
                    <a:cubicBezTo>
                      <a:pt x="34705" y="113463"/>
                      <a:pt x="54421" y="106891"/>
                      <a:pt x="78806" y="110606"/>
                    </a:cubicBezTo>
                    <a:lnTo>
                      <a:pt x="86711" y="111939"/>
                    </a:lnTo>
                    <a:cubicBezTo>
                      <a:pt x="98427" y="113939"/>
                      <a:pt x="107761" y="111939"/>
                      <a:pt x="111095" y="106605"/>
                    </a:cubicBezTo>
                    <a:cubicBezTo>
                      <a:pt x="114429" y="101271"/>
                      <a:pt x="112523" y="90603"/>
                      <a:pt x="105095" y="79745"/>
                    </a:cubicBezTo>
                    <a:cubicBezTo>
                      <a:pt x="90521" y="58408"/>
                      <a:pt x="88140" y="36025"/>
                      <a:pt x="98522" y="19737"/>
                    </a:cubicBezTo>
                    <a:cubicBezTo>
                      <a:pt x="108904" y="3450"/>
                      <a:pt x="128717" y="-3027"/>
                      <a:pt x="153100" y="687"/>
                    </a:cubicBezTo>
                    <a:lnTo>
                      <a:pt x="148053" y="30215"/>
                    </a:lnTo>
                    <a:cubicBezTo>
                      <a:pt x="136431" y="28119"/>
                      <a:pt x="127097" y="30215"/>
                      <a:pt x="123668" y="35453"/>
                    </a:cubicBezTo>
                    <a:cubicBezTo>
                      <a:pt x="120239" y="40692"/>
                      <a:pt x="122334" y="51551"/>
                      <a:pt x="129764" y="62409"/>
                    </a:cubicBezTo>
                    <a:cubicBezTo>
                      <a:pt x="144242" y="83650"/>
                      <a:pt x="146719" y="106033"/>
                      <a:pt x="136240" y="122321"/>
                    </a:cubicBezTo>
                    <a:cubicBezTo>
                      <a:pt x="125763" y="138609"/>
                      <a:pt x="106142" y="145086"/>
                      <a:pt x="81662" y="141371"/>
                    </a:cubicBezTo>
                    <a:lnTo>
                      <a:pt x="73757" y="140038"/>
                    </a:lnTo>
                    <a:cubicBezTo>
                      <a:pt x="62042" y="138038"/>
                      <a:pt x="52707" y="140038"/>
                      <a:pt x="49373" y="145277"/>
                    </a:cubicBezTo>
                    <a:cubicBezTo>
                      <a:pt x="46039" y="150516"/>
                      <a:pt x="48040" y="161374"/>
                      <a:pt x="55469" y="172232"/>
                    </a:cubicBezTo>
                    <a:cubicBezTo>
                      <a:pt x="69947" y="193473"/>
                      <a:pt x="72423" y="215952"/>
                      <a:pt x="61946" y="232145"/>
                    </a:cubicBezTo>
                    <a:cubicBezTo>
                      <a:pt x="52803" y="245661"/>
                      <a:pt x="37277" y="253376"/>
                      <a:pt x="20988" y="252433"/>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2883217" y="2279999"/>
                <a:ext cx="234124" cy="234124"/>
              </a:xfrm>
              <a:custGeom>
                <a:avLst/>
                <a:gdLst/>
                <a:ahLst/>
                <a:cxnLst/>
                <a:rect l="l" t="t" r="r" b="b"/>
                <a:pathLst>
                  <a:path w="234124" h="234124">
                    <a:moveTo>
                      <a:pt x="234124" y="117062"/>
                    </a:moveTo>
                    <a:cubicBezTo>
                      <a:pt x="234124" y="181714"/>
                      <a:pt x="181714" y="234124"/>
                      <a:pt x="117062" y="234124"/>
                    </a:cubicBezTo>
                    <a:cubicBezTo>
                      <a:pt x="52411" y="234124"/>
                      <a:pt x="0" y="181714"/>
                      <a:pt x="0" y="117062"/>
                    </a:cubicBezTo>
                    <a:cubicBezTo>
                      <a:pt x="0" y="52411"/>
                      <a:pt x="52411" y="0"/>
                      <a:pt x="117062" y="0"/>
                    </a:cubicBezTo>
                    <a:cubicBezTo>
                      <a:pt x="181714" y="0"/>
                      <a:pt x="234124" y="52411"/>
                      <a:pt x="234124" y="117062"/>
                    </a:cubicBezTo>
                    <a:close/>
                  </a:path>
                </a:pathLst>
              </a:custGeom>
              <a:solidFill>
                <a:srgbClr val="FCC46A"/>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6669880" y="4601813"/>
                <a:ext cx="114680" cy="114680"/>
              </a:xfrm>
              <a:custGeom>
                <a:avLst/>
                <a:gdLst/>
                <a:ahLst/>
                <a:cxnLst/>
                <a:rect l="l" t="t" r="r" b="b"/>
                <a:pathLst>
                  <a:path w="114680" h="114680">
                    <a:moveTo>
                      <a:pt x="114681" y="57340"/>
                    </a:moveTo>
                    <a:cubicBezTo>
                      <a:pt x="114681" y="89009"/>
                      <a:pt x="89009" y="114681"/>
                      <a:pt x="57341" y="114681"/>
                    </a:cubicBezTo>
                    <a:cubicBezTo>
                      <a:pt x="25672" y="114681"/>
                      <a:pt x="0" y="89009"/>
                      <a:pt x="0" y="57340"/>
                    </a:cubicBezTo>
                    <a:cubicBezTo>
                      <a:pt x="0" y="25672"/>
                      <a:pt x="25673" y="0"/>
                      <a:pt x="57341" y="0"/>
                    </a:cubicBezTo>
                    <a:cubicBezTo>
                      <a:pt x="89009" y="0"/>
                      <a:pt x="114681" y="25672"/>
                      <a:pt x="114681" y="57340"/>
                    </a:cubicBez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8902159" y="2798159"/>
                <a:ext cx="174307" cy="174307"/>
              </a:xfrm>
              <a:custGeom>
                <a:avLst/>
                <a:gdLst/>
                <a:ahLst/>
                <a:cxnLst/>
                <a:rect l="l" t="t" r="r" b="b"/>
                <a:pathLst>
                  <a:path w="174307" h="174307">
                    <a:moveTo>
                      <a:pt x="174307" y="87154"/>
                    </a:moveTo>
                    <a:cubicBezTo>
                      <a:pt x="174307" y="135287"/>
                      <a:pt x="135287" y="174307"/>
                      <a:pt x="87153" y="174307"/>
                    </a:cubicBezTo>
                    <a:cubicBezTo>
                      <a:pt x="39020" y="174307"/>
                      <a:pt x="-1" y="135287"/>
                      <a:pt x="-1" y="87154"/>
                    </a:cubicBezTo>
                    <a:cubicBezTo>
                      <a:pt x="-1" y="39020"/>
                      <a:pt x="39020" y="0"/>
                      <a:pt x="87153" y="0"/>
                    </a:cubicBezTo>
                    <a:cubicBezTo>
                      <a:pt x="135287" y="0"/>
                      <a:pt x="174307" y="39020"/>
                      <a:pt x="174307" y="87154"/>
                    </a:cubicBezTo>
                    <a:close/>
                  </a:path>
                </a:pathLst>
              </a:custGeom>
              <a:solidFill>
                <a:srgbClr val="6ED6AB"/>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3505961" y="1403032"/>
                <a:ext cx="149542" cy="149542"/>
              </a:xfrm>
              <a:custGeom>
                <a:avLst/>
                <a:gdLst/>
                <a:ahLst/>
                <a:cxnLst/>
                <a:rect l="l" t="t" r="r" b="b"/>
                <a:pathLst>
                  <a:path w="149542" h="149542">
                    <a:moveTo>
                      <a:pt x="149542" y="74771"/>
                    </a:moveTo>
                    <a:cubicBezTo>
                      <a:pt x="149542" y="116066"/>
                      <a:pt x="116066" y="149543"/>
                      <a:pt x="74771" y="149543"/>
                    </a:cubicBezTo>
                    <a:cubicBezTo>
                      <a:pt x="33476" y="149543"/>
                      <a:pt x="0" y="116066"/>
                      <a:pt x="0" y="74771"/>
                    </a:cubicBezTo>
                    <a:cubicBezTo>
                      <a:pt x="0" y="33476"/>
                      <a:pt x="33476" y="0"/>
                      <a:pt x="74771" y="0"/>
                    </a:cubicBezTo>
                    <a:cubicBezTo>
                      <a:pt x="116066" y="0"/>
                      <a:pt x="149542" y="33476"/>
                      <a:pt x="149542" y="74771"/>
                    </a:cubicBezTo>
                    <a:close/>
                  </a:path>
                </a:pathLst>
              </a:custGeom>
              <a:solidFill>
                <a:srgbClr val="6ED6AB"/>
              </a:solidFill>
              <a:ln cap="flat">
                <a:prstDash val="solid"/>
              </a:ln>
            </p:spPr>
            <p:txBody>
              <a:bodyPr vert="horz" lIns="91440" tIns="45720" rIns="91440" bIns="45720" anchor="ctr">
                <a:normAutofit/>
              </a:bodyPr>
              <a:lstStyle/>
              <a:p>
                <a:pPr marL="0" algn="l"/>
                <a:endParaRPr/>
              </a:p>
            </p:txBody>
          </p:sp>
        </p:grpSp>
        <p:grpSp>
          <p:nvGrpSpPr>
            <p:cNvPr id="20" name="Group 20"/>
            <p:cNvGrpSpPr/>
            <p:nvPr/>
          </p:nvGrpSpPr>
          <p:grpSpPr>
            <a:xfrm>
              <a:off x="4937932" y="1175098"/>
              <a:ext cx="2996105" cy="4498983"/>
              <a:chOff x="4162619" y="523844"/>
              <a:chExt cx="3870761" cy="5812376"/>
            </a:xfrm>
          </p:grpSpPr>
          <p:sp>
            <p:nvSpPr>
              <p:cNvPr id="21" name="Freeform 21"/>
              <p:cNvSpPr/>
              <p:nvPr/>
            </p:nvSpPr>
            <p:spPr>
              <a:xfrm>
                <a:off x="6662337" y="5915025"/>
                <a:ext cx="503171" cy="421195"/>
              </a:xfrm>
              <a:custGeom>
                <a:avLst/>
                <a:gdLst/>
                <a:ahLst/>
                <a:cxnLst/>
                <a:rect l="l" t="t" r="r" b="b"/>
                <a:pathLst>
                  <a:path w="503171" h="421195">
                    <a:moveTo>
                      <a:pt x="492420" y="420957"/>
                    </a:moveTo>
                    <a:lnTo>
                      <a:pt x="10169" y="420957"/>
                    </a:lnTo>
                    <a:cubicBezTo>
                      <a:pt x="-23359" y="229028"/>
                      <a:pt x="30648" y="37005"/>
                      <a:pt x="30648" y="37005"/>
                    </a:cubicBezTo>
                    <a:lnTo>
                      <a:pt x="250389" y="-238"/>
                    </a:lnTo>
                    <a:cubicBezTo>
                      <a:pt x="270868" y="120920"/>
                      <a:pt x="295062" y="169402"/>
                      <a:pt x="328590" y="193596"/>
                    </a:cubicBezTo>
                    <a:lnTo>
                      <a:pt x="328590" y="193596"/>
                    </a:lnTo>
                    <a:cubicBezTo>
                      <a:pt x="352783" y="212646"/>
                      <a:pt x="382596" y="217789"/>
                      <a:pt x="417935" y="229028"/>
                    </a:cubicBezTo>
                    <a:cubicBezTo>
                      <a:pt x="451748" y="239811"/>
                      <a:pt x="479084" y="265081"/>
                      <a:pt x="492420" y="297990"/>
                    </a:cubicBezTo>
                    <a:cubicBezTo>
                      <a:pt x="514803" y="355711"/>
                      <a:pt x="492420" y="420957"/>
                      <a:pt x="492420" y="420957"/>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5052439" y="5915025"/>
                <a:ext cx="502617" cy="421195"/>
              </a:xfrm>
              <a:custGeom>
                <a:avLst/>
                <a:gdLst/>
                <a:ahLst/>
                <a:cxnLst/>
                <a:rect l="l" t="t" r="r" b="b"/>
                <a:pathLst>
                  <a:path w="502617" h="421195">
                    <a:moveTo>
                      <a:pt x="490974" y="420957"/>
                    </a:moveTo>
                    <a:lnTo>
                      <a:pt x="8628" y="420957"/>
                    </a:lnTo>
                    <a:cubicBezTo>
                      <a:pt x="-450" y="390792"/>
                      <a:pt x="-3012" y="359036"/>
                      <a:pt x="1103" y="327803"/>
                    </a:cubicBezTo>
                    <a:cubicBezTo>
                      <a:pt x="5770" y="281244"/>
                      <a:pt x="38212" y="242183"/>
                      <a:pt x="83113" y="229028"/>
                    </a:cubicBezTo>
                    <a:cubicBezTo>
                      <a:pt x="124071" y="214075"/>
                      <a:pt x="157599" y="208455"/>
                      <a:pt x="183697" y="184261"/>
                    </a:cubicBezTo>
                    <a:cubicBezTo>
                      <a:pt x="211605" y="158162"/>
                      <a:pt x="233989" y="108061"/>
                      <a:pt x="250372" y="-238"/>
                    </a:cubicBezTo>
                    <a:lnTo>
                      <a:pt x="470114" y="37005"/>
                    </a:lnTo>
                    <a:cubicBezTo>
                      <a:pt x="472019" y="37005"/>
                      <a:pt x="524121" y="229028"/>
                      <a:pt x="490592" y="420957"/>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5267610" y="3017710"/>
                <a:ext cx="1678019" cy="2995477"/>
              </a:xfrm>
              <a:custGeom>
                <a:avLst/>
                <a:gdLst/>
                <a:ahLst/>
                <a:cxnLst/>
                <a:rect l="l" t="t" r="r" b="b"/>
                <a:pathLst>
                  <a:path w="1678019" h="2995477">
                    <a:moveTo>
                      <a:pt x="1558058" y="1486900"/>
                    </a:moveTo>
                    <a:lnTo>
                      <a:pt x="1318123" y="-238"/>
                    </a:lnTo>
                    <a:lnTo>
                      <a:pt x="836253" y="53674"/>
                    </a:lnTo>
                    <a:lnTo>
                      <a:pt x="354765" y="-238"/>
                    </a:lnTo>
                    <a:lnTo>
                      <a:pt x="114545" y="1486900"/>
                    </a:lnTo>
                    <a:lnTo>
                      <a:pt x="-804" y="2929366"/>
                    </a:lnTo>
                    <a:cubicBezTo>
                      <a:pt x="-804" y="2929366"/>
                      <a:pt x="36344" y="3048334"/>
                      <a:pt x="276374" y="2966514"/>
                    </a:cubicBezTo>
                    <a:cubicBezTo>
                      <a:pt x="276374" y="2966514"/>
                      <a:pt x="454968" y="1628156"/>
                      <a:pt x="482876" y="1600248"/>
                    </a:cubicBezTo>
                    <a:cubicBezTo>
                      <a:pt x="510784" y="1570530"/>
                      <a:pt x="882926" y="696897"/>
                      <a:pt x="882926" y="696897"/>
                    </a:cubicBezTo>
                    <a:cubicBezTo>
                      <a:pt x="882926" y="696897"/>
                      <a:pt x="1165628" y="1570530"/>
                      <a:pt x="1193537" y="1600248"/>
                    </a:cubicBezTo>
                    <a:cubicBezTo>
                      <a:pt x="1221444" y="1629966"/>
                      <a:pt x="1400038" y="2966514"/>
                      <a:pt x="1400038" y="2966514"/>
                    </a:cubicBezTo>
                    <a:cubicBezTo>
                      <a:pt x="1639974" y="3048334"/>
                      <a:pt x="1677216" y="2929366"/>
                      <a:pt x="1677216" y="2929366"/>
                    </a:cubicBezTo>
                    <a:lnTo>
                      <a:pt x="1558153" y="1486900"/>
                    </a:lnTo>
                    <a:close/>
                  </a:path>
                </a:pathLst>
              </a:custGeom>
              <a:solidFill>
                <a:srgbClr val="1D2044"/>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5525380" y="1543205"/>
                <a:ext cx="1109257" cy="1729394"/>
              </a:xfrm>
              <a:custGeom>
                <a:avLst/>
                <a:gdLst/>
                <a:ahLst/>
                <a:cxnLst/>
                <a:rect l="l" t="t" r="r" b="b"/>
                <a:pathLst>
                  <a:path w="1109257" h="1729394">
                    <a:moveTo>
                      <a:pt x="225868" y="8180"/>
                    </a:moveTo>
                    <a:cubicBezTo>
                      <a:pt x="260730" y="-13442"/>
                      <a:pt x="384174" y="53614"/>
                      <a:pt x="467041" y="103430"/>
                    </a:cubicBezTo>
                    <a:cubicBezTo>
                      <a:pt x="516190" y="133291"/>
                      <a:pt x="577150" y="136224"/>
                      <a:pt x="628966" y="111240"/>
                    </a:cubicBezTo>
                    <a:cubicBezTo>
                      <a:pt x="737074" y="59234"/>
                      <a:pt x="918622" y="-20014"/>
                      <a:pt x="974724" y="4274"/>
                    </a:cubicBezTo>
                    <a:cubicBezTo>
                      <a:pt x="974724" y="4274"/>
                      <a:pt x="1049018" y="102763"/>
                      <a:pt x="1076927" y="355556"/>
                    </a:cubicBezTo>
                    <a:cubicBezTo>
                      <a:pt x="1106645" y="608350"/>
                      <a:pt x="1108454" y="1647433"/>
                      <a:pt x="1108454" y="1647433"/>
                    </a:cubicBezTo>
                    <a:cubicBezTo>
                      <a:pt x="1108454" y="1647433"/>
                      <a:pt x="874425" y="1729157"/>
                      <a:pt x="558671" y="1729157"/>
                    </a:cubicBezTo>
                    <a:cubicBezTo>
                      <a:pt x="198341" y="1729157"/>
                      <a:pt x="5174" y="1625048"/>
                      <a:pt x="5174" y="1625048"/>
                    </a:cubicBezTo>
                    <a:cubicBezTo>
                      <a:pt x="5174" y="1625048"/>
                      <a:pt x="-57977" y="186773"/>
                      <a:pt x="226249" y="7989"/>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4162619" y="523844"/>
                <a:ext cx="1616388" cy="1565369"/>
              </a:xfrm>
              <a:custGeom>
                <a:avLst/>
                <a:gdLst/>
                <a:ahLst/>
                <a:cxnLst/>
                <a:rect l="l" t="t" r="r" b="b"/>
                <a:pathLst>
                  <a:path w="1616388" h="1565369">
                    <a:moveTo>
                      <a:pt x="859681" y="825325"/>
                    </a:moveTo>
                    <a:cubicBezTo>
                      <a:pt x="859681" y="825325"/>
                      <a:pt x="370763" y="231155"/>
                      <a:pt x="369715" y="227441"/>
                    </a:cubicBezTo>
                    <a:cubicBezTo>
                      <a:pt x="360190" y="201533"/>
                      <a:pt x="377145" y="160766"/>
                      <a:pt x="349331" y="116284"/>
                    </a:cubicBezTo>
                    <a:cubicBezTo>
                      <a:pt x="321518" y="71802"/>
                      <a:pt x="308565" y="1317"/>
                      <a:pt x="308565" y="1317"/>
                    </a:cubicBezTo>
                    <a:cubicBezTo>
                      <a:pt x="308565" y="1317"/>
                      <a:pt x="280751" y="-8208"/>
                      <a:pt x="277037" y="19891"/>
                    </a:cubicBezTo>
                    <a:cubicBezTo>
                      <a:pt x="273322" y="47990"/>
                      <a:pt x="293706" y="84756"/>
                      <a:pt x="289991" y="97710"/>
                    </a:cubicBezTo>
                    <a:cubicBezTo>
                      <a:pt x="288181" y="99520"/>
                      <a:pt x="288181" y="101425"/>
                      <a:pt x="286276" y="105140"/>
                    </a:cubicBezTo>
                    <a:cubicBezTo>
                      <a:pt x="281799" y="112321"/>
                      <a:pt x="274303" y="117094"/>
                      <a:pt x="265892" y="118094"/>
                    </a:cubicBezTo>
                    <a:lnTo>
                      <a:pt x="264082" y="118094"/>
                    </a:lnTo>
                    <a:cubicBezTo>
                      <a:pt x="232555" y="118094"/>
                      <a:pt x="178357" y="73612"/>
                      <a:pt x="156545" y="53228"/>
                    </a:cubicBezTo>
                    <a:cubicBezTo>
                      <a:pt x="125018" y="23510"/>
                      <a:pt x="80345" y="-15352"/>
                      <a:pt x="69392" y="10556"/>
                    </a:cubicBezTo>
                    <a:cubicBezTo>
                      <a:pt x="58438" y="36464"/>
                      <a:pt x="93490" y="34655"/>
                      <a:pt x="150926" y="114379"/>
                    </a:cubicBezTo>
                    <a:lnTo>
                      <a:pt x="145401" y="121808"/>
                    </a:lnTo>
                    <a:cubicBezTo>
                      <a:pt x="149116" y="127333"/>
                      <a:pt x="89775" y="97710"/>
                      <a:pt x="41579" y="60658"/>
                    </a:cubicBezTo>
                    <a:cubicBezTo>
                      <a:pt x="8146" y="34655"/>
                      <a:pt x="716" y="66182"/>
                      <a:pt x="8146" y="79136"/>
                    </a:cubicBezTo>
                    <a:cubicBezTo>
                      <a:pt x="13766" y="92186"/>
                      <a:pt x="50818" y="114379"/>
                      <a:pt x="74821" y="132953"/>
                    </a:cubicBezTo>
                    <a:cubicBezTo>
                      <a:pt x="91489" y="145907"/>
                      <a:pt x="106348" y="158861"/>
                      <a:pt x="117493" y="166290"/>
                    </a:cubicBezTo>
                    <a:lnTo>
                      <a:pt x="113778" y="179244"/>
                    </a:lnTo>
                    <a:cubicBezTo>
                      <a:pt x="32149" y="160766"/>
                      <a:pt x="19195" y="131048"/>
                      <a:pt x="2526" y="147812"/>
                    </a:cubicBezTo>
                    <a:cubicBezTo>
                      <a:pt x="-14142" y="164576"/>
                      <a:pt x="35864" y="199628"/>
                      <a:pt x="61867" y="204962"/>
                    </a:cubicBezTo>
                    <a:cubicBezTo>
                      <a:pt x="73011" y="206771"/>
                      <a:pt x="91489" y="217916"/>
                      <a:pt x="110063" y="229060"/>
                    </a:cubicBezTo>
                    <a:cubicBezTo>
                      <a:pt x="45198" y="227155"/>
                      <a:pt x="28434" y="206771"/>
                      <a:pt x="17385" y="223535"/>
                    </a:cubicBezTo>
                    <a:cubicBezTo>
                      <a:pt x="4336" y="240204"/>
                      <a:pt x="52628" y="258683"/>
                      <a:pt x="74535" y="258683"/>
                    </a:cubicBezTo>
                    <a:cubicBezTo>
                      <a:pt x="96443" y="258683"/>
                      <a:pt x="161689" y="284686"/>
                      <a:pt x="161689" y="284686"/>
                    </a:cubicBezTo>
                    <a:cubicBezTo>
                      <a:pt x="209886" y="314309"/>
                      <a:pt x="235889" y="330977"/>
                      <a:pt x="267416" y="332882"/>
                    </a:cubicBezTo>
                    <a:cubicBezTo>
                      <a:pt x="298944" y="336597"/>
                      <a:pt x="532116" y="925433"/>
                      <a:pt x="667467" y="1079833"/>
                    </a:cubicBezTo>
                    <a:cubicBezTo>
                      <a:pt x="802817" y="1234233"/>
                      <a:pt x="1492903" y="1565132"/>
                      <a:pt x="1492903" y="1565132"/>
                    </a:cubicBezTo>
                    <a:lnTo>
                      <a:pt x="1615585" y="1107932"/>
                    </a:lnTo>
                    <a:cubicBezTo>
                      <a:pt x="1437563" y="1031732"/>
                      <a:pt x="859681" y="825325"/>
                      <a:pt x="859681" y="825325"/>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5003930" y="1309877"/>
                <a:ext cx="807558" cy="825817"/>
              </a:xfrm>
              <a:custGeom>
                <a:avLst/>
                <a:gdLst/>
                <a:ahLst/>
                <a:cxnLst/>
                <a:rect l="l" t="t" r="r" b="b"/>
                <a:pathLst>
                  <a:path w="807558" h="825817">
                    <a:moveTo>
                      <a:pt x="208870" y="-238"/>
                    </a:moveTo>
                    <a:cubicBezTo>
                      <a:pt x="-50210" y="218837"/>
                      <a:pt x="3892" y="539830"/>
                      <a:pt x="3892" y="539830"/>
                    </a:cubicBezTo>
                    <a:lnTo>
                      <a:pt x="693883" y="825580"/>
                    </a:lnTo>
                    <a:lnTo>
                      <a:pt x="806755" y="239126"/>
                    </a:ln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6416992" y="533839"/>
                <a:ext cx="1616388" cy="1565756"/>
              </a:xfrm>
              <a:custGeom>
                <a:avLst/>
                <a:gdLst/>
                <a:ahLst/>
                <a:cxnLst/>
                <a:rect l="l" t="t" r="r" b="b"/>
                <a:pathLst>
                  <a:path w="1616388" h="1565756">
                    <a:moveTo>
                      <a:pt x="755100" y="825331"/>
                    </a:moveTo>
                    <a:cubicBezTo>
                      <a:pt x="755100" y="825331"/>
                      <a:pt x="1244019" y="231162"/>
                      <a:pt x="1245067" y="227447"/>
                    </a:cubicBezTo>
                    <a:cubicBezTo>
                      <a:pt x="1254592" y="201539"/>
                      <a:pt x="1237637" y="160772"/>
                      <a:pt x="1265451" y="116195"/>
                    </a:cubicBezTo>
                    <a:cubicBezTo>
                      <a:pt x="1293263" y="71618"/>
                      <a:pt x="1306218" y="1323"/>
                      <a:pt x="1306218" y="1323"/>
                    </a:cubicBezTo>
                    <a:cubicBezTo>
                      <a:pt x="1306218" y="1323"/>
                      <a:pt x="1334030" y="-8202"/>
                      <a:pt x="1337745" y="19802"/>
                    </a:cubicBezTo>
                    <a:cubicBezTo>
                      <a:pt x="1341460" y="47805"/>
                      <a:pt x="1321076" y="84667"/>
                      <a:pt x="1324791" y="97716"/>
                    </a:cubicBezTo>
                    <a:cubicBezTo>
                      <a:pt x="1326600" y="99526"/>
                      <a:pt x="1326600" y="101431"/>
                      <a:pt x="1328506" y="105051"/>
                    </a:cubicBezTo>
                    <a:cubicBezTo>
                      <a:pt x="1332982" y="112261"/>
                      <a:pt x="1340508" y="117062"/>
                      <a:pt x="1348890" y="118100"/>
                    </a:cubicBezTo>
                    <a:lnTo>
                      <a:pt x="1350699" y="118100"/>
                    </a:lnTo>
                    <a:cubicBezTo>
                      <a:pt x="1382227" y="118100"/>
                      <a:pt x="1436424" y="73618"/>
                      <a:pt x="1458236" y="53139"/>
                    </a:cubicBezTo>
                    <a:cubicBezTo>
                      <a:pt x="1489764" y="23517"/>
                      <a:pt x="1534436" y="-15441"/>
                      <a:pt x="1545390" y="10563"/>
                    </a:cubicBezTo>
                    <a:cubicBezTo>
                      <a:pt x="1556343" y="36566"/>
                      <a:pt x="1521292" y="34661"/>
                      <a:pt x="1463856" y="114385"/>
                    </a:cubicBezTo>
                    <a:lnTo>
                      <a:pt x="1469380" y="121815"/>
                    </a:lnTo>
                    <a:cubicBezTo>
                      <a:pt x="1465666" y="127339"/>
                      <a:pt x="1525007" y="97716"/>
                      <a:pt x="1573203" y="60569"/>
                    </a:cubicBezTo>
                    <a:cubicBezTo>
                      <a:pt x="1606636" y="34661"/>
                      <a:pt x="1614065" y="66189"/>
                      <a:pt x="1606636" y="79143"/>
                    </a:cubicBezTo>
                    <a:cubicBezTo>
                      <a:pt x="1601016" y="92097"/>
                      <a:pt x="1563964" y="114385"/>
                      <a:pt x="1539961" y="132864"/>
                    </a:cubicBezTo>
                    <a:cubicBezTo>
                      <a:pt x="1523292" y="145913"/>
                      <a:pt x="1508433" y="158867"/>
                      <a:pt x="1497289" y="166296"/>
                    </a:cubicBezTo>
                    <a:lnTo>
                      <a:pt x="1501004" y="179251"/>
                    </a:lnTo>
                    <a:cubicBezTo>
                      <a:pt x="1582632" y="160200"/>
                      <a:pt x="1595586" y="131054"/>
                      <a:pt x="1612255" y="147723"/>
                    </a:cubicBezTo>
                    <a:cubicBezTo>
                      <a:pt x="1628924" y="164391"/>
                      <a:pt x="1578917" y="199634"/>
                      <a:pt x="1552914" y="204873"/>
                    </a:cubicBezTo>
                    <a:cubicBezTo>
                      <a:pt x="1541771" y="206778"/>
                      <a:pt x="1523292" y="217922"/>
                      <a:pt x="1504718" y="229066"/>
                    </a:cubicBezTo>
                    <a:cubicBezTo>
                      <a:pt x="1569583" y="227161"/>
                      <a:pt x="1586347" y="206778"/>
                      <a:pt x="1597397" y="223446"/>
                    </a:cubicBezTo>
                    <a:cubicBezTo>
                      <a:pt x="1610446" y="240115"/>
                      <a:pt x="1562249" y="258689"/>
                      <a:pt x="1540247" y="258689"/>
                    </a:cubicBezTo>
                    <a:cubicBezTo>
                      <a:pt x="1518243" y="258689"/>
                      <a:pt x="1453093" y="284597"/>
                      <a:pt x="1453093" y="284597"/>
                    </a:cubicBezTo>
                    <a:cubicBezTo>
                      <a:pt x="1404897" y="314315"/>
                      <a:pt x="1378892" y="330984"/>
                      <a:pt x="1347365" y="332794"/>
                    </a:cubicBezTo>
                    <a:cubicBezTo>
                      <a:pt x="1315932" y="336508"/>
                      <a:pt x="1082665" y="925439"/>
                      <a:pt x="947315" y="1079744"/>
                    </a:cubicBezTo>
                    <a:cubicBezTo>
                      <a:pt x="811965" y="1234049"/>
                      <a:pt x="121878" y="1565519"/>
                      <a:pt x="121878" y="1565519"/>
                    </a:cubicBezTo>
                    <a:lnTo>
                      <a:pt x="-804" y="1108319"/>
                    </a:lnTo>
                    <a:cubicBezTo>
                      <a:pt x="176933" y="1031738"/>
                      <a:pt x="755100" y="825331"/>
                      <a:pt x="755100" y="825331"/>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6384606" y="1319783"/>
                <a:ext cx="807575" cy="825912"/>
              </a:xfrm>
              <a:custGeom>
                <a:avLst/>
                <a:gdLst/>
                <a:ahLst/>
                <a:cxnLst/>
                <a:rect l="l" t="t" r="r" b="b"/>
                <a:pathLst>
                  <a:path w="807575" h="825912">
                    <a:moveTo>
                      <a:pt x="597081" y="-238"/>
                    </a:moveTo>
                    <a:cubicBezTo>
                      <a:pt x="856257" y="218837"/>
                      <a:pt x="802059" y="539925"/>
                      <a:pt x="802059" y="539925"/>
                    </a:cubicBezTo>
                    <a:lnTo>
                      <a:pt x="112164" y="825675"/>
                    </a:lnTo>
                    <a:lnTo>
                      <a:pt x="-804" y="239221"/>
                    </a:ln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29" name="Freeform 29"/>
              <p:cNvSpPr/>
              <p:nvPr/>
            </p:nvSpPr>
            <p:spPr>
              <a:xfrm>
                <a:off x="6932675" y="1339786"/>
                <a:ext cx="209691" cy="540067"/>
              </a:xfrm>
              <a:custGeom>
                <a:avLst/>
                <a:gdLst/>
                <a:ahLst/>
                <a:cxnLst/>
                <a:rect l="l" t="t" r="r" b="b"/>
                <a:pathLst>
                  <a:path w="209691" h="540067">
                    <a:moveTo>
                      <a:pt x="-804" y="-238"/>
                    </a:moveTo>
                    <a:cubicBezTo>
                      <a:pt x="258371" y="218837"/>
                      <a:pt x="204175" y="539830"/>
                      <a:pt x="204175" y="539830"/>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sp>
            <p:nvSpPr>
              <p:cNvPr id="30" name="Freeform 30"/>
              <p:cNvSpPr/>
              <p:nvPr/>
            </p:nvSpPr>
            <p:spPr>
              <a:xfrm>
                <a:off x="5099162" y="1339786"/>
                <a:ext cx="209691" cy="550068"/>
              </a:xfrm>
              <a:custGeom>
                <a:avLst/>
                <a:gdLst/>
                <a:ahLst/>
                <a:cxnLst/>
                <a:rect l="l" t="t" r="r" b="b"/>
                <a:pathLst>
                  <a:path w="209691" h="550068">
                    <a:moveTo>
                      <a:pt x="208888" y="-238"/>
                    </a:moveTo>
                    <a:cubicBezTo>
                      <a:pt x="-50288" y="218837"/>
                      <a:pt x="3910" y="549831"/>
                      <a:pt x="3910" y="549831"/>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sp>
            <p:nvSpPr>
              <p:cNvPr id="31" name="Freeform 31"/>
              <p:cNvSpPr/>
              <p:nvPr/>
            </p:nvSpPr>
            <p:spPr>
              <a:xfrm>
                <a:off x="5870587" y="898493"/>
                <a:ext cx="473110" cy="536960"/>
              </a:xfrm>
              <a:custGeom>
                <a:avLst/>
                <a:gdLst/>
                <a:ahLst/>
                <a:cxnLst/>
                <a:rect l="l" t="t" r="r" b="b"/>
                <a:pathLst>
                  <a:path w="473110" h="536960">
                    <a:moveTo>
                      <a:pt x="12963" y="32052"/>
                    </a:moveTo>
                    <a:cubicBezTo>
                      <a:pt x="12963" y="32052"/>
                      <a:pt x="-16564" y="174927"/>
                      <a:pt x="10868" y="269701"/>
                    </a:cubicBezTo>
                    <a:cubicBezTo>
                      <a:pt x="38300" y="364475"/>
                      <a:pt x="43729" y="521066"/>
                      <a:pt x="179175" y="533924"/>
                    </a:cubicBezTo>
                    <a:cubicBezTo>
                      <a:pt x="314620" y="546783"/>
                      <a:pt x="468353" y="523542"/>
                      <a:pt x="472164" y="287227"/>
                    </a:cubicBezTo>
                    <a:cubicBezTo>
                      <a:pt x="475974" y="50912"/>
                      <a:pt x="402631" y="-238"/>
                      <a:pt x="402631" y="-238"/>
                    </a:cubicBezTo>
                    <a:lnTo>
                      <a:pt x="12963" y="32052"/>
                    </a:ln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32" name="Freeform 32"/>
              <p:cNvSpPr/>
              <p:nvPr/>
            </p:nvSpPr>
            <p:spPr>
              <a:xfrm>
                <a:off x="5886450" y="1236630"/>
                <a:ext cx="457200" cy="432433"/>
              </a:xfrm>
              <a:custGeom>
                <a:avLst/>
                <a:gdLst/>
                <a:ahLst/>
                <a:cxnLst/>
                <a:rect l="l" t="t" r="r" b="b"/>
                <a:pathLst>
                  <a:path w="457200" h="432433">
                    <a:moveTo>
                      <a:pt x="456396" y="338662"/>
                    </a:moveTo>
                    <a:cubicBezTo>
                      <a:pt x="456396" y="338662"/>
                      <a:pt x="343811" y="263414"/>
                      <a:pt x="329428" y="-238"/>
                    </a:cubicBezTo>
                    <a:lnTo>
                      <a:pt x="104828" y="20908"/>
                    </a:lnTo>
                    <a:cubicBezTo>
                      <a:pt x="104828" y="20908"/>
                      <a:pt x="140262" y="256080"/>
                      <a:pt x="-804" y="327994"/>
                    </a:cubicBezTo>
                    <a:cubicBezTo>
                      <a:pt x="-804" y="327994"/>
                      <a:pt x="172646" y="555165"/>
                      <a:pt x="456396" y="338662"/>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33" name="Freeform 33"/>
              <p:cNvSpPr/>
              <p:nvPr/>
            </p:nvSpPr>
            <p:spPr>
              <a:xfrm>
                <a:off x="5813908" y="870839"/>
                <a:ext cx="607741" cy="609961"/>
              </a:xfrm>
              <a:custGeom>
                <a:avLst/>
                <a:gdLst/>
                <a:ahLst/>
                <a:cxnLst/>
                <a:rect l="l" t="t" r="r" b="b"/>
                <a:pathLst>
                  <a:path w="607741" h="609961">
                    <a:moveTo>
                      <a:pt x="528557" y="213058"/>
                    </a:moveTo>
                    <a:cubicBezTo>
                      <a:pt x="517507" y="215173"/>
                      <a:pt x="507125" y="220278"/>
                      <a:pt x="498743" y="227822"/>
                    </a:cubicBezTo>
                    <a:cubicBezTo>
                      <a:pt x="472169" y="90091"/>
                      <a:pt x="373681" y="-16018"/>
                      <a:pt x="266619" y="1699"/>
                    </a:cubicBezTo>
                    <a:cubicBezTo>
                      <a:pt x="42782" y="38751"/>
                      <a:pt x="95169" y="117999"/>
                      <a:pt x="98979" y="238585"/>
                    </a:cubicBezTo>
                    <a:cubicBezTo>
                      <a:pt x="98979" y="242967"/>
                      <a:pt x="98979" y="251730"/>
                      <a:pt x="98979" y="262779"/>
                    </a:cubicBezTo>
                    <a:cubicBezTo>
                      <a:pt x="84349" y="252139"/>
                      <a:pt x="66452" y="246948"/>
                      <a:pt x="48402" y="248110"/>
                    </a:cubicBezTo>
                    <a:cubicBezTo>
                      <a:pt x="11635" y="248110"/>
                      <a:pt x="-8748" y="294592"/>
                      <a:pt x="2110" y="346027"/>
                    </a:cubicBezTo>
                    <a:cubicBezTo>
                      <a:pt x="12968" y="397462"/>
                      <a:pt x="51545" y="436800"/>
                      <a:pt x="87835" y="434038"/>
                    </a:cubicBezTo>
                    <a:cubicBezTo>
                      <a:pt x="93683" y="433562"/>
                      <a:pt x="99379" y="431943"/>
                      <a:pt x="104599" y="429276"/>
                    </a:cubicBezTo>
                    <a:cubicBezTo>
                      <a:pt x="121649" y="528717"/>
                      <a:pt x="185943" y="623109"/>
                      <a:pt x="324627" y="608155"/>
                    </a:cubicBezTo>
                    <a:cubicBezTo>
                      <a:pt x="445213" y="595106"/>
                      <a:pt x="490266" y="504809"/>
                      <a:pt x="502839" y="394891"/>
                    </a:cubicBezTo>
                    <a:cubicBezTo>
                      <a:pt x="514460" y="402568"/>
                      <a:pt x="528652" y="405463"/>
                      <a:pt x="542368" y="402987"/>
                    </a:cubicBezTo>
                    <a:cubicBezTo>
                      <a:pt x="581801" y="395938"/>
                      <a:pt x="610567" y="347742"/>
                      <a:pt x="606567" y="295164"/>
                    </a:cubicBezTo>
                    <a:cubicBezTo>
                      <a:pt x="602566" y="242586"/>
                      <a:pt x="567419" y="206010"/>
                      <a:pt x="527986" y="213058"/>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6059483" y="1321008"/>
                <a:ext cx="106300" cy="65457"/>
              </a:xfrm>
              <a:custGeom>
                <a:avLst/>
                <a:gdLst/>
                <a:ahLst/>
                <a:cxnLst/>
                <a:rect l="l" t="t" r="r" b="b"/>
                <a:pathLst>
                  <a:path w="106300" h="65457">
                    <a:moveTo>
                      <a:pt x="5900" y="5300"/>
                    </a:moveTo>
                    <a:cubicBezTo>
                      <a:pt x="1042" y="5300"/>
                      <a:pt x="-1626" y="10634"/>
                      <a:pt x="-577" y="16540"/>
                    </a:cubicBezTo>
                    <a:cubicBezTo>
                      <a:pt x="2565" y="43715"/>
                      <a:pt x="25235" y="64451"/>
                      <a:pt x="52572" y="65213"/>
                    </a:cubicBezTo>
                    <a:cubicBezTo>
                      <a:pt x="87529" y="65689"/>
                      <a:pt x="102864" y="40543"/>
                      <a:pt x="105436" y="10254"/>
                    </a:cubicBezTo>
                    <a:cubicBezTo>
                      <a:pt x="106007" y="4348"/>
                      <a:pt x="102483" y="-1081"/>
                      <a:pt x="97721" y="-129"/>
                    </a:cubicBezTo>
                    <a:lnTo>
                      <a:pt x="69146" y="5396"/>
                    </a:lnTo>
                    <a:cubicBezTo>
                      <a:pt x="57430" y="7758"/>
                      <a:pt x="45333" y="8463"/>
                      <a:pt x="33427" y="7491"/>
                    </a:cubicBezTo>
                    <a:lnTo>
                      <a:pt x="5518" y="5300"/>
                    </a:lnTo>
                    <a:close/>
                  </a:path>
                </a:pathLst>
              </a:custGeom>
              <a:solidFill>
                <a:srgbClr val="F34A56"/>
              </a:solidFill>
              <a:ln cap="flat">
                <a:prstDash val="solid"/>
              </a:ln>
            </p:spPr>
            <p:txBody>
              <a:bodyPr vert="horz" lIns="91440" tIns="45720" rIns="91440" bIns="45720" anchor="ctr">
                <a:normAutofit/>
              </a:bodyPr>
              <a:lstStyle/>
              <a:p>
                <a:pPr marL="0" algn="l"/>
                <a:endParaRPr/>
              </a:p>
            </p:txBody>
          </p:sp>
          <p:sp>
            <p:nvSpPr>
              <p:cNvPr id="35" name="Freeform 35"/>
              <p:cNvSpPr/>
              <p:nvPr/>
            </p:nvSpPr>
            <p:spPr>
              <a:xfrm>
                <a:off x="5806619" y="1536763"/>
                <a:ext cx="574940" cy="152659"/>
              </a:xfrm>
              <a:custGeom>
                <a:avLst/>
                <a:gdLst/>
                <a:ahLst/>
                <a:cxnLst/>
                <a:rect l="l" t="t" r="r" b="b"/>
                <a:pathLst>
                  <a:path w="574940" h="152659">
                    <a:moveTo>
                      <a:pt x="89314" y="3287"/>
                    </a:moveTo>
                    <a:cubicBezTo>
                      <a:pt x="151036" y="91012"/>
                      <a:pt x="370016" y="143400"/>
                      <a:pt x="502318" y="19003"/>
                    </a:cubicBezTo>
                    <a:cubicBezTo>
                      <a:pt x="513272" y="9078"/>
                      <a:pt x="529274" y="7173"/>
                      <a:pt x="542228" y="14241"/>
                    </a:cubicBezTo>
                    <a:lnTo>
                      <a:pt x="574136" y="31481"/>
                    </a:lnTo>
                    <a:cubicBezTo>
                      <a:pt x="524225" y="115872"/>
                      <a:pt x="396114" y="155306"/>
                      <a:pt x="276195" y="152258"/>
                    </a:cubicBezTo>
                    <a:cubicBezTo>
                      <a:pt x="163704" y="149400"/>
                      <a:pt x="51309" y="94060"/>
                      <a:pt x="-602" y="15574"/>
                    </a:cubicBezTo>
                    <a:cubicBezTo>
                      <a:pt x="-5364" y="8335"/>
                      <a:pt x="75598" y="-7191"/>
                      <a:pt x="89314" y="3287"/>
                    </a:cubicBezTo>
                    <a:close/>
                  </a:path>
                </a:pathLst>
              </a:custGeom>
              <a:solidFill>
                <a:srgbClr val="3E448C"/>
              </a:solidFill>
              <a:ln cap="flat">
                <a:prstDash val="solid"/>
              </a:ln>
            </p:spPr>
            <p:txBody>
              <a:bodyPr vert="horz" lIns="91440" tIns="45720" rIns="91440" bIns="45720" anchor="ctr">
                <a:normAutofit/>
              </a:bodyPr>
              <a:lstStyle/>
              <a:p>
                <a:pPr marL="0" algn="l"/>
                <a:endParaRPr/>
              </a:p>
            </p:txBody>
          </p:sp>
          <p:sp>
            <p:nvSpPr>
              <p:cNvPr id="36" name="Freeform 36"/>
              <p:cNvSpPr/>
              <p:nvPr/>
            </p:nvSpPr>
            <p:spPr>
              <a:xfrm>
                <a:off x="5806821" y="1552574"/>
                <a:ext cx="441292" cy="136910"/>
              </a:xfrm>
              <a:custGeom>
                <a:avLst/>
                <a:gdLst/>
                <a:ahLst/>
                <a:cxnLst/>
                <a:rect l="l" t="t" r="r" b="b"/>
                <a:pathLst>
                  <a:path w="441292" h="136910">
                    <a:moveTo>
                      <a:pt x="440489" y="112729"/>
                    </a:moveTo>
                    <a:cubicBezTo>
                      <a:pt x="387435" y="130140"/>
                      <a:pt x="331809" y="138160"/>
                      <a:pt x="275993" y="136446"/>
                    </a:cubicBezTo>
                    <a:cubicBezTo>
                      <a:pt x="163503" y="133588"/>
                      <a:pt x="51107" y="78248"/>
                      <a:pt x="-804" y="-238"/>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sp>
            <p:nvSpPr>
              <p:cNvPr id="37" name="Freeform 37"/>
              <p:cNvSpPr/>
              <p:nvPr/>
            </p:nvSpPr>
            <p:spPr>
              <a:xfrm>
                <a:off x="6298120" y="1568481"/>
                <a:ext cx="83439" cy="75533"/>
              </a:xfrm>
              <a:custGeom>
                <a:avLst/>
                <a:gdLst/>
                <a:ahLst/>
                <a:cxnLst/>
                <a:rect l="l" t="t" r="r" b="b"/>
                <a:pathLst>
                  <a:path w="83439" h="75533">
                    <a:moveTo>
                      <a:pt x="82635" y="-238"/>
                    </a:moveTo>
                    <a:cubicBezTo>
                      <a:pt x="62252" y="32109"/>
                      <a:pt x="33391" y="58246"/>
                      <a:pt x="-804" y="75295"/>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sp>
            <p:nvSpPr>
              <p:cNvPr id="38" name="Freeform 38"/>
              <p:cNvSpPr/>
              <p:nvPr/>
            </p:nvSpPr>
            <p:spPr>
              <a:xfrm>
                <a:off x="5852821" y="781084"/>
                <a:ext cx="479707" cy="273051"/>
              </a:xfrm>
              <a:custGeom>
                <a:avLst/>
                <a:gdLst/>
                <a:ahLst/>
                <a:cxnLst/>
                <a:rect l="l" t="t" r="r" b="b"/>
                <a:pathLst>
                  <a:path w="479707" h="273051">
                    <a:moveTo>
                      <a:pt x="215800" y="12682"/>
                    </a:moveTo>
                    <a:cubicBezTo>
                      <a:pt x="162270" y="-18369"/>
                      <a:pt x="23014" y="3157"/>
                      <a:pt x="2726" y="114504"/>
                    </a:cubicBezTo>
                    <a:cubicBezTo>
                      <a:pt x="-19372" y="235662"/>
                      <a:pt x="67591" y="282144"/>
                      <a:pt x="116264" y="271286"/>
                    </a:cubicBezTo>
                    <a:cubicBezTo>
                      <a:pt x="189416" y="254998"/>
                      <a:pt x="200751" y="204611"/>
                      <a:pt x="280475" y="223661"/>
                    </a:cubicBezTo>
                    <a:cubicBezTo>
                      <a:pt x="327243" y="234900"/>
                      <a:pt x="380583" y="259570"/>
                      <a:pt x="446591" y="218803"/>
                    </a:cubicBezTo>
                    <a:cubicBezTo>
                      <a:pt x="526126" y="169654"/>
                      <a:pt x="443162" y="57545"/>
                      <a:pt x="366390" y="78595"/>
                    </a:cubicBezTo>
                    <a:cubicBezTo>
                      <a:pt x="289619" y="99645"/>
                      <a:pt x="292000" y="56688"/>
                      <a:pt x="215800" y="12682"/>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6070627" y="1160335"/>
                <a:ext cx="69282" cy="125134"/>
              </a:xfrm>
              <a:custGeom>
                <a:avLst/>
                <a:gdLst/>
                <a:ahLst/>
                <a:cxnLst/>
                <a:rect l="l" t="t" r="r" b="b"/>
                <a:pathLst>
                  <a:path w="69282" h="125134">
                    <a:moveTo>
                      <a:pt x="28665" y="-238"/>
                    </a:moveTo>
                    <a:cubicBezTo>
                      <a:pt x="28665" y="-238"/>
                      <a:pt x="-21151" y="89488"/>
                      <a:pt x="8757" y="119396"/>
                    </a:cubicBezTo>
                    <a:cubicBezTo>
                      <a:pt x="28378" y="139113"/>
                      <a:pt x="68479" y="99489"/>
                      <a:pt x="68479" y="99489"/>
                    </a:cubicBezTo>
                  </a:path>
                </a:pathLst>
              </a:custGeom>
              <a:solidFill>
                <a:srgbClr val="EF9086"/>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6195631" y="1131284"/>
                <a:ext cx="35052" cy="58483"/>
              </a:xfrm>
              <a:custGeom>
                <a:avLst/>
                <a:gdLst/>
                <a:ahLst/>
                <a:cxnLst/>
                <a:rect l="l" t="t" r="r" b="b"/>
                <a:pathLst>
                  <a:path w="35052" h="58483">
                    <a:moveTo>
                      <a:pt x="34249" y="29004"/>
                    </a:moveTo>
                    <a:cubicBezTo>
                      <a:pt x="34249" y="45482"/>
                      <a:pt x="26438" y="58246"/>
                      <a:pt x="16723" y="58246"/>
                    </a:cubicBezTo>
                    <a:cubicBezTo>
                      <a:pt x="7007" y="58246"/>
                      <a:pt x="-804" y="45482"/>
                      <a:pt x="-804" y="29004"/>
                    </a:cubicBezTo>
                    <a:cubicBezTo>
                      <a:pt x="-804" y="12526"/>
                      <a:pt x="7007" y="-238"/>
                      <a:pt x="16723" y="-238"/>
                    </a:cubicBezTo>
                    <a:cubicBezTo>
                      <a:pt x="26438" y="-238"/>
                      <a:pt x="34249" y="12526"/>
                      <a:pt x="34249" y="29004"/>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5997797" y="1131284"/>
                <a:ext cx="32766" cy="58483"/>
              </a:xfrm>
              <a:custGeom>
                <a:avLst/>
                <a:gdLst/>
                <a:ahLst/>
                <a:cxnLst/>
                <a:rect l="l" t="t" r="r" b="b"/>
                <a:pathLst>
                  <a:path w="32766" h="58483">
                    <a:moveTo>
                      <a:pt x="31962" y="29004"/>
                    </a:moveTo>
                    <a:cubicBezTo>
                      <a:pt x="31962" y="45482"/>
                      <a:pt x="24723" y="58246"/>
                      <a:pt x="15579" y="58246"/>
                    </a:cubicBezTo>
                    <a:cubicBezTo>
                      <a:pt x="6435" y="58246"/>
                      <a:pt x="-804" y="45482"/>
                      <a:pt x="-804" y="29004"/>
                    </a:cubicBezTo>
                    <a:cubicBezTo>
                      <a:pt x="-804" y="12526"/>
                      <a:pt x="6530" y="-238"/>
                      <a:pt x="15579" y="-238"/>
                    </a:cubicBezTo>
                    <a:cubicBezTo>
                      <a:pt x="24628" y="-238"/>
                      <a:pt x="31962" y="12526"/>
                      <a:pt x="31962" y="29004"/>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grpSp>
        <p:grpSp>
          <p:nvGrpSpPr>
            <p:cNvPr id="42" name="Group 42"/>
            <p:cNvGrpSpPr/>
            <p:nvPr/>
          </p:nvGrpSpPr>
          <p:grpSpPr>
            <a:xfrm>
              <a:off x="3128696" y="1089000"/>
              <a:ext cx="3917864" cy="4585082"/>
              <a:chOff x="9404233" y="365516"/>
              <a:chExt cx="5061610" cy="5923609"/>
            </a:xfrm>
          </p:grpSpPr>
          <p:sp>
            <p:nvSpPr>
              <p:cNvPr id="43" name="Freeform 43"/>
              <p:cNvSpPr/>
              <p:nvPr/>
            </p:nvSpPr>
            <p:spPr>
              <a:xfrm>
                <a:off x="11885067" y="5793011"/>
                <a:ext cx="353342" cy="496114"/>
              </a:xfrm>
              <a:custGeom>
                <a:avLst/>
                <a:gdLst/>
                <a:ahLst/>
                <a:cxnLst/>
                <a:rect l="l" t="t" r="r" b="b"/>
                <a:pathLst>
                  <a:path w="353342" h="496114">
                    <a:moveTo>
                      <a:pt x="37213" y="353968"/>
                    </a:moveTo>
                    <a:cubicBezTo>
                      <a:pt x="56130" y="341262"/>
                      <a:pt x="71484" y="323907"/>
                      <a:pt x="81790" y="303581"/>
                    </a:cubicBezTo>
                    <a:cubicBezTo>
                      <a:pt x="88353" y="255861"/>
                      <a:pt x="88353" y="207474"/>
                      <a:pt x="81790" y="159753"/>
                    </a:cubicBezTo>
                    <a:cubicBezTo>
                      <a:pt x="70646" y="86982"/>
                      <a:pt x="102269" y="27261"/>
                      <a:pt x="204472" y="4782"/>
                    </a:cubicBezTo>
                    <a:cubicBezTo>
                      <a:pt x="304866" y="-17602"/>
                      <a:pt x="364301" y="30976"/>
                      <a:pt x="342013" y="234525"/>
                    </a:cubicBezTo>
                    <a:lnTo>
                      <a:pt x="342013" y="234525"/>
                    </a:lnTo>
                    <a:cubicBezTo>
                      <a:pt x="356872" y="318536"/>
                      <a:pt x="360587" y="415500"/>
                      <a:pt x="325345" y="495891"/>
                    </a:cubicBezTo>
                    <a:lnTo>
                      <a:pt x="16734" y="495891"/>
                    </a:lnTo>
                    <a:cubicBezTo>
                      <a:pt x="16734" y="495891"/>
                      <a:pt x="-33463" y="391116"/>
                      <a:pt x="37213" y="353968"/>
                    </a:cubicBezTo>
                    <a:close/>
                  </a:path>
                </a:pathLst>
              </a:custGeom>
              <a:solidFill>
                <a:srgbClr val="449EB5"/>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11651085" y="5041141"/>
                <a:ext cx="526542" cy="952871"/>
              </a:xfrm>
              <a:custGeom>
                <a:avLst/>
                <a:gdLst/>
                <a:ahLst/>
                <a:cxnLst/>
                <a:rect l="l" t="t" r="r" b="b"/>
                <a:pathLst>
                  <a:path w="526542" h="952871">
                    <a:moveTo>
                      <a:pt x="-554" y="18465"/>
                    </a:moveTo>
                    <a:cubicBezTo>
                      <a:pt x="5695" y="161111"/>
                      <a:pt x="44366" y="300471"/>
                      <a:pt x="112508" y="425944"/>
                    </a:cubicBezTo>
                    <a:cubicBezTo>
                      <a:pt x="227475" y="636256"/>
                      <a:pt x="370255" y="924863"/>
                      <a:pt x="370255" y="924863"/>
                    </a:cubicBezTo>
                    <a:cubicBezTo>
                      <a:pt x="370255" y="924863"/>
                      <a:pt x="464742" y="1017923"/>
                      <a:pt x="525989" y="863427"/>
                    </a:cubicBezTo>
                    <a:cubicBezTo>
                      <a:pt x="525989" y="863427"/>
                      <a:pt x="483316" y="327550"/>
                      <a:pt x="385018" y="130002"/>
                    </a:cubicBezTo>
                    <a:cubicBezTo>
                      <a:pt x="286720" y="-67546"/>
                      <a:pt x="-554" y="18369"/>
                      <a:pt x="-554" y="18369"/>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12002675" y="5870882"/>
                <a:ext cx="177854" cy="133409"/>
              </a:xfrm>
              <a:custGeom>
                <a:avLst/>
                <a:gdLst/>
                <a:ahLst/>
                <a:cxnLst/>
                <a:rect l="l" t="t" r="r" b="b"/>
                <a:pathLst>
                  <a:path w="177854" h="133409">
                    <a:moveTo>
                      <a:pt x="163635" y="93884"/>
                    </a:moveTo>
                    <a:cubicBezTo>
                      <a:pt x="163635" y="93884"/>
                      <a:pt x="191733" y="35877"/>
                      <a:pt x="167349" y="9684"/>
                    </a:cubicBezTo>
                    <a:cubicBezTo>
                      <a:pt x="141156" y="-14701"/>
                      <a:pt x="111152" y="32067"/>
                      <a:pt x="68099" y="20828"/>
                    </a:cubicBezTo>
                    <a:cubicBezTo>
                      <a:pt x="25046" y="9588"/>
                      <a:pt x="13711" y="-20320"/>
                      <a:pt x="2472" y="20828"/>
                    </a:cubicBezTo>
                    <a:cubicBezTo>
                      <a:pt x="-8768" y="65785"/>
                      <a:pt x="4377" y="198659"/>
                      <a:pt x="163635" y="93884"/>
                    </a:cubicBezTo>
                    <a:close/>
                  </a:path>
                </a:pathLst>
              </a:custGeom>
              <a:solidFill>
                <a:srgbClr val="449EB5"/>
              </a:soli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9867815" y="4404794"/>
                <a:ext cx="580399" cy="1088231"/>
              </a:xfrm>
              <a:custGeom>
                <a:avLst/>
                <a:gdLst/>
                <a:ahLst/>
                <a:cxnLst/>
                <a:rect l="l" t="t" r="r" b="b"/>
                <a:pathLst>
                  <a:path w="580399" h="1088231">
                    <a:moveTo>
                      <a:pt x="299960" y="-223"/>
                    </a:moveTo>
                    <a:cubicBezTo>
                      <a:pt x="299960" y="-223"/>
                      <a:pt x="116318" y="772350"/>
                      <a:pt x="-554" y="976566"/>
                    </a:cubicBezTo>
                    <a:cubicBezTo>
                      <a:pt x="-554" y="976566"/>
                      <a:pt x="25449" y="1062291"/>
                      <a:pt x="153370" y="1088008"/>
                    </a:cubicBezTo>
                    <a:cubicBezTo>
                      <a:pt x="153370" y="1088008"/>
                      <a:pt x="552277" y="501173"/>
                      <a:pt x="578280" y="252380"/>
                    </a:cubicBezTo>
                    <a:cubicBezTo>
                      <a:pt x="604188" y="5396"/>
                      <a:pt x="299960" y="-223"/>
                      <a:pt x="299960" y="-223"/>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10080412" y="3125015"/>
                <a:ext cx="2050351" cy="2075468"/>
              </a:xfrm>
              <a:custGeom>
                <a:avLst/>
                <a:gdLst/>
                <a:ahLst/>
                <a:cxnLst/>
                <a:rect l="l" t="t" r="r" b="b"/>
                <a:pathLst>
                  <a:path w="2050351" h="2075468">
                    <a:moveTo>
                      <a:pt x="-172" y="1460816"/>
                    </a:moveTo>
                    <a:cubicBezTo>
                      <a:pt x="48215" y="1577974"/>
                      <a:pt x="427691" y="1585404"/>
                      <a:pt x="427691" y="1585404"/>
                    </a:cubicBezTo>
                    <a:lnTo>
                      <a:pt x="457408" y="1542636"/>
                    </a:lnTo>
                    <a:lnTo>
                      <a:pt x="464838" y="1531492"/>
                    </a:lnTo>
                    <a:lnTo>
                      <a:pt x="524370" y="1444148"/>
                    </a:lnTo>
                    <a:cubicBezTo>
                      <a:pt x="524370" y="1444148"/>
                      <a:pt x="1151305" y="830547"/>
                      <a:pt x="1272272" y="880744"/>
                    </a:cubicBezTo>
                    <a:lnTo>
                      <a:pt x="1272272" y="880744"/>
                    </a:lnTo>
                    <a:lnTo>
                      <a:pt x="1283417" y="886364"/>
                    </a:lnTo>
                    <a:cubicBezTo>
                      <a:pt x="1367141" y="945800"/>
                      <a:pt x="1374571" y="1274889"/>
                      <a:pt x="1474964" y="1825243"/>
                    </a:cubicBezTo>
                    <a:cubicBezTo>
                      <a:pt x="1485489" y="1878060"/>
                      <a:pt x="1501082" y="1929733"/>
                      <a:pt x="1521542" y="1979548"/>
                    </a:cubicBezTo>
                    <a:cubicBezTo>
                      <a:pt x="1523352" y="1983263"/>
                      <a:pt x="1525256" y="1989073"/>
                      <a:pt x="1527066" y="1992597"/>
                    </a:cubicBezTo>
                    <a:cubicBezTo>
                      <a:pt x="1536591" y="2016791"/>
                      <a:pt x="1541925" y="2031650"/>
                      <a:pt x="1541925" y="2031650"/>
                    </a:cubicBezTo>
                    <a:cubicBezTo>
                      <a:pt x="1925211" y="2185955"/>
                      <a:pt x="2049798" y="1881059"/>
                      <a:pt x="2049798" y="1881059"/>
                    </a:cubicBezTo>
                    <a:cubicBezTo>
                      <a:pt x="2046560" y="1873402"/>
                      <a:pt x="2042845" y="1865953"/>
                      <a:pt x="2038654" y="1858771"/>
                    </a:cubicBezTo>
                    <a:lnTo>
                      <a:pt x="2033129" y="1847532"/>
                    </a:lnTo>
                    <a:cubicBezTo>
                      <a:pt x="2012651" y="1802955"/>
                      <a:pt x="1981028" y="1726755"/>
                      <a:pt x="1981028" y="1685607"/>
                    </a:cubicBezTo>
                    <a:cubicBezTo>
                      <a:pt x="1981028" y="1641030"/>
                      <a:pt x="1981028" y="1598263"/>
                      <a:pt x="1982838" y="1557305"/>
                    </a:cubicBezTo>
                    <a:lnTo>
                      <a:pt x="1982838" y="1187544"/>
                    </a:lnTo>
                    <a:cubicBezTo>
                      <a:pt x="1982838" y="1144777"/>
                      <a:pt x="1981028" y="1103915"/>
                      <a:pt x="1981028" y="1064863"/>
                    </a:cubicBezTo>
                    <a:lnTo>
                      <a:pt x="1981028" y="1053718"/>
                    </a:lnTo>
                    <a:cubicBezTo>
                      <a:pt x="1977313" y="878934"/>
                      <a:pt x="1971503" y="763587"/>
                      <a:pt x="1966073" y="685577"/>
                    </a:cubicBezTo>
                    <a:lnTo>
                      <a:pt x="1966073" y="674338"/>
                    </a:lnTo>
                    <a:cubicBezTo>
                      <a:pt x="1954929" y="544226"/>
                      <a:pt x="1943785" y="531463"/>
                      <a:pt x="1943785" y="531463"/>
                    </a:cubicBezTo>
                    <a:lnTo>
                      <a:pt x="2019985" y="-223"/>
                    </a:lnTo>
                    <a:lnTo>
                      <a:pt x="1182928" y="-223"/>
                    </a:lnTo>
                    <a:cubicBezTo>
                      <a:pt x="1182928" y="-223"/>
                      <a:pt x="1056436" y="126364"/>
                      <a:pt x="894606" y="291337"/>
                    </a:cubicBezTo>
                    <a:lnTo>
                      <a:pt x="885081" y="300862"/>
                    </a:lnTo>
                    <a:cubicBezTo>
                      <a:pt x="825550" y="360393"/>
                      <a:pt x="762304" y="425449"/>
                      <a:pt x="699058" y="492410"/>
                    </a:cubicBezTo>
                    <a:lnTo>
                      <a:pt x="691629" y="499840"/>
                    </a:lnTo>
                    <a:cubicBezTo>
                      <a:pt x="665625" y="525843"/>
                      <a:pt x="641432" y="551846"/>
                      <a:pt x="615429" y="577849"/>
                    </a:cubicBezTo>
                    <a:lnTo>
                      <a:pt x="605904" y="587374"/>
                    </a:lnTo>
                    <a:cubicBezTo>
                      <a:pt x="522178" y="674718"/>
                      <a:pt x="440264" y="760253"/>
                      <a:pt x="371493" y="835024"/>
                    </a:cubicBezTo>
                    <a:lnTo>
                      <a:pt x="364064" y="842454"/>
                    </a:lnTo>
                    <a:cubicBezTo>
                      <a:pt x="268814" y="944752"/>
                      <a:pt x="196614" y="1028382"/>
                      <a:pt x="170611" y="1065624"/>
                    </a:cubicBezTo>
                    <a:cubicBezTo>
                      <a:pt x="103936" y="1167828"/>
                      <a:pt x="53358" y="1298034"/>
                      <a:pt x="23640" y="1379949"/>
                    </a:cubicBezTo>
                    <a:lnTo>
                      <a:pt x="23640" y="1379949"/>
                    </a:lnTo>
                    <a:cubicBezTo>
                      <a:pt x="21735" y="1383759"/>
                      <a:pt x="21735" y="1387474"/>
                      <a:pt x="19925" y="1391189"/>
                    </a:cubicBezTo>
                    <a:cubicBezTo>
                      <a:pt x="6876" y="1435766"/>
                      <a:pt x="-554" y="1461769"/>
                      <a:pt x="-554" y="1461769"/>
                    </a:cubicBezTo>
                    <a:close/>
                  </a:path>
                </a:pathLst>
              </a:custGeom>
              <a:solidFill>
                <a:srgbClr val="1D2044"/>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11087931" y="766565"/>
                <a:ext cx="849095" cy="1392710"/>
              </a:xfrm>
              <a:custGeom>
                <a:avLst/>
                <a:gdLst/>
                <a:ahLst/>
                <a:cxnLst/>
                <a:rect l="l" t="t" r="r" b="b"/>
                <a:pathLst>
                  <a:path w="849095" h="1392710">
                    <a:moveTo>
                      <a:pt x="-136" y="47177"/>
                    </a:moveTo>
                    <a:cubicBezTo>
                      <a:pt x="-136" y="47177"/>
                      <a:pt x="123212" y="-52455"/>
                      <a:pt x="137215" y="37175"/>
                    </a:cubicBezTo>
                    <a:cubicBezTo>
                      <a:pt x="153883" y="143284"/>
                      <a:pt x="268469" y="680589"/>
                      <a:pt x="285137" y="697258"/>
                    </a:cubicBezTo>
                    <a:cubicBezTo>
                      <a:pt x="294662" y="706783"/>
                      <a:pt x="848541" y="1079877"/>
                      <a:pt x="848541" y="1079877"/>
                    </a:cubicBezTo>
                    <a:cubicBezTo>
                      <a:pt x="547361" y="1085402"/>
                      <a:pt x="392198" y="1392488"/>
                      <a:pt x="392198" y="1392488"/>
                    </a:cubicBezTo>
                    <a:cubicBezTo>
                      <a:pt x="382673" y="1269901"/>
                      <a:pt x="9960" y="853277"/>
                      <a:pt x="6246" y="808700"/>
                    </a:cubicBezTo>
                    <a:cubicBezTo>
                      <a:pt x="-2994" y="726976"/>
                      <a:pt x="-136" y="47177"/>
                      <a:pt x="-136" y="47177"/>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10995289" y="3282749"/>
                <a:ext cx="203834" cy="112680"/>
              </a:xfrm>
              <a:custGeom>
                <a:avLst/>
                <a:gdLst/>
                <a:ahLst/>
                <a:cxnLst/>
                <a:rect l="l" t="t" r="r" b="b"/>
                <a:pathLst>
                  <a:path w="203834" h="112680">
                    <a:moveTo>
                      <a:pt x="-554" y="111981"/>
                    </a:moveTo>
                    <a:lnTo>
                      <a:pt x="8971" y="111981"/>
                    </a:lnTo>
                    <a:cubicBezTo>
                      <a:pt x="101459" y="111981"/>
                      <a:pt x="197757" y="10635"/>
                      <a:pt x="203281" y="7206"/>
                    </a:cubicBezTo>
                    <a:lnTo>
                      <a:pt x="195947" y="-223"/>
                    </a:lnTo>
                    <a:cubicBezTo>
                      <a:pt x="194042" y="1682"/>
                      <a:pt x="97839" y="101123"/>
                      <a:pt x="8971" y="102932"/>
                    </a:cubicBezTo>
                    <a:cubicBezTo>
                      <a:pt x="6838" y="107000"/>
                      <a:pt x="3514" y="110324"/>
                      <a:pt x="-554" y="11245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11839813" y="3511921"/>
                <a:ext cx="198939" cy="243363"/>
              </a:xfrm>
              <a:custGeom>
                <a:avLst/>
                <a:gdLst/>
                <a:ahLst/>
                <a:cxnLst/>
                <a:rect l="l" t="t" r="r" b="b"/>
                <a:pathLst>
                  <a:path w="198939" h="243363">
                    <a:moveTo>
                      <a:pt x="51891" y="168846"/>
                    </a:moveTo>
                    <a:cubicBezTo>
                      <a:pt x="85229" y="209708"/>
                      <a:pt x="135330" y="233901"/>
                      <a:pt x="198386" y="243141"/>
                    </a:cubicBezTo>
                    <a:lnTo>
                      <a:pt x="198386" y="231997"/>
                    </a:lnTo>
                    <a:cubicBezTo>
                      <a:pt x="139045" y="222472"/>
                      <a:pt x="90848" y="200373"/>
                      <a:pt x="59320" y="161416"/>
                    </a:cubicBezTo>
                    <a:cubicBezTo>
                      <a:pt x="2170" y="94741"/>
                      <a:pt x="11124" y="1587"/>
                      <a:pt x="11124" y="1587"/>
                    </a:cubicBezTo>
                    <a:lnTo>
                      <a:pt x="-20" y="-223"/>
                    </a:lnTo>
                    <a:cubicBezTo>
                      <a:pt x="-20" y="5301"/>
                      <a:pt x="-9545" y="98265"/>
                      <a:pt x="51891" y="16884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11599555" y="4973437"/>
                <a:ext cx="517207" cy="177926"/>
              </a:xfrm>
              <a:custGeom>
                <a:avLst/>
                <a:gdLst/>
                <a:ahLst/>
                <a:cxnLst/>
                <a:rect l="l" t="t" r="r" b="b"/>
                <a:pathLst>
                  <a:path w="517207" h="177926">
                    <a:moveTo>
                      <a:pt x="-554" y="133222"/>
                    </a:moveTo>
                    <a:cubicBezTo>
                      <a:pt x="1351" y="136937"/>
                      <a:pt x="3161" y="142747"/>
                      <a:pt x="4970" y="146176"/>
                    </a:cubicBezTo>
                    <a:cubicBezTo>
                      <a:pt x="59568" y="166531"/>
                      <a:pt x="117299" y="177199"/>
                      <a:pt x="175563" y="177704"/>
                    </a:cubicBezTo>
                    <a:cubicBezTo>
                      <a:pt x="340537" y="177704"/>
                      <a:pt x="453598" y="83216"/>
                      <a:pt x="516654" y="10921"/>
                    </a:cubicBezTo>
                    <a:cubicBezTo>
                      <a:pt x="514749" y="7206"/>
                      <a:pt x="512939" y="3491"/>
                      <a:pt x="511129" y="-223"/>
                    </a:cubicBezTo>
                    <a:cubicBezTo>
                      <a:pt x="431405" y="94265"/>
                      <a:pt x="260812" y="231425"/>
                      <a:pt x="-554" y="133127"/>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11323723" y="3404860"/>
                <a:ext cx="226778" cy="606837"/>
              </a:xfrm>
              <a:custGeom>
                <a:avLst/>
                <a:gdLst/>
                <a:ahLst/>
                <a:cxnLst/>
                <a:rect l="l" t="t" r="r" b="b"/>
                <a:pathLst>
                  <a:path w="226778" h="606837">
                    <a:moveTo>
                      <a:pt x="52584" y="394302"/>
                    </a:moveTo>
                    <a:cubicBezTo>
                      <a:pt x="38068" y="462130"/>
                      <a:pt x="30476" y="531253"/>
                      <a:pt x="29915" y="600614"/>
                    </a:cubicBezTo>
                    <a:lnTo>
                      <a:pt x="41249" y="606614"/>
                    </a:lnTo>
                    <a:cubicBezTo>
                      <a:pt x="41249" y="270191"/>
                      <a:pt x="224320" y="9778"/>
                      <a:pt x="226225" y="5777"/>
                    </a:cubicBezTo>
                    <a:lnTo>
                      <a:pt x="218605" y="-223"/>
                    </a:lnTo>
                    <a:cubicBezTo>
                      <a:pt x="143119" y="117068"/>
                      <a:pt x="88351" y="246465"/>
                      <a:pt x="56680" y="382301"/>
                    </a:cubicBezTo>
                    <a:cubicBezTo>
                      <a:pt x="34877" y="367289"/>
                      <a:pt x="19942" y="344229"/>
                      <a:pt x="15151" y="318198"/>
                    </a:cubicBezTo>
                    <a:cubicBezTo>
                      <a:pt x="-11233" y="200087"/>
                      <a:pt x="109544" y="7778"/>
                      <a:pt x="109544" y="5777"/>
                    </a:cubicBezTo>
                    <a:lnTo>
                      <a:pt x="100019" y="-223"/>
                    </a:lnTo>
                    <a:cubicBezTo>
                      <a:pt x="94399" y="7778"/>
                      <a:pt x="-24569" y="198087"/>
                      <a:pt x="3816" y="320198"/>
                    </a:cubicBezTo>
                    <a:cubicBezTo>
                      <a:pt x="7893" y="351135"/>
                      <a:pt x="25981" y="378472"/>
                      <a:pt x="52870" y="394302"/>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10443315" y="3620792"/>
                <a:ext cx="376999" cy="423576"/>
              </a:xfrm>
              <a:custGeom>
                <a:avLst/>
                <a:gdLst/>
                <a:ahLst/>
                <a:cxnLst/>
                <a:rect l="l" t="t" r="r" b="b"/>
                <a:pathLst>
                  <a:path w="376999" h="423576">
                    <a:moveTo>
                      <a:pt x="-363" y="352487"/>
                    </a:moveTo>
                    <a:cubicBezTo>
                      <a:pt x="31165" y="386111"/>
                      <a:pt x="58978" y="414115"/>
                      <a:pt x="62692" y="417829"/>
                    </a:cubicBezTo>
                    <a:lnTo>
                      <a:pt x="68312" y="423353"/>
                    </a:lnTo>
                    <a:lnTo>
                      <a:pt x="70122" y="415924"/>
                    </a:lnTo>
                    <a:cubicBezTo>
                      <a:pt x="110984" y="309530"/>
                      <a:pt x="370826" y="80073"/>
                      <a:pt x="372731" y="76358"/>
                    </a:cubicBezTo>
                    <a:lnTo>
                      <a:pt x="376446" y="72643"/>
                    </a:lnTo>
                    <a:lnTo>
                      <a:pt x="333678" y="-223"/>
                    </a:lnTo>
                    <a:lnTo>
                      <a:pt x="326249" y="7302"/>
                    </a:lnTo>
                    <a:lnTo>
                      <a:pt x="363396" y="67023"/>
                    </a:lnTo>
                    <a:cubicBezTo>
                      <a:pt x="313295" y="83788"/>
                      <a:pt x="276147" y="87502"/>
                      <a:pt x="252050" y="83788"/>
                    </a:cubicBezTo>
                    <a:lnTo>
                      <a:pt x="242525" y="93313"/>
                    </a:lnTo>
                    <a:cubicBezTo>
                      <a:pt x="251697" y="94960"/>
                      <a:pt x="261022" y="95598"/>
                      <a:pt x="270337" y="95218"/>
                    </a:cubicBezTo>
                    <a:cubicBezTo>
                      <a:pt x="297379" y="94074"/>
                      <a:pt x="324182" y="89665"/>
                      <a:pt x="350157" y="82073"/>
                    </a:cubicBezTo>
                    <a:cubicBezTo>
                      <a:pt x="290721" y="136270"/>
                      <a:pt x="108888" y="306005"/>
                      <a:pt x="66121" y="401161"/>
                    </a:cubicBezTo>
                    <a:cubicBezTo>
                      <a:pt x="49453" y="384397"/>
                      <a:pt x="29069" y="363918"/>
                      <a:pt x="8971" y="341534"/>
                    </a:cubicBezTo>
                    <a:cubicBezTo>
                      <a:pt x="5256" y="347058"/>
                      <a:pt x="1542" y="348963"/>
                      <a:pt x="-554" y="352678"/>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11870827" y="4180004"/>
                <a:ext cx="190023" cy="512719"/>
              </a:xfrm>
              <a:custGeom>
                <a:avLst/>
                <a:gdLst/>
                <a:ahLst/>
                <a:cxnLst/>
                <a:rect l="l" t="t" r="r" b="b"/>
                <a:pathLst>
                  <a:path w="190023" h="512719">
                    <a:moveTo>
                      <a:pt x="-363" y="501268"/>
                    </a:moveTo>
                    <a:lnTo>
                      <a:pt x="2971" y="501268"/>
                    </a:lnTo>
                    <a:cubicBezTo>
                      <a:pt x="37336" y="509088"/>
                      <a:pt x="72503" y="512832"/>
                      <a:pt x="107746" y="512413"/>
                    </a:cubicBezTo>
                    <a:cubicBezTo>
                      <a:pt x="135301" y="513070"/>
                      <a:pt x="162810" y="509860"/>
                      <a:pt x="189470" y="502888"/>
                    </a:cubicBezTo>
                    <a:lnTo>
                      <a:pt x="189470" y="491743"/>
                    </a:lnTo>
                    <a:cubicBezTo>
                      <a:pt x="120699" y="512222"/>
                      <a:pt x="29640" y="495458"/>
                      <a:pt x="9257" y="491743"/>
                    </a:cubicBezTo>
                    <a:lnTo>
                      <a:pt x="25926" y="61213"/>
                    </a:lnTo>
                    <a:cubicBezTo>
                      <a:pt x="38032" y="93027"/>
                      <a:pt x="61102" y="119478"/>
                      <a:pt x="90981" y="135794"/>
                    </a:cubicBezTo>
                    <a:cubicBezTo>
                      <a:pt x="108650" y="144843"/>
                      <a:pt x="128291" y="149330"/>
                      <a:pt x="148131" y="148843"/>
                    </a:cubicBezTo>
                    <a:cubicBezTo>
                      <a:pt x="161219" y="148500"/>
                      <a:pt x="174268" y="147262"/>
                      <a:pt x="187184" y="145129"/>
                    </a:cubicBezTo>
                    <a:lnTo>
                      <a:pt x="187184" y="133889"/>
                    </a:lnTo>
                    <a:cubicBezTo>
                      <a:pt x="151846" y="141414"/>
                      <a:pt x="120509" y="139509"/>
                      <a:pt x="94220" y="126460"/>
                    </a:cubicBezTo>
                    <a:cubicBezTo>
                      <a:pt x="49643" y="104076"/>
                      <a:pt x="32879" y="57499"/>
                      <a:pt x="27545" y="38830"/>
                    </a:cubicBezTo>
                    <a:cubicBezTo>
                      <a:pt x="62788" y="44449"/>
                      <a:pt x="131558" y="25781"/>
                      <a:pt x="183659" y="10922"/>
                    </a:cubicBezTo>
                    <a:lnTo>
                      <a:pt x="183659" y="-223"/>
                    </a:lnTo>
                    <a:cubicBezTo>
                      <a:pt x="126033" y="16541"/>
                      <a:pt x="49833" y="37020"/>
                      <a:pt x="21734" y="27686"/>
                    </a:cubicBezTo>
                    <a:lnTo>
                      <a:pt x="14305" y="25781"/>
                    </a:lnTo>
                    <a:lnTo>
                      <a:pt x="-554" y="501078"/>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10101844" y="4512427"/>
                <a:ext cx="442055" cy="159200"/>
              </a:xfrm>
              <a:custGeom>
                <a:avLst/>
                <a:gdLst/>
                <a:ahLst/>
                <a:cxnLst/>
                <a:rect l="l" t="t" r="r" b="b"/>
                <a:pathLst>
                  <a:path w="442055" h="159200">
                    <a:moveTo>
                      <a:pt x="-554" y="9017"/>
                    </a:moveTo>
                    <a:cubicBezTo>
                      <a:pt x="98268" y="106609"/>
                      <a:pt x="232037" y="160597"/>
                      <a:pt x="370921" y="158940"/>
                    </a:cubicBezTo>
                    <a:cubicBezTo>
                      <a:pt x="391400" y="158940"/>
                      <a:pt x="411784" y="157130"/>
                      <a:pt x="434072" y="155225"/>
                    </a:cubicBezTo>
                    <a:lnTo>
                      <a:pt x="441502" y="144176"/>
                    </a:lnTo>
                    <a:cubicBezTo>
                      <a:pt x="211092" y="170084"/>
                      <a:pt x="68026" y="62737"/>
                      <a:pt x="3352" y="-223"/>
                    </a:cubicBezTo>
                    <a:cubicBezTo>
                      <a:pt x="961" y="2377"/>
                      <a:pt x="-363" y="5778"/>
                      <a:pt x="-363" y="9302"/>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6" name="Freeform 56"/>
              <p:cNvSpPr/>
              <p:nvPr/>
            </p:nvSpPr>
            <p:spPr>
              <a:xfrm>
                <a:off x="10984567" y="365516"/>
                <a:ext cx="367147" cy="465714"/>
              </a:xfrm>
              <a:custGeom>
                <a:avLst/>
                <a:gdLst/>
                <a:ahLst/>
                <a:cxnLst/>
                <a:rect l="l" t="t" r="r" b="b"/>
                <a:pathLst>
                  <a:path w="367147" h="465714">
                    <a:moveTo>
                      <a:pt x="19693" y="185049"/>
                    </a:moveTo>
                    <a:cubicBezTo>
                      <a:pt x="34457" y="201813"/>
                      <a:pt x="58650" y="268584"/>
                      <a:pt x="58650" y="268584"/>
                    </a:cubicBezTo>
                    <a:cubicBezTo>
                      <a:pt x="69794" y="324305"/>
                      <a:pt x="75319" y="354309"/>
                      <a:pt x="93893" y="380026"/>
                    </a:cubicBezTo>
                    <a:cubicBezTo>
                      <a:pt x="104561" y="394980"/>
                      <a:pt x="103418" y="432985"/>
                      <a:pt x="103418" y="448225"/>
                    </a:cubicBezTo>
                    <a:cubicBezTo>
                      <a:pt x="102846" y="460703"/>
                      <a:pt x="112943" y="455274"/>
                      <a:pt x="124849" y="458893"/>
                    </a:cubicBezTo>
                    <a:cubicBezTo>
                      <a:pt x="151519" y="466894"/>
                      <a:pt x="198668" y="473561"/>
                      <a:pt x="240768" y="441367"/>
                    </a:cubicBezTo>
                    <a:cubicBezTo>
                      <a:pt x="240768" y="441367"/>
                      <a:pt x="233339" y="396790"/>
                      <a:pt x="240768" y="383741"/>
                    </a:cubicBezTo>
                    <a:cubicBezTo>
                      <a:pt x="253723" y="357737"/>
                      <a:pt x="294585" y="344784"/>
                      <a:pt x="309444" y="294587"/>
                    </a:cubicBezTo>
                    <a:cubicBezTo>
                      <a:pt x="324303" y="244390"/>
                      <a:pt x="366594" y="186954"/>
                      <a:pt x="366594" y="186954"/>
                    </a:cubicBezTo>
                    <a:cubicBezTo>
                      <a:pt x="366594" y="186954"/>
                      <a:pt x="353544" y="160951"/>
                      <a:pt x="331256" y="175810"/>
                    </a:cubicBezTo>
                    <a:cubicBezTo>
                      <a:pt x="308967" y="192479"/>
                      <a:pt x="294109" y="232960"/>
                      <a:pt x="282964" y="237056"/>
                    </a:cubicBezTo>
                    <a:cubicBezTo>
                      <a:pt x="281154" y="237056"/>
                      <a:pt x="277440" y="238866"/>
                      <a:pt x="275535" y="238866"/>
                    </a:cubicBezTo>
                    <a:lnTo>
                      <a:pt x="275535" y="238866"/>
                    </a:lnTo>
                    <a:cubicBezTo>
                      <a:pt x="267086" y="241085"/>
                      <a:pt x="258075" y="239018"/>
                      <a:pt x="251436" y="233341"/>
                    </a:cubicBezTo>
                    <a:cubicBezTo>
                      <a:pt x="250436" y="233341"/>
                      <a:pt x="249626" y="232531"/>
                      <a:pt x="249626" y="231531"/>
                    </a:cubicBezTo>
                    <a:cubicBezTo>
                      <a:pt x="249626" y="231503"/>
                      <a:pt x="249626" y="231465"/>
                      <a:pt x="249626" y="231436"/>
                    </a:cubicBezTo>
                    <a:cubicBezTo>
                      <a:pt x="229148" y="207338"/>
                      <a:pt x="223623" y="138663"/>
                      <a:pt x="225433" y="107040"/>
                    </a:cubicBezTo>
                    <a:cubicBezTo>
                      <a:pt x="227338" y="64368"/>
                      <a:pt x="225433" y="3027"/>
                      <a:pt x="199430" y="14171"/>
                    </a:cubicBezTo>
                    <a:cubicBezTo>
                      <a:pt x="173426" y="23696"/>
                      <a:pt x="197620" y="47604"/>
                      <a:pt x="177141" y="144187"/>
                    </a:cubicBezTo>
                    <a:lnTo>
                      <a:pt x="167616" y="146092"/>
                    </a:lnTo>
                    <a:cubicBezTo>
                      <a:pt x="165711" y="153522"/>
                      <a:pt x="147138" y="88466"/>
                      <a:pt x="143423" y="27220"/>
                    </a:cubicBezTo>
                    <a:cubicBezTo>
                      <a:pt x="139708" y="-15547"/>
                      <a:pt x="113800" y="1217"/>
                      <a:pt x="106371" y="14171"/>
                    </a:cubicBezTo>
                    <a:cubicBezTo>
                      <a:pt x="100751" y="27220"/>
                      <a:pt x="110085" y="69892"/>
                      <a:pt x="111895" y="99896"/>
                    </a:cubicBezTo>
                    <a:cubicBezTo>
                      <a:pt x="113800" y="120375"/>
                      <a:pt x="115610" y="140758"/>
                      <a:pt x="115610" y="153807"/>
                    </a:cubicBezTo>
                    <a:lnTo>
                      <a:pt x="104465" y="159332"/>
                    </a:lnTo>
                    <a:cubicBezTo>
                      <a:pt x="63603" y="86942"/>
                      <a:pt x="76653" y="57224"/>
                      <a:pt x="52459" y="55319"/>
                    </a:cubicBezTo>
                    <a:cubicBezTo>
                      <a:pt x="28265" y="53414"/>
                      <a:pt x="37600" y="114755"/>
                      <a:pt x="50650" y="138948"/>
                    </a:cubicBezTo>
                    <a:cubicBezTo>
                      <a:pt x="57946" y="155522"/>
                      <a:pt x="62946" y="173019"/>
                      <a:pt x="65509" y="190955"/>
                    </a:cubicBezTo>
                    <a:cubicBezTo>
                      <a:pt x="22741" y="140758"/>
                      <a:pt x="28361" y="116660"/>
                      <a:pt x="8358" y="118470"/>
                    </a:cubicBezTo>
                    <a:cubicBezTo>
                      <a:pt x="-11644" y="120279"/>
                      <a:pt x="6453" y="168666"/>
                      <a:pt x="19503" y="185145"/>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57" name="Freeform 57"/>
              <p:cNvSpPr/>
              <p:nvPr/>
            </p:nvSpPr>
            <p:spPr>
              <a:xfrm>
                <a:off x="11190494" y="601938"/>
                <a:ext cx="72543" cy="63150"/>
              </a:xfrm>
              <a:custGeom>
                <a:avLst/>
                <a:gdLst/>
                <a:ahLst/>
                <a:cxnLst/>
                <a:rect l="l" t="t" r="r" b="b"/>
                <a:pathLst>
                  <a:path w="72543" h="63150">
                    <a:moveTo>
                      <a:pt x="-496" y="62928"/>
                    </a:moveTo>
                    <a:cubicBezTo>
                      <a:pt x="14363" y="24828"/>
                      <a:pt x="66179" y="6921"/>
                      <a:pt x="71989" y="5111"/>
                    </a:cubicBezTo>
                    <a:cubicBezTo>
                      <a:pt x="63531" y="7235"/>
                      <a:pt x="54578" y="5263"/>
                      <a:pt x="47796" y="-223"/>
                    </a:cubicBezTo>
                    <a:cubicBezTo>
                      <a:pt x="-4211" y="19589"/>
                      <a:pt x="-496" y="62928"/>
                      <a:pt x="-496" y="62928"/>
                    </a:cubicBezTo>
                    <a:close/>
                  </a:path>
                </a:pathLst>
              </a:custGeom>
              <a:solidFill>
                <a:srgbClr val="F297AD"/>
              </a:solidFill>
              <a:ln cap="flat">
                <a:prstDash val="solid"/>
              </a:ln>
            </p:spPr>
            <p:txBody>
              <a:bodyPr vert="horz" lIns="91440" tIns="45720" rIns="91440" bIns="45720" anchor="ctr">
                <a:normAutofit/>
              </a:bodyPr>
              <a:lstStyle/>
              <a:p>
                <a:pPr marL="0" algn="l"/>
                <a:endParaRPr/>
              </a:p>
            </p:txBody>
          </p:sp>
          <p:sp>
            <p:nvSpPr>
              <p:cNvPr id="58" name="Freeform 58"/>
              <p:cNvSpPr/>
              <p:nvPr/>
            </p:nvSpPr>
            <p:spPr>
              <a:xfrm>
                <a:off x="12634541" y="2142130"/>
                <a:ext cx="1424270" cy="762117"/>
              </a:xfrm>
              <a:custGeom>
                <a:avLst/>
                <a:gdLst/>
                <a:ahLst/>
                <a:cxnLst/>
                <a:rect l="l" t="t" r="r" b="b"/>
                <a:pathLst>
                  <a:path w="1424270" h="762117">
                    <a:moveTo>
                      <a:pt x="1397907" y="600424"/>
                    </a:moveTo>
                    <a:cubicBezTo>
                      <a:pt x="1397907" y="600424"/>
                      <a:pt x="1467915" y="458215"/>
                      <a:pt x="1377333" y="464216"/>
                    </a:cubicBezTo>
                    <a:cubicBezTo>
                      <a:pt x="1270272" y="471360"/>
                      <a:pt x="720870" y="477742"/>
                      <a:pt x="701058" y="465169"/>
                    </a:cubicBezTo>
                    <a:cubicBezTo>
                      <a:pt x="690009" y="458120"/>
                      <a:pt x="203948" y="-223"/>
                      <a:pt x="203948" y="-223"/>
                    </a:cubicBezTo>
                    <a:cubicBezTo>
                      <a:pt x="264813" y="295052"/>
                      <a:pt x="-554" y="514127"/>
                      <a:pt x="-554" y="514127"/>
                    </a:cubicBezTo>
                    <a:cubicBezTo>
                      <a:pt x="120985" y="496220"/>
                      <a:pt x="609046" y="768349"/>
                      <a:pt x="653719" y="761777"/>
                    </a:cubicBezTo>
                    <a:cubicBezTo>
                      <a:pt x="735348" y="752824"/>
                      <a:pt x="1397907" y="600424"/>
                      <a:pt x="1397907" y="600424"/>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59" name="Freeform 59"/>
              <p:cNvSpPr/>
              <p:nvPr/>
            </p:nvSpPr>
            <p:spPr>
              <a:xfrm>
                <a:off x="13999018" y="2428547"/>
                <a:ext cx="466825" cy="347503"/>
              </a:xfrm>
              <a:custGeom>
                <a:avLst/>
                <a:gdLst/>
                <a:ahLst/>
                <a:cxnLst/>
                <a:rect l="l" t="t" r="r" b="b"/>
                <a:pathLst>
                  <a:path w="466825" h="347503">
                    <a:moveTo>
                      <a:pt x="308513" y="337629"/>
                    </a:moveTo>
                    <a:cubicBezTo>
                      <a:pt x="288891" y="326865"/>
                      <a:pt x="218407" y="318007"/>
                      <a:pt x="218407" y="318007"/>
                    </a:cubicBezTo>
                    <a:cubicBezTo>
                      <a:pt x="161257" y="319436"/>
                      <a:pt x="131348" y="320484"/>
                      <a:pt x="101915" y="308482"/>
                    </a:cubicBezTo>
                    <a:cubicBezTo>
                      <a:pt x="84961" y="301339"/>
                      <a:pt x="48099" y="310387"/>
                      <a:pt x="33431" y="314388"/>
                    </a:cubicBezTo>
                    <a:cubicBezTo>
                      <a:pt x="21334" y="317722"/>
                      <a:pt x="23906" y="306768"/>
                      <a:pt x="18286" y="295814"/>
                    </a:cubicBezTo>
                    <a:cubicBezTo>
                      <a:pt x="-3431" y="260524"/>
                      <a:pt x="-6574" y="216871"/>
                      <a:pt x="9904" y="178847"/>
                    </a:cubicBezTo>
                    <a:cubicBezTo>
                      <a:pt x="9904" y="178847"/>
                      <a:pt x="54957" y="176371"/>
                      <a:pt x="66006" y="166179"/>
                    </a:cubicBezTo>
                    <a:cubicBezTo>
                      <a:pt x="88581" y="147796"/>
                      <a:pt x="92200" y="105123"/>
                      <a:pt x="137920" y="79597"/>
                    </a:cubicBezTo>
                    <a:cubicBezTo>
                      <a:pt x="183640" y="54070"/>
                      <a:pt x="230313" y="-223"/>
                      <a:pt x="230313" y="-223"/>
                    </a:cubicBezTo>
                    <a:cubicBezTo>
                      <a:pt x="230313" y="-223"/>
                      <a:pt x="258888" y="6730"/>
                      <a:pt x="249363" y="31686"/>
                    </a:cubicBezTo>
                    <a:cubicBezTo>
                      <a:pt x="238027" y="57117"/>
                      <a:pt x="201738" y="80644"/>
                      <a:pt x="200213" y="92265"/>
                    </a:cubicBezTo>
                    <a:cubicBezTo>
                      <a:pt x="200689" y="94074"/>
                      <a:pt x="199641" y="98170"/>
                      <a:pt x="200213" y="99980"/>
                    </a:cubicBezTo>
                    <a:lnTo>
                      <a:pt x="200213" y="99980"/>
                    </a:lnTo>
                    <a:cubicBezTo>
                      <a:pt x="199927" y="108715"/>
                      <a:pt x="204024" y="117030"/>
                      <a:pt x="210977" y="122269"/>
                    </a:cubicBezTo>
                    <a:cubicBezTo>
                      <a:pt x="211167" y="123297"/>
                      <a:pt x="212215" y="123935"/>
                      <a:pt x="213263" y="123697"/>
                    </a:cubicBezTo>
                    <a:cubicBezTo>
                      <a:pt x="213263" y="123697"/>
                      <a:pt x="213263" y="123697"/>
                      <a:pt x="213263" y="123697"/>
                    </a:cubicBezTo>
                    <a:cubicBezTo>
                      <a:pt x="241266" y="138271"/>
                      <a:pt x="309560" y="128555"/>
                      <a:pt x="339946" y="119792"/>
                    </a:cubicBezTo>
                    <a:cubicBezTo>
                      <a:pt x="381188" y="108648"/>
                      <a:pt x="441386" y="96932"/>
                      <a:pt x="436243" y="124745"/>
                    </a:cubicBezTo>
                    <a:cubicBezTo>
                      <a:pt x="432909" y="152177"/>
                      <a:pt x="403953" y="134270"/>
                      <a:pt x="314323" y="175132"/>
                    </a:cubicBezTo>
                    <a:lnTo>
                      <a:pt x="314323" y="184657"/>
                    </a:lnTo>
                    <a:cubicBezTo>
                      <a:pt x="307465" y="188086"/>
                      <a:pt x="374997" y="191896"/>
                      <a:pt x="435576" y="182086"/>
                    </a:cubicBezTo>
                    <a:cubicBezTo>
                      <a:pt x="478058" y="176275"/>
                      <a:pt x="467484" y="205327"/>
                      <a:pt x="456436" y="215423"/>
                    </a:cubicBezTo>
                    <a:cubicBezTo>
                      <a:pt x="445005" y="223710"/>
                      <a:pt x="401286" y="224091"/>
                      <a:pt x="371854" y="228758"/>
                    </a:cubicBezTo>
                    <a:cubicBezTo>
                      <a:pt x="351566" y="231425"/>
                      <a:pt x="331182" y="234187"/>
                      <a:pt x="318514" y="237045"/>
                    </a:cubicBezTo>
                    <a:lnTo>
                      <a:pt x="315561" y="249141"/>
                    </a:lnTo>
                    <a:cubicBezTo>
                      <a:pt x="395190" y="273049"/>
                      <a:pt x="421288" y="253809"/>
                      <a:pt x="428432" y="276955"/>
                    </a:cubicBezTo>
                    <a:cubicBezTo>
                      <a:pt x="435576" y="300100"/>
                      <a:pt x="373759" y="304482"/>
                      <a:pt x="347279" y="297148"/>
                    </a:cubicBezTo>
                    <a:cubicBezTo>
                      <a:pt x="329467" y="293652"/>
                      <a:pt x="311371" y="292633"/>
                      <a:pt x="293273" y="294099"/>
                    </a:cubicBezTo>
                    <a:cubicBezTo>
                      <a:pt x="351661" y="324675"/>
                      <a:pt x="373949" y="313912"/>
                      <a:pt x="376617" y="334295"/>
                    </a:cubicBezTo>
                    <a:cubicBezTo>
                      <a:pt x="379283" y="354679"/>
                      <a:pt x="328134" y="347154"/>
                      <a:pt x="308989" y="338105"/>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60" name="Freeform 60"/>
              <p:cNvSpPr/>
              <p:nvPr/>
            </p:nvSpPr>
            <p:spPr>
              <a:xfrm>
                <a:off x="14155684" y="2526941"/>
                <a:ext cx="51053" cy="83438"/>
              </a:xfrm>
              <a:custGeom>
                <a:avLst/>
                <a:gdLst/>
                <a:ahLst/>
                <a:cxnLst/>
                <a:rect l="l" t="t" r="r" b="b"/>
                <a:pathLst>
                  <a:path w="51053" h="83438">
                    <a:moveTo>
                      <a:pt x="-554" y="83216"/>
                    </a:moveTo>
                    <a:cubicBezTo>
                      <a:pt x="33165" y="60356"/>
                      <a:pt x="39356" y="5587"/>
                      <a:pt x="39832" y="-223"/>
                    </a:cubicBezTo>
                    <a:cubicBezTo>
                      <a:pt x="39642" y="8511"/>
                      <a:pt x="43547" y="16836"/>
                      <a:pt x="50500" y="22161"/>
                    </a:cubicBezTo>
                    <a:cubicBezTo>
                      <a:pt x="42595" y="77310"/>
                      <a:pt x="-554" y="83216"/>
                      <a:pt x="-554" y="83216"/>
                    </a:cubicBezTo>
                    <a:close/>
                  </a:path>
                </a:pathLst>
              </a:custGeom>
              <a:solidFill>
                <a:srgbClr val="F297AD"/>
              </a:solidFill>
              <a:ln cap="flat">
                <a:prstDash val="solid"/>
              </a:ln>
            </p:spPr>
            <p:txBody>
              <a:bodyPr vert="horz" lIns="91440" tIns="45720" rIns="91440" bIns="45720" anchor="ctr">
                <a:normAutofit/>
              </a:bodyPr>
              <a:lstStyle/>
              <a:p>
                <a:pPr marL="0" algn="l"/>
                <a:endParaRPr/>
              </a:p>
            </p:txBody>
          </p:sp>
          <p:sp>
            <p:nvSpPr>
              <p:cNvPr id="61" name="Freeform 61"/>
              <p:cNvSpPr/>
              <p:nvPr/>
            </p:nvSpPr>
            <p:spPr>
              <a:xfrm>
                <a:off x="9404233" y="5326386"/>
                <a:ext cx="660113" cy="433434"/>
              </a:xfrm>
              <a:custGeom>
                <a:avLst/>
                <a:gdLst/>
                <a:ahLst/>
                <a:cxnLst/>
                <a:rect l="l" t="t" r="r" b="b"/>
                <a:pathLst>
                  <a:path w="660113" h="433434">
                    <a:moveTo>
                      <a:pt x="-363" y="105551"/>
                    </a:moveTo>
                    <a:cubicBezTo>
                      <a:pt x="204425" y="379204"/>
                      <a:pt x="485412" y="433212"/>
                      <a:pt x="485412" y="433212"/>
                    </a:cubicBezTo>
                    <a:cubicBezTo>
                      <a:pt x="567327" y="368060"/>
                      <a:pt x="569137" y="291765"/>
                      <a:pt x="569137" y="291765"/>
                    </a:cubicBezTo>
                    <a:cubicBezTo>
                      <a:pt x="569137" y="291765"/>
                      <a:pt x="647337" y="220994"/>
                      <a:pt x="658481" y="186990"/>
                    </a:cubicBezTo>
                    <a:cubicBezTo>
                      <a:pt x="669626" y="152986"/>
                      <a:pt x="591806" y="52973"/>
                      <a:pt x="544943" y="62308"/>
                    </a:cubicBezTo>
                    <a:cubicBezTo>
                      <a:pt x="513320" y="69737"/>
                      <a:pt x="494746" y="95836"/>
                      <a:pt x="485412" y="110695"/>
                    </a:cubicBezTo>
                    <a:cubicBezTo>
                      <a:pt x="524560" y="23160"/>
                      <a:pt x="492841" y="-6558"/>
                      <a:pt x="438930" y="872"/>
                    </a:cubicBezTo>
                    <a:cubicBezTo>
                      <a:pt x="381208" y="8301"/>
                      <a:pt x="435215" y="21351"/>
                      <a:pt x="394258" y="67547"/>
                    </a:cubicBezTo>
                    <a:lnTo>
                      <a:pt x="384733" y="77072"/>
                    </a:lnTo>
                    <a:cubicBezTo>
                      <a:pt x="376980" y="82692"/>
                      <a:pt x="368055" y="86501"/>
                      <a:pt x="358634" y="88216"/>
                    </a:cubicBezTo>
                    <a:cubicBezTo>
                      <a:pt x="348823" y="89864"/>
                      <a:pt x="338860" y="90502"/>
                      <a:pt x="328916" y="90121"/>
                    </a:cubicBezTo>
                    <a:cubicBezTo>
                      <a:pt x="323259" y="90435"/>
                      <a:pt x="317591" y="89788"/>
                      <a:pt x="312152" y="88216"/>
                    </a:cubicBezTo>
                    <a:cubicBezTo>
                      <a:pt x="301417" y="86644"/>
                      <a:pt x="290836" y="84158"/>
                      <a:pt x="280529" y="80787"/>
                    </a:cubicBezTo>
                    <a:cubicBezTo>
                      <a:pt x="262527" y="74938"/>
                      <a:pt x="245087" y="67480"/>
                      <a:pt x="228428" y="58498"/>
                    </a:cubicBezTo>
                    <a:cubicBezTo>
                      <a:pt x="157657" y="19350"/>
                      <a:pt x="127938" y="6396"/>
                      <a:pt x="73932" y="19350"/>
                    </a:cubicBezTo>
                    <a:cubicBezTo>
                      <a:pt x="19925" y="32304"/>
                      <a:pt x="19925" y="73357"/>
                      <a:pt x="19925" y="73357"/>
                    </a:cubicBezTo>
                    <a:lnTo>
                      <a:pt x="-554" y="104980"/>
                    </a:lnTo>
                    <a:close/>
                  </a:path>
                </a:pathLst>
              </a:custGeom>
              <a:solidFill>
                <a:srgbClr val="449EB5"/>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9404424" y="5432262"/>
                <a:ext cx="484441" cy="327653"/>
              </a:xfrm>
              <a:custGeom>
                <a:avLst/>
                <a:gdLst/>
                <a:ahLst/>
                <a:cxnLst/>
                <a:rect l="l" t="t" r="r" b="b"/>
                <a:pathLst>
                  <a:path w="484441" h="327653">
                    <a:moveTo>
                      <a:pt x="-554" y="342"/>
                    </a:moveTo>
                    <a:cubicBezTo>
                      <a:pt x="203662" y="273519"/>
                      <a:pt x="483888" y="327431"/>
                      <a:pt x="483888" y="327431"/>
                    </a:cubicBezTo>
                    <a:cubicBezTo>
                      <a:pt x="341013" y="266090"/>
                      <a:pt x="211092" y="186175"/>
                      <a:pt x="121938" y="87686"/>
                    </a:cubicBezTo>
                    <a:cubicBezTo>
                      <a:pt x="30974" y="-12802"/>
                      <a:pt x="-554" y="342"/>
                      <a:pt x="-554" y="342"/>
                    </a:cubicBezTo>
                    <a:close/>
                  </a:path>
                </a:pathLst>
              </a:custGeom>
              <a:solidFill>
                <a:srgbClr val="227C91"/>
              </a:solidFill>
              <a:ln cap="flat">
                <a:prstDash val="solid"/>
              </a:ln>
            </p:spPr>
            <p:txBody>
              <a:bodyPr vert="horz" lIns="91440" tIns="45720" rIns="91440" bIns="45720" anchor="ctr">
                <a:normAutofit/>
              </a:bodyPr>
              <a:lstStyle/>
              <a:p>
                <a:pPr marL="0" algn="l"/>
                <a:endParaRPr/>
              </a:p>
            </p:txBody>
          </p:sp>
          <p:sp>
            <p:nvSpPr>
              <p:cNvPr id="63" name="Freeform 63"/>
              <p:cNvSpPr/>
              <p:nvPr/>
            </p:nvSpPr>
            <p:spPr>
              <a:xfrm>
                <a:off x="11041755" y="1784277"/>
                <a:ext cx="1611645" cy="1800837"/>
              </a:xfrm>
              <a:custGeom>
                <a:avLst/>
                <a:gdLst/>
                <a:ahLst/>
                <a:cxnLst/>
                <a:rect l="l" t="t" r="r" b="b"/>
                <a:pathLst>
                  <a:path w="1611645" h="1800837">
                    <a:moveTo>
                      <a:pt x="1195707" y="175418"/>
                    </a:moveTo>
                    <a:cubicBezTo>
                      <a:pt x="1195707" y="175418"/>
                      <a:pt x="1445643" y="140175"/>
                      <a:pt x="1611092" y="210755"/>
                    </a:cubicBezTo>
                    <a:cubicBezTo>
                      <a:pt x="1611092" y="210755"/>
                      <a:pt x="1603854" y="392302"/>
                      <a:pt x="1430689" y="872362"/>
                    </a:cubicBezTo>
                    <a:cubicBezTo>
                      <a:pt x="1225616" y="1441004"/>
                      <a:pt x="1125889" y="1789810"/>
                      <a:pt x="1125889" y="1789810"/>
                    </a:cubicBezTo>
                    <a:cubicBezTo>
                      <a:pt x="956534" y="1869534"/>
                      <a:pt x="-23112" y="1485010"/>
                      <a:pt x="-157" y="1391189"/>
                    </a:cubicBezTo>
                    <a:cubicBezTo>
                      <a:pt x="99475" y="982661"/>
                      <a:pt x="441327" y="783208"/>
                      <a:pt x="465521" y="539749"/>
                    </a:cubicBezTo>
                    <a:cubicBezTo>
                      <a:pt x="489714" y="298099"/>
                      <a:pt x="487047" y="-173864"/>
                      <a:pt x="916625" y="65785"/>
                    </a:cubicBezTo>
                    <a:close/>
                  </a:path>
                </a:pathLst>
              </a:custGeom>
              <a:solidFill>
                <a:srgbClr val="479EB8"/>
              </a:solidFill>
              <a:ln cap="flat">
                <a:prstDash val="solid"/>
              </a:ln>
            </p:spPr>
            <p:txBody>
              <a:bodyPr vert="horz" lIns="91440" tIns="45720" rIns="91440" bIns="45720" anchor="ctr">
                <a:normAutofit/>
              </a:bodyPr>
              <a:lstStyle/>
              <a:p>
                <a:pPr marL="0" algn="l"/>
                <a:endParaRPr/>
              </a:p>
            </p:txBody>
          </p:sp>
          <p:sp>
            <p:nvSpPr>
              <p:cNvPr id="64" name="Freeform 64"/>
              <p:cNvSpPr/>
              <p:nvPr/>
            </p:nvSpPr>
            <p:spPr>
              <a:xfrm>
                <a:off x="11082062" y="1431756"/>
                <a:ext cx="856475" cy="837152"/>
              </a:xfrm>
              <a:custGeom>
                <a:avLst/>
                <a:gdLst/>
                <a:ahLst/>
                <a:cxnLst/>
                <a:rect l="l" t="t" r="r" b="b"/>
                <a:pathLst>
                  <a:path w="856475" h="837152">
                    <a:moveTo>
                      <a:pt x="378160" y="-223"/>
                    </a:moveTo>
                    <a:cubicBezTo>
                      <a:pt x="148989" y="99504"/>
                      <a:pt x="-554" y="358584"/>
                      <a:pt x="-554" y="358584"/>
                    </a:cubicBezTo>
                    <a:cubicBezTo>
                      <a:pt x="138987" y="597757"/>
                      <a:pt x="447883" y="836929"/>
                      <a:pt x="447883" y="836929"/>
                    </a:cubicBezTo>
                    <a:cubicBezTo>
                      <a:pt x="447883" y="836929"/>
                      <a:pt x="960518" y="473836"/>
                      <a:pt x="836599" y="398779"/>
                    </a:cubicBezTo>
                    <a:cubicBezTo>
                      <a:pt x="607332" y="258952"/>
                      <a:pt x="378160" y="-223"/>
                      <a:pt x="378160" y="-223"/>
                    </a:cubicBezTo>
                    <a:close/>
                  </a:path>
                </a:pathLst>
              </a:custGeom>
              <a:solidFill>
                <a:srgbClr val="449EB7"/>
              </a:solidFill>
              <a:ln cap="flat">
                <a:prstDash val="solid"/>
              </a:ln>
            </p:spPr>
            <p:txBody>
              <a:bodyPr vert="horz" lIns="91440" tIns="45720" rIns="91440" bIns="45720" anchor="ctr">
                <a:normAutofit/>
              </a:bodyPr>
              <a:lstStyle/>
              <a:p>
                <a:pPr marL="0" algn="l"/>
                <a:endParaRPr/>
              </a:p>
            </p:txBody>
          </p:sp>
          <p:sp>
            <p:nvSpPr>
              <p:cNvPr id="65" name="Freeform 65"/>
              <p:cNvSpPr/>
              <p:nvPr/>
            </p:nvSpPr>
            <p:spPr>
              <a:xfrm>
                <a:off x="12290308" y="1987749"/>
                <a:ext cx="841343" cy="785889"/>
              </a:xfrm>
              <a:custGeom>
                <a:avLst/>
                <a:gdLst/>
                <a:ahLst/>
                <a:cxnLst/>
                <a:rect l="l" t="t" r="r" b="b"/>
                <a:pathLst>
                  <a:path w="841343" h="785889">
                    <a:moveTo>
                      <a:pt x="493032" y="785667"/>
                    </a:moveTo>
                    <a:cubicBezTo>
                      <a:pt x="781735" y="584499"/>
                      <a:pt x="840790" y="323609"/>
                      <a:pt x="840790" y="323609"/>
                    </a:cubicBezTo>
                    <a:cubicBezTo>
                      <a:pt x="840790" y="323609"/>
                      <a:pt x="524846" y="51670"/>
                      <a:pt x="345490" y="1854"/>
                    </a:cubicBezTo>
                    <a:cubicBezTo>
                      <a:pt x="212140" y="-35103"/>
                      <a:pt x="-554" y="433337"/>
                      <a:pt x="-554" y="433337"/>
                    </a:cubicBezTo>
                    <a:close/>
                  </a:path>
                </a:pathLst>
              </a:custGeom>
              <a:solidFill>
                <a:srgbClr val="449EB7"/>
              </a:solidFill>
              <a:ln cap="flat">
                <a:prstDash val="solid"/>
              </a:ln>
            </p:spPr>
            <p:txBody>
              <a:bodyPr vert="horz" lIns="91440" tIns="45720" rIns="91440" bIns="45720" anchor="ctr">
                <a:normAutofit/>
              </a:bodyPr>
              <a:lstStyle/>
              <a:p>
                <a:pPr marL="0" algn="l"/>
                <a:endParaRPr/>
              </a:p>
            </p:txBody>
          </p:sp>
          <p:sp>
            <p:nvSpPr>
              <p:cNvPr id="66" name="Freeform 66"/>
              <p:cNvSpPr/>
              <p:nvPr/>
            </p:nvSpPr>
            <p:spPr>
              <a:xfrm>
                <a:off x="12455761" y="1511324"/>
                <a:ext cx="89291" cy="133691"/>
              </a:xfrm>
              <a:custGeom>
                <a:avLst/>
                <a:gdLst/>
                <a:ahLst/>
                <a:cxnLst/>
                <a:rect l="l" t="t" r="r" b="b"/>
                <a:pathLst>
                  <a:path w="89291" h="133691">
                    <a:moveTo>
                      <a:pt x="20684" y="21936"/>
                    </a:moveTo>
                    <a:cubicBezTo>
                      <a:pt x="20684" y="21936"/>
                      <a:pt x="84787" y="-36548"/>
                      <a:pt x="88502" y="36509"/>
                    </a:cubicBezTo>
                    <a:cubicBezTo>
                      <a:pt x="93550" y="120901"/>
                      <a:pt x="16017" y="150809"/>
                      <a:pt x="2777" y="123853"/>
                    </a:cubicBezTo>
                    <a:cubicBezTo>
                      <a:pt x="-10654" y="95278"/>
                      <a:pt x="20874" y="21936"/>
                      <a:pt x="20874" y="21936"/>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11971901" y="1489730"/>
                <a:ext cx="83959" cy="135272"/>
              </a:xfrm>
              <a:custGeom>
                <a:avLst/>
                <a:gdLst/>
                <a:ahLst/>
                <a:cxnLst/>
                <a:rect l="l" t="t" r="r" b="b"/>
                <a:pathLst>
                  <a:path w="83959" h="135272">
                    <a:moveTo>
                      <a:pt x="70585" y="25909"/>
                    </a:moveTo>
                    <a:cubicBezTo>
                      <a:pt x="70585" y="25909"/>
                      <a:pt x="12101" y="-37622"/>
                      <a:pt x="1052" y="33434"/>
                    </a:cubicBezTo>
                    <a:cubicBezTo>
                      <a:pt x="-12378" y="115444"/>
                      <a:pt x="62393" y="152306"/>
                      <a:pt x="78585" y="127351"/>
                    </a:cubicBezTo>
                    <a:cubicBezTo>
                      <a:pt x="92968" y="102395"/>
                      <a:pt x="70585" y="25909"/>
                      <a:pt x="70585" y="25909"/>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68" name="Freeform 68"/>
              <p:cNvSpPr/>
              <p:nvPr/>
            </p:nvSpPr>
            <p:spPr>
              <a:xfrm>
                <a:off x="12008844" y="1720744"/>
                <a:ext cx="418528" cy="281798"/>
              </a:xfrm>
              <a:custGeom>
                <a:avLst/>
                <a:gdLst/>
                <a:ahLst/>
                <a:cxnLst/>
                <a:rect l="l" t="t" r="r" b="b"/>
                <a:pathLst>
                  <a:path w="418528" h="281798">
                    <a:moveTo>
                      <a:pt x="138988" y="-223"/>
                    </a:moveTo>
                    <a:cubicBezTo>
                      <a:pt x="138988" y="-223"/>
                      <a:pt x="89172" y="159225"/>
                      <a:pt x="-554" y="189134"/>
                    </a:cubicBezTo>
                    <a:cubicBezTo>
                      <a:pt x="-554" y="189134"/>
                      <a:pt x="212425" y="358298"/>
                      <a:pt x="417975" y="238950"/>
                    </a:cubicBezTo>
                    <a:cubicBezTo>
                      <a:pt x="417975" y="238950"/>
                      <a:pt x="348252" y="199135"/>
                      <a:pt x="348252" y="9778"/>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69" name="Freeform 69"/>
              <p:cNvSpPr/>
              <p:nvPr/>
            </p:nvSpPr>
            <p:spPr>
              <a:xfrm>
                <a:off x="12037755" y="1242757"/>
                <a:ext cx="446226" cy="583331"/>
              </a:xfrm>
              <a:custGeom>
                <a:avLst/>
                <a:gdLst/>
                <a:ahLst/>
                <a:cxnLst/>
                <a:rect l="l" t="t" r="r" b="b"/>
                <a:pathLst>
                  <a:path w="446226" h="583331">
                    <a:moveTo>
                      <a:pt x="211613" y="582730"/>
                    </a:moveTo>
                    <a:cubicBezTo>
                      <a:pt x="349154" y="589588"/>
                      <a:pt x="431641" y="504339"/>
                      <a:pt x="445167" y="234687"/>
                    </a:cubicBezTo>
                    <a:cubicBezTo>
                      <a:pt x="452215" y="95241"/>
                      <a:pt x="385825" y="7991"/>
                      <a:pt x="231616" y="276"/>
                    </a:cubicBezTo>
                    <a:cubicBezTo>
                      <a:pt x="77406" y="-7439"/>
                      <a:pt x="8064" y="74762"/>
                      <a:pt x="1111" y="212303"/>
                    </a:cubicBezTo>
                    <a:cubicBezTo>
                      <a:pt x="-13462" y="502434"/>
                      <a:pt x="68548" y="575491"/>
                      <a:pt x="211613" y="582730"/>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12021391" y="1122900"/>
                <a:ext cx="491400" cy="444682"/>
              </a:xfrm>
              <a:custGeom>
                <a:avLst/>
                <a:gdLst/>
                <a:ahLst/>
                <a:cxnLst/>
                <a:rect l="l" t="t" r="r" b="b"/>
                <a:pathLst>
                  <a:path w="491400" h="444682">
                    <a:moveTo>
                      <a:pt x="70624" y="180903"/>
                    </a:moveTo>
                    <a:cubicBezTo>
                      <a:pt x="70624" y="180903"/>
                      <a:pt x="22999" y="234529"/>
                      <a:pt x="18713" y="431982"/>
                    </a:cubicBezTo>
                    <a:cubicBezTo>
                      <a:pt x="18713" y="431982"/>
                      <a:pt x="-101398" y="-17789"/>
                      <a:pt x="258171" y="309"/>
                    </a:cubicBezTo>
                    <a:cubicBezTo>
                      <a:pt x="617740" y="18406"/>
                      <a:pt x="453339" y="444460"/>
                      <a:pt x="453339" y="444460"/>
                    </a:cubicBezTo>
                    <a:cubicBezTo>
                      <a:pt x="453339" y="444460"/>
                      <a:pt x="469817" y="265771"/>
                      <a:pt x="407904" y="197381"/>
                    </a:cubicBezTo>
                    <a:cubicBezTo>
                      <a:pt x="407904" y="197381"/>
                      <a:pt x="280364" y="206430"/>
                      <a:pt x="70624" y="180903"/>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71" name="Freeform 71"/>
              <p:cNvSpPr/>
              <p:nvPr/>
            </p:nvSpPr>
            <p:spPr>
              <a:xfrm>
                <a:off x="12219991" y="1492240"/>
                <a:ext cx="68888" cy="124608"/>
              </a:xfrm>
              <a:custGeom>
                <a:avLst/>
                <a:gdLst/>
                <a:ahLst/>
                <a:cxnLst/>
                <a:rect l="l" t="t" r="r" b="b"/>
                <a:pathLst>
                  <a:path w="68888" h="124608">
                    <a:moveTo>
                      <a:pt x="33568" y="-223"/>
                    </a:moveTo>
                    <a:cubicBezTo>
                      <a:pt x="33568" y="-223"/>
                      <a:pt x="-20725" y="86835"/>
                      <a:pt x="7660" y="118173"/>
                    </a:cubicBezTo>
                    <a:cubicBezTo>
                      <a:pt x="26710" y="138842"/>
                      <a:pt x="68334" y="101314"/>
                      <a:pt x="68334" y="101314"/>
                    </a:cubicBezTo>
                  </a:path>
                </a:pathLst>
              </a:custGeom>
              <a:solidFill>
                <a:srgbClr val="EF9086"/>
              </a:solidFill>
              <a:ln cap="flat">
                <a:prstDash val="solid"/>
              </a:ln>
            </p:spPr>
            <p:txBody>
              <a:bodyPr vert="horz" lIns="91440" tIns="45720" rIns="91440" bIns="45720" anchor="ctr">
                <a:normAutofit/>
              </a:bodyPr>
              <a:lstStyle/>
              <a:p>
                <a:pPr marL="0" algn="l"/>
                <a:endParaRPr/>
              </a:p>
            </p:txBody>
          </p:sp>
          <p:sp>
            <p:nvSpPr>
              <p:cNvPr id="72" name="Freeform 72"/>
              <p:cNvSpPr/>
              <p:nvPr/>
            </p:nvSpPr>
            <p:spPr>
              <a:xfrm>
                <a:off x="12124422" y="1447269"/>
                <a:ext cx="35272" cy="58700"/>
              </a:xfrm>
              <a:custGeom>
                <a:avLst/>
                <a:gdLst/>
                <a:ahLst/>
                <a:cxnLst/>
                <a:rect l="l" t="t" r="r" b="b"/>
                <a:pathLst>
                  <a:path w="35272" h="58700">
                    <a:moveTo>
                      <a:pt x="-498" y="28365"/>
                    </a:moveTo>
                    <a:cubicBezTo>
                      <a:pt x="-1260" y="44843"/>
                      <a:pt x="5884" y="57988"/>
                      <a:pt x="15599" y="58464"/>
                    </a:cubicBezTo>
                    <a:cubicBezTo>
                      <a:pt x="25314" y="58940"/>
                      <a:pt x="33792" y="46558"/>
                      <a:pt x="34649" y="29889"/>
                    </a:cubicBezTo>
                    <a:cubicBezTo>
                      <a:pt x="35506" y="13221"/>
                      <a:pt x="28362" y="266"/>
                      <a:pt x="18647" y="-210"/>
                    </a:cubicBezTo>
                    <a:cubicBezTo>
                      <a:pt x="8932" y="-686"/>
                      <a:pt x="454" y="11697"/>
                      <a:pt x="-403" y="28365"/>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73" name="Freeform 73"/>
              <p:cNvSpPr/>
              <p:nvPr/>
            </p:nvSpPr>
            <p:spPr>
              <a:xfrm>
                <a:off x="12354161" y="1458794"/>
                <a:ext cx="32900" cy="58700"/>
              </a:xfrm>
              <a:custGeom>
                <a:avLst/>
                <a:gdLst/>
                <a:ahLst/>
                <a:cxnLst/>
                <a:rect l="l" t="t" r="r" b="b"/>
                <a:pathLst>
                  <a:path w="32900" h="58700">
                    <a:moveTo>
                      <a:pt x="-494" y="28365"/>
                    </a:moveTo>
                    <a:cubicBezTo>
                      <a:pt x="-1256" y="44844"/>
                      <a:pt x="5317" y="57988"/>
                      <a:pt x="14461" y="58464"/>
                    </a:cubicBezTo>
                    <a:cubicBezTo>
                      <a:pt x="23604" y="58940"/>
                      <a:pt x="31415" y="46463"/>
                      <a:pt x="32272" y="29889"/>
                    </a:cubicBezTo>
                    <a:cubicBezTo>
                      <a:pt x="33129" y="13316"/>
                      <a:pt x="26462" y="266"/>
                      <a:pt x="17318" y="-210"/>
                    </a:cubicBezTo>
                    <a:cubicBezTo>
                      <a:pt x="8174" y="-686"/>
                      <a:pt x="363" y="11792"/>
                      <a:pt x="-494" y="28365"/>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12187736" y="1673125"/>
                <a:ext cx="106378" cy="64795"/>
              </a:xfrm>
              <a:custGeom>
                <a:avLst/>
                <a:gdLst/>
                <a:ahLst/>
                <a:cxnLst/>
                <a:rect l="l" t="t" r="r" b="b"/>
                <a:pathLst>
                  <a:path w="106378" h="64795">
                    <a:moveTo>
                      <a:pt x="98970" y="3962"/>
                    </a:moveTo>
                    <a:cubicBezTo>
                      <a:pt x="103828" y="3486"/>
                      <a:pt x="106591" y="9106"/>
                      <a:pt x="105638" y="15107"/>
                    </a:cubicBezTo>
                    <a:cubicBezTo>
                      <a:pt x="102866" y="42338"/>
                      <a:pt x="80511" y="63408"/>
                      <a:pt x="53155" y="64541"/>
                    </a:cubicBezTo>
                    <a:cubicBezTo>
                      <a:pt x="18294" y="65589"/>
                      <a:pt x="2577" y="40634"/>
                      <a:pt x="-471" y="10344"/>
                    </a:cubicBezTo>
                    <a:cubicBezTo>
                      <a:pt x="-1137" y="4438"/>
                      <a:pt x="2292" y="-991"/>
                      <a:pt x="7054" y="-133"/>
                    </a:cubicBezTo>
                    <a:lnTo>
                      <a:pt x="35629" y="5010"/>
                    </a:lnTo>
                    <a:cubicBezTo>
                      <a:pt x="47412" y="7134"/>
                      <a:pt x="59432" y="7648"/>
                      <a:pt x="71348" y="6534"/>
                    </a:cubicBezTo>
                    <a:lnTo>
                      <a:pt x="99256" y="3962"/>
                    </a:lnTo>
                    <a:close/>
                  </a:path>
                </a:pathLst>
              </a:custGeom>
              <a:solidFill>
                <a:srgbClr val="F34A56"/>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11968744" y="1857080"/>
                <a:ext cx="487966" cy="158397"/>
              </a:xfrm>
              <a:custGeom>
                <a:avLst/>
                <a:gdLst/>
                <a:ahLst/>
                <a:cxnLst/>
                <a:rect l="l" t="t" r="r" b="b"/>
                <a:pathLst>
                  <a:path w="487966" h="158397">
                    <a:moveTo>
                      <a:pt x="78028" y="7173"/>
                    </a:moveTo>
                    <a:cubicBezTo>
                      <a:pt x="118224" y="85183"/>
                      <a:pt x="297579" y="156144"/>
                      <a:pt x="427977" y="74896"/>
                    </a:cubicBezTo>
                    <a:cubicBezTo>
                      <a:pt x="438806" y="68448"/>
                      <a:pt x="452427" y="69048"/>
                      <a:pt x="462647" y="76420"/>
                    </a:cubicBezTo>
                    <a:lnTo>
                      <a:pt x="487413" y="94422"/>
                    </a:lnTo>
                    <a:cubicBezTo>
                      <a:pt x="433025" y="154906"/>
                      <a:pt x="318153" y="169098"/>
                      <a:pt x="216236" y="150620"/>
                    </a:cubicBezTo>
                    <a:cubicBezTo>
                      <a:pt x="114318" y="132141"/>
                      <a:pt x="41166" y="91851"/>
                      <a:pt x="-458" y="4887"/>
                    </a:cubicBezTo>
                    <a:cubicBezTo>
                      <a:pt x="-3506" y="-1495"/>
                      <a:pt x="67360" y="-3114"/>
                      <a:pt x="78028" y="7173"/>
                    </a:cubicBezTo>
                    <a:close/>
                  </a:path>
                </a:pathLst>
              </a:custGeom>
              <a:solidFill>
                <a:srgbClr val="479EB8"/>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11987318" y="1894861"/>
                <a:ext cx="495300" cy="127654"/>
              </a:xfrm>
              <a:custGeom>
                <a:avLst/>
                <a:gdLst/>
                <a:ahLst/>
                <a:cxnLst/>
                <a:rect l="l" t="t" r="r" b="b"/>
                <a:pathLst>
                  <a:path w="495300" h="127654">
                    <a:moveTo>
                      <a:pt x="-554" y="-223"/>
                    </a:moveTo>
                    <a:cubicBezTo>
                      <a:pt x="-554" y="-223"/>
                      <a:pt x="131558" y="241331"/>
                      <a:pt x="494746" y="59880"/>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sp>
            <p:nvSpPr>
              <p:cNvPr id="77" name="Freeform 77"/>
              <p:cNvSpPr/>
              <p:nvPr/>
            </p:nvSpPr>
            <p:spPr>
              <a:xfrm>
                <a:off x="11510306" y="1987730"/>
                <a:ext cx="164972" cy="311372"/>
              </a:xfrm>
              <a:custGeom>
                <a:avLst/>
                <a:gdLst/>
                <a:ahLst/>
                <a:cxnLst/>
                <a:rect l="l" t="t" r="r" b="b"/>
                <a:pathLst>
                  <a:path w="164972" h="311372">
                    <a:moveTo>
                      <a:pt x="164419" y="-223"/>
                    </a:moveTo>
                    <a:cubicBezTo>
                      <a:pt x="164419" y="-223"/>
                      <a:pt x="44595" y="66452"/>
                      <a:pt x="-554" y="311149"/>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grpSp>
        <p:grpSp>
          <p:nvGrpSpPr>
            <p:cNvPr id="78" name="Group 78"/>
            <p:cNvGrpSpPr/>
            <p:nvPr/>
          </p:nvGrpSpPr>
          <p:grpSpPr>
            <a:xfrm>
              <a:off x="4523794" y="2176872"/>
              <a:ext cx="2050630" cy="3497210"/>
              <a:chOff x="11206603" y="1775257"/>
              <a:chExt cx="2649273" cy="4518154"/>
            </a:xfrm>
          </p:grpSpPr>
          <p:sp>
            <p:nvSpPr>
              <p:cNvPr id="79" name="Freeform 79"/>
              <p:cNvSpPr/>
              <p:nvPr/>
            </p:nvSpPr>
            <p:spPr>
              <a:xfrm>
                <a:off x="11206603" y="5909268"/>
                <a:ext cx="587597" cy="384048"/>
              </a:xfrm>
              <a:custGeom>
                <a:avLst/>
                <a:gdLst/>
                <a:ahLst/>
                <a:cxnLst/>
                <a:rect l="l" t="t" r="r" b="b"/>
                <a:pathLst>
                  <a:path w="587597" h="384048">
                    <a:moveTo>
                      <a:pt x="-555" y="348432"/>
                    </a:moveTo>
                    <a:cubicBezTo>
                      <a:pt x="-593" y="360205"/>
                      <a:pt x="35" y="371968"/>
                      <a:pt x="1350" y="383674"/>
                    </a:cubicBezTo>
                    <a:lnTo>
                      <a:pt x="586852" y="383674"/>
                    </a:lnTo>
                    <a:lnTo>
                      <a:pt x="586852" y="348432"/>
                    </a:lnTo>
                    <a:cubicBezTo>
                      <a:pt x="580994" y="251134"/>
                      <a:pt x="562258" y="155046"/>
                      <a:pt x="531130" y="62682"/>
                    </a:cubicBezTo>
                    <a:lnTo>
                      <a:pt x="384255" y="-374"/>
                    </a:lnTo>
                    <a:cubicBezTo>
                      <a:pt x="371301" y="75826"/>
                      <a:pt x="339678" y="122023"/>
                      <a:pt x="298530" y="153455"/>
                    </a:cubicBezTo>
                    <a:cubicBezTo>
                      <a:pt x="287833" y="161542"/>
                      <a:pt x="276670" y="168981"/>
                      <a:pt x="265097" y="175744"/>
                    </a:cubicBezTo>
                    <a:cubicBezTo>
                      <a:pt x="259906" y="178963"/>
                      <a:pt x="254296" y="181468"/>
                      <a:pt x="248428" y="183173"/>
                    </a:cubicBezTo>
                    <a:cubicBezTo>
                      <a:pt x="236313" y="188298"/>
                      <a:pt x="223864" y="192622"/>
                      <a:pt x="211186" y="196127"/>
                    </a:cubicBezTo>
                    <a:cubicBezTo>
                      <a:pt x="159179" y="210986"/>
                      <a:pt x="107078" y="214701"/>
                      <a:pt x="71835" y="220226"/>
                    </a:cubicBezTo>
                    <a:cubicBezTo>
                      <a:pt x="8589" y="231370"/>
                      <a:pt x="-745" y="303665"/>
                      <a:pt x="-745" y="348146"/>
                    </a:cubicBez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80" name="Freeform 80"/>
              <p:cNvSpPr/>
              <p:nvPr/>
            </p:nvSpPr>
            <p:spPr>
              <a:xfrm>
                <a:off x="11206792" y="6258264"/>
                <a:ext cx="587408" cy="35051"/>
              </a:xfrm>
              <a:custGeom>
                <a:avLst/>
                <a:gdLst/>
                <a:ahLst/>
                <a:cxnLst/>
                <a:rect l="l" t="t" r="r" b="b"/>
                <a:pathLst>
                  <a:path w="587408" h="35051">
                    <a:moveTo>
                      <a:pt x="-744" y="-374"/>
                    </a:moveTo>
                    <a:cubicBezTo>
                      <a:pt x="-782" y="11333"/>
                      <a:pt x="-153" y="23039"/>
                      <a:pt x="1161" y="34678"/>
                    </a:cubicBezTo>
                    <a:lnTo>
                      <a:pt x="586663" y="34678"/>
                    </a:lnTo>
                    <a:lnTo>
                      <a:pt x="586663" y="-374"/>
                    </a:lnTo>
                    <a:close/>
                  </a:path>
                </a:pathLst>
              </a:custGeom>
              <a:solidFill>
                <a:srgbClr val="E09C44"/>
              </a:solidFill>
              <a:ln cap="flat">
                <a:prstDash val="solid"/>
              </a:ln>
            </p:spPr>
            <p:txBody>
              <a:bodyPr vert="horz" lIns="91440" tIns="45720" rIns="91440" bIns="45720" anchor="ctr">
                <a:normAutofit/>
              </a:bodyPr>
              <a:lstStyle/>
              <a:p>
                <a:pPr marL="0" algn="l"/>
                <a:endParaRPr/>
              </a:p>
            </p:txBody>
          </p:sp>
          <p:sp>
            <p:nvSpPr>
              <p:cNvPr id="81" name="Freeform 81"/>
              <p:cNvSpPr/>
              <p:nvPr/>
            </p:nvSpPr>
            <p:spPr>
              <a:xfrm>
                <a:off x="13441652" y="5844117"/>
                <a:ext cx="414224" cy="449294"/>
              </a:xfrm>
              <a:custGeom>
                <a:avLst/>
                <a:gdLst/>
                <a:ahLst/>
                <a:cxnLst/>
                <a:rect l="l" t="t" r="r" b="b"/>
                <a:pathLst>
                  <a:path w="414224" h="449294">
                    <a:moveTo>
                      <a:pt x="295" y="413582"/>
                    </a:moveTo>
                    <a:cubicBezTo>
                      <a:pt x="1390" y="425622"/>
                      <a:pt x="3924" y="437481"/>
                      <a:pt x="7819" y="448920"/>
                    </a:cubicBezTo>
                    <a:lnTo>
                      <a:pt x="398344" y="448920"/>
                    </a:lnTo>
                    <a:cubicBezTo>
                      <a:pt x="403964" y="437853"/>
                      <a:pt x="407679" y="425956"/>
                      <a:pt x="409488" y="413678"/>
                    </a:cubicBezTo>
                    <a:cubicBezTo>
                      <a:pt x="448541" y="228036"/>
                      <a:pt x="188128" y="-374"/>
                      <a:pt x="188128" y="-374"/>
                    </a:cubicBezTo>
                    <a:lnTo>
                      <a:pt x="106213" y="109164"/>
                    </a:lnTo>
                    <a:cubicBezTo>
                      <a:pt x="106213" y="109164"/>
                      <a:pt x="115738" y="283662"/>
                      <a:pt x="46682" y="320809"/>
                    </a:cubicBezTo>
                    <a:cubicBezTo>
                      <a:pt x="2105" y="343098"/>
                      <a:pt x="-3515" y="383960"/>
                      <a:pt x="199" y="413678"/>
                    </a:cubicBez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82" name="Freeform 82"/>
              <p:cNvSpPr/>
              <p:nvPr/>
            </p:nvSpPr>
            <p:spPr>
              <a:xfrm>
                <a:off x="13441739" y="6258264"/>
                <a:ext cx="407479" cy="35051"/>
              </a:xfrm>
              <a:custGeom>
                <a:avLst/>
                <a:gdLst/>
                <a:ahLst/>
                <a:cxnLst/>
                <a:rect l="l" t="t" r="r" b="b"/>
                <a:pathLst>
                  <a:path w="407479" h="35051">
                    <a:moveTo>
                      <a:pt x="406448" y="-374"/>
                    </a:moveTo>
                    <a:lnTo>
                      <a:pt x="-745" y="-374"/>
                    </a:lnTo>
                    <a:cubicBezTo>
                      <a:pt x="331" y="11561"/>
                      <a:pt x="2817" y="23334"/>
                      <a:pt x="6684" y="34678"/>
                    </a:cubicBezTo>
                    <a:lnTo>
                      <a:pt x="397209" y="34678"/>
                    </a:lnTo>
                    <a:cubicBezTo>
                      <a:pt x="399305" y="22724"/>
                      <a:pt x="402448" y="10990"/>
                      <a:pt x="406734" y="-374"/>
                    </a:cubicBezTo>
                    <a:close/>
                  </a:path>
                </a:pathLst>
              </a:custGeom>
              <a:solidFill>
                <a:srgbClr val="E09C44"/>
              </a:solidFill>
              <a:ln cap="flat">
                <a:prstDash val="solid"/>
              </a:ln>
            </p:spPr>
            <p:txBody>
              <a:bodyPr vert="horz" lIns="91440" tIns="45720" rIns="91440" bIns="45720" anchor="ctr">
                <a:normAutofit/>
              </a:bodyPr>
              <a:lstStyle/>
              <a:p>
                <a:pPr marL="0" algn="l"/>
                <a:endParaRPr/>
              </a:p>
            </p:txBody>
          </p:sp>
          <p:sp>
            <p:nvSpPr>
              <p:cNvPr id="83" name="Freeform 83"/>
              <p:cNvSpPr/>
              <p:nvPr/>
            </p:nvSpPr>
            <p:spPr>
              <a:xfrm>
                <a:off x="11384435" y="3484870"/>
                <a:ext cx="2380583" cy="2593181"/>
              </a:xfrm>
              <a:custGeom>
                <a:avLst/>
                <a:gdLst/>
                <a:ahLst/>
                <a:cxnLst/>
                <a:rect l="l" t="t" r="r" b="b"/>
                <a:pathLst>
                  <a:path w="2380583" h="2593181">
                    <a:moveTo>
                      <a:pt x="-459" y="1115099"/>
                    </a:moveTo>
                    <a:cubicBezTo>
                      <a:pt x="-459" y="1271214"/>
                      <a:pt x="138986" y="2548135"/>
                      <a:pt x="138986" y="2548135"/>
                    </a:cubicBezTo>
                    <a:cubicBezTo>
                      <a:pt x="222921" y="2555994"/>
                      <a:pt x="307550" y="2550984"/>
                      <a:pt x="389970" y="2533276"/>
                    </a:cubicBezTo>
                    <a:cubicBezTo>
                      <a:pt x="429022" y="1886433"/>
                      <a:pt x="432737" y="1328840"/>
                      <a:pt x="432737" y="1328840"/>
                    </a:cubicBezTo>
                    <a:lnTo>
                      <a:pt x="1100250" y="828873"/>
                    </a:lnTo>
                    <a:lnTo>
                      <a:pt x="1102154" y="826968"/>
                    </a:lnTo>
                    <a:cubicBezTo>
                      <a:pt x="1102154" y="826968"/>
                      <a:pt x="1103964" y="838112"/>
                      <a:pt x="1109584" y="858591"/>
                    </a:cubicBezTo>
                    <a:cubicBezTo>
                      <a:pt x="1143017" y="1005371"/>
                      <a:pt x="1282463" y="1618781"/>
                      <a:pt x="1340089" y="1760037"/>
                    </a:cubicBezTo>
                    <a:cubicBezTo>
                      <a:pt x="1406764" y="1919962"/>
                      <a:pt x="2130664" y="2592808"/>
                      <a:pt x="2130664" y="2592808"/>
                    </a:cubicBezTo>
                    <a:cubicBezTo>
                      <a:pt x="2264014" y="2574234"/>
                      <a:pt x="2379838" y="2477555"/>
                      <a:pt x="2379838" y="2477555"/>
                    </a:cubicBezTo>
                    <a:cubicBezTo>
                      <a:pt x="2119234" y="2046168"/>
                      <a:pt x="1764047" y="1613256"/>
                      <a:pt x="1764047" y="1613256"/>
                    </a:cubicBezTo>
                    <a:cubicBezTo>
                      <a:pt x="1736138" y="1457142"/>
                      <a:pt x="1715755" y="1111384"/>
                      <a:pt x="1704516" y="852971"/>
                    </a:cubicBezTo>
                    <a:lnTo>
                      <a:pt x="1704516" y="841827"/>
                    </a:lnTo>
                    <a:cubicBezTo>
                      <a:pt x="1697086" y="667138"/>
                      <a:pt x="1693371" y="535122"/>
                      <a:pt x="1693371" y="535122"/>
                    </a:cubicBezTo>
                    <a:lnTo>
                      <a:pt x="1816148" y="284043"/>
                    </a:lnTo>
                    <a:lnTo>
                      <a:pt x="1038909" y="-374"/>
                    </a:lnTo>
                    <a:lnTo>
                      <a:pt x="864124" y="222702"/>
                    </a:lnTo>
                    <a:cubicBezTo>
                      <a:pt x="864124" y="222702"/>
                      <a:pt x="825072" y="259849"/>
                      <a:pt x="761826" y="319381"/>
                    </a:cubicBezTo>
                    <a:cubicBezTo>
                      <a:pt x="758111" y="321190"/>
                      <a:pt x="756301" y="324905"/>
                      <a:pt x="752301" y="326810"/>
                    </a:cubicBezTo>
                    <a:cubicBezTo>
                      <a:pt x="517986" y="549790"/>
                      <a:pt x="-745" y="1046138"/>
                      <a:pt x="-745" y="1114908"/>
                    </a:cubicBezTo>
                    <a:close/>
                  </a:path>
                </a:pathLst>
              </a:custGeom>
              <a:solidFill>
                <a:srgbClr val="B7425E"/>
              </a:solidFill>
              <a:ln cap="flat">
                <a:prstDash val="solid"/>
              </a:ln>
            </p:spPr>
            <p:txBody>
              <a:bodyPr vert="horz" lIns="91440" tIns="45720" rIns="91440" bIns="45720" anchor="ctr">
                <a:normAutofit/>
              </a:bodyPr>
              <a:lstStyle/>
              <a:p>
                <a:pPr marL="0" algn="l"/>
                <a:endParaRPr/>
              </a:p>
            </p:txBody>
          </p:sp>
          <p:sp>
            <p:nvSpPr>
              <p:cNvPr id="84" name="Freeform 84"/>
              <p:cNvSpPr/>
              <p:nvPr/>
            </p:nvSpPr>
            <p:spPr>
              <a:xfrm>
                <a:off x="12938325" y="4095898"/>
                <a:ext cx="147751" cy="245745"/>
              </a:xfrm>
              <a:custGeom>
                <a:avLst/>
                <a:gdLst/>
                <a:ahLst/>
                <a:cxnLst/>
                <a:rect l="l" t="t" r="r" b="b"/>
                <a:pathLst>
                  <a:path w="147751" h="245745">
                    <a:moveTo>
                      <a:pt x="147006" y="245372"/>
                    </a:moveTo>
                    <a:lnTo>
                      <a:pt x="147006" y="234132"/>
                    </a:lnTo>
                    <a:cubicBezTo>
                      <a:pt x="-15968" y="144788"/>
                      <a:pt x="11751" y="3341"/>
                      <a:pt x="11751" y="1436"/>
                    </a:cubicBezTo>
                    <a:lnTo>
                      <a:pt x="2226" y="-374"/>
                    </a:lnTo>
                    <a:cubicBezTo>
                      <a:pt x="416" y="1436"/>
                      <a:pt x="-29302" y="154122"/>
                      <a:pt x="146720" y="245372"/>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85" name="Freeform 85"/>
              <p:cNvSpPr/>
              <p:nvPr/>
            </p:nvSpPr>
            <p:spPr>
              <a:xfrm>
                <a:off x="12432625" y="3878252"/>
                <a:ext cx="166627" cy="470344"/>
              </a:xfrm>
              <a:custGeom>
                <a:avLst/>
                <a:gdLst/>
                <a:ahLst/>
                <a:cxnLst/>
                <a:rect l="l" t="t" r="r" b="b"/>
                <a:pathLst>
                  <a:path w="166627" h="470344">
                    <a:moveTo>
                      <a:pt x="60536" y="339859"/>
                    </a:moveTo>
                    <a:cubicBezTo>
                      <a:pt x="54821" y="373063"/>
                      <a:pt x="51125" y="406592"/>
                      <a:pt x="49487" y="440253"/>
                    </a:cubicBezTo>
                    <a:lnTo>
                      <a:pt x="51297" y="438348"/>
                    </a:lnTo>
                    <a:cubicBezTo>
                      <a:pt x="51297" y="438348"/>
                      <a:pt x="53202" y="449587"/>
                      <a:pt x="58726" y="469971"/>
                    </a:cubicBezTo>
                    <a:cubicBezTo>
                      <a:pt x="66061" y="226417"/>
                      <a:pt x="165882" y="83256"/>
                      <a:pt x="165882" y="81446"/>
                    </a:cubicBezTo>
                    <a:lnTo>
                      <a:pt x="156357" y="75826"/>
                    </a:lnTo>
                    <a:cubicBezTo>
                      <a:pt x="154548" y="77731"/>
                      <a:pt x="91683" y="168790"/>
                      <a:pt x="62156" y="326810"/>
                    </a:cubicBezTo>
                    <a:cubicBezTo>
                      <a:pt x="-56145" y="222702"/>
                      <a:pt x="60250" y="7056"/>
                      <a:pt x="60250" y="5151"/>
                    </a:cubicBezTo>
                    <a:lnTo>
                      <a:pt x="50725" y="-374"/>
                    </a:lnTo>
                    <a:cubicBezTo>
                      <a:pt x="50725" y="3341"/>
                      <a:pt x="-71194" y="230131"/>
                      <a:pt x="60250" y="339859"/>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86" name="Freeform 86"/>
              <p:cNvSpPr/>
              <p:nvPr/>
            </p:nvSpPr>
            <p:spPr>
              <a:xfrm>
                <a:off x="12135767" y="3726138"/>
                <a:ext cx="173259" cy="91249"/>
              </a:xfrm>
              <a:custGeom>
                <a:avLst/>
                <a:gdLst/>
                <a:ahLst/>
                <a:cxnLst/>
                <a:rect l="l" t="t" r="r" b="b"/>
                <a:pathLst>
                  <a:path w="173259" h="91249">
                    <a:moveTo>
                      <a:pt x="-745" y="87161"/>
                    </a:moveTo>
                    <a:lnTo>
                      <a:pt x="-745" y="87161"/>
                    </a:lnTo>
                    <a:cubicBezTo>
                      <a:pt x="4579" y="89266"/>
                      <a:pt x="10209" y="90514"/>
                      <a:pt x="15923" y="90876"/>
                    </a:cubicBezTo>
                    <a:cubicBezTo>
                      <a:pt x="73073" y="90876"/>
                      <a:pt x="166990" y="10771"/>
                      <a:pt x="172514" y="7056"/>
                    </a:cubicBezTo>
                    <a:lnTo>
                      <a:pt x="165085" y="-374"/>
                    </a:lnTo>
                    <a:cubicBezTo>
                      <a:pt x="133747" y="25725"/>
                      <a:pt x="47166" y="88971"/>
                      <a:pt x="6684" y="79732"/>
                    </a:cubicBezTo>
                    <a:cubicBezTo>
                      <a:pt x="4779" y="81542"/>
                      <a:pt x="2969" y="85257"/>
                      <a:pt x="-745" y="87161"/>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87" name="Freeform 87"/>
              <p:cNvSpPr/>
              <p:nvPr/>
            </p:nvSpPr>
            <p:spPr>
              <a:xfrm>
                <a:off x="12472857" y="2425356"/>
                <a:ext cx="669321" cy="447725"/>
              </a:xfrm>
              <a:custGeom>
                <a:avLst/>
                <a:gdLst/>
                <a:ahLst/>
                <a:cxnLst/>
                <a:rect l="l" t="t" r="r" b="b"/>
                <a:pathLst>
                  <a:path w="669321" h="447725">
                    <a:moveTo>
                      <a:pt x="668576" y="10819"/>
                    </a:moveTo>
                    <a:cubicBezTo>
                      <a:pt x="668576" y="10819"/>
                      <a:pt x="432261" y="-27281"/>
                      <a:pt x="308150" y="37108"/>
                    </a:cubicBezTo>
                    <a:cubicBezTo>
                      <a:pt x="78979" y="156742"/>
                      <a:pt x="-745" y="316191"/>
                      <a:pt x="-745" y="316191"/>
                    </a:cubicBezTo>
                    <a:lnTo>
                      <a:pt x="245571" y="447350"/>
                    </a:lnTo>
                    <a:cubicBezTo>
                      <a:pt x="247190" y="448207"/>
                      <a:pt x="378921" y="152075"/>
                      <a:pt x="668576" y="10819"/>
                    </a:cubicBezTo>
                    <a:close/>
                  </a:path>
                </a:pathLst>
              </a:custGeom>
              <a:solidFill>
                <a:srgbClr val="5BC099"/>
              </a:solidFill>
              <a:ln cap="flat">
                <a:prstDash val="solid"/>
              </a:ln>
            </p:spPr>
            <p:txBody>
              <a:bodyPr vert="horz" lIns="91440" tIns="45720" rIns="91440" bIns="45720" anchor="ctr">
                <a:normAutofit/>
              </a:bodyPr>
              <a:lstStyle/>
              <a:p>
                <a:pPr marL="0" algn="l"/>
                <a:endParaRPr/>
              </a:p>
            </p:txBody>
          </p:sp>
          <p:sp>
            <p:nvSpPr>
              <p:cNvPr id="88" name="Freeform 88"/>
              <p:cNvSpPr/>
              <p:nvPr/>
            </p:nvSpPr>
            <p:spPr>
              <a:xfrm>
                <a:off x="12215777" y="2436589"/>
                <a:ext cx="1558249" cy="1764694"/>
              </a:xfrm>
              <a:custGeom>
                <a:avLst/>
                <a:gdLst/>
                <a:ahLst/>
                <a:cxnLst/>
                <a:rect l="l" t="t" r="r" b="b"/>
                <a:pathLst>
                  <a:path w="1558249" h="1764694">
                    <a:moveTo>
                      <a:pt x="1281891" y="123792"/>
                    </a:moveTo>
                    <a:cubicBezTo>
                      <a:pt x="1382284" y="177608"/>
                      <a:pt x="1549638" y="380205"/>
                      <a:pt x="1557068" y="504792"/>
                    </a:cubicBezTo>
                    <a:cubicBezTo>
                      <a:pt x="1564497" y="625569"/>
                      <a:pt x="1475248" y="738917"/>
                      <a:pt x="1414193" y="833691"/>
                    </a:cubicBezTo>
                    <a:cubicBezTo>
                      <a:pt x="1224550" y="1130965"/>
                      <a:pt x="1025573" y="1392903"/>
                      <a:pt x="940038" y="1740375"/>
                    </a:cubicBezTo>
                    <a:cubicBezTo>
                      <a:pt x="940038" y="1742280"/>
                      <a:pt x="506842" y="1915064"/>
                      <a:pt x="-745" y="1303749"/>
                    </a:cubicBezTo>
                    <a:cubicBezTo>
                      <a:pt x="-745" y="1303749"/>
                      <a:pt x="285576" y="917224"/>
                      <a:pt x="385969" y="588421"/>
                    </a:cubicBezTo>
                    <a:cubicBezTo>
                      <a:pt x="427803" y="452728"/>
                      <a:pt x="481305" y="320922"/>
                      <a:pt x="545894" y="194468"/>
                    </a:cubicBezTo>
                    <a:cubicBezTo>
                      <a:pt x="615427" y="55212"/>
                      <a:pt x="778304" y="-11749"/>
                      <a:pt x="928894" y="1205"/>
                    </a:cubicBezTo>
                    <a:cubicBezTo>
                      <a:pt x="1055387" y="10730"/>
                      <a:pt x="1183688" y="69976"/>
                      <a:pt x="1282177" y="123887"/>
                    </a:cubicBezTo>
                    <a:close/>
                  </a:path>
                </a:pathLst>
              </a:custGeom>
              <a:solidFill>
                <a:srgbClr val="6ED6AB"/>
              </a:solidFill>
              <a:ln cap="flat">
                <a:prstDash val="solid"/>
              </a:ln>
            </p:spPr>
            <p:txBody>
              <a:bodyPr vert="horz" lIns="91440" tIns="45720" rIns="91440" bIns="45720" anchor="ctr">
                <a:normAutofit/>
              </a:bodyPr>
              <a:lstStyle/>
              <a:p>
                <a:pPr marL="0" algn="l"/>
                <a:endParaRPr/>
              </a:p>
            </p:txBody>
          </p:sp>
          <p:sp>
            <p:nvSpPr>
              <p:cNvPr id="89" name="Freeform 89"/>
              <p:cNvSpPr/>
              <p:nvPr/>
            </p:nvSpPr>
            <p:spPr>
              <a:xfrm>
                <a:off x="13260098" y="2383399"/>
                <a:ext cx="288988" cy="235510"/>
              </a:xfrm>
              <a:custGeom>
                <a:avLst/>
                <a:gdLst/>
                <a:ahLst/>
                <a:cxnLst/>
                <a:rect l="l" t="t" r="r" b="b"/>
                <a:pathLst>
                  <a:path w="288988" h="235510">
                    <a:moveTo>
                      <a:pt x="288243" y="9342"/>
                    </a:moveTo>
                    <a:cubicBezTo>
                      <a:pt x="288243" y="9342"/>
                      <a:pt x="248334" y="128881"/>
                      <a:pt x="248334" y="218892"/>
                    </a:cubicBezTo>
                    <a:cubicBezTo>
                      <a:pt x="248334" y="218892"/>
                      <a:pt x="58976" y="288615"/>
                      <a:pt x="-745" y="139168"/>
                    </a:cubicBezTo>
                    <a:cubicBezTo>
                      <a:pt x="-745" y="139168"/>
                      <a:pt x="73835" y="58967"/>
                      <a:pt x="58976" y="-374"/>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90" name="Freeform 90"/>
              <p:cNvSpPr/>
              <p:nvPr/>
            </p:nvSpPr>
            <p:spPr>
              <a:xfrm>
                <a:off x="12966632" y="3183213"/>
                <a:ext cx="294894" cy="217646"/>
              </a:xfrm>
              <a:custGeom>
                <a:avLst/>
                <a:gdLst/>
                <a:ahLst/>
                <a:cxnLst/>
                <a:rect l="l" t="t" r="r" b="b"/>
                <a:pathLst>
                  <a:path w="294894" h="217646">
                    <a:moveTo>
                      <a:pt x="84599" y="-374"/>
                    </a:moveTo>
                    <a:cubicBezTo>
                      <a:pt x="84599" y="-374"/>
                      <a:pt x="206995" y="34964"/>
                      <a:pt x="236999" y="77731"/>
                    </a:cubicBezTo>
                    <a:cubicBezTo>
                      <a:pt x="268526" y="120499"/>
                      <a:pt x="294149" y="217273"/>
                      <a:pt x="294149" y="217273"/>
                    </a:cubicBezTo>
                    <a:lnTo>
                      <a:pt x="84599" y="217273"/>
                    </a:lnTo>
                    <a:lnTo>
                      <a:pt x="45641" y="144693"/>
                    </a:lnTo>
                    <a:lnTo>
                      <a:pt x="-745" y="48014"/>
                    </a:lnTo>
                    <a:lnTo>
                      <a:pt x="84980" y="-374"/>
                    </a:ln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91" name="Freeform 91"/>
              <p:cNvSpPr/>
              <p:nvPr/>
            </p:nvSpPr>
            <p:spPr>
              <a:xfrm>
                <a:off x="12674120" y="3075581"/>
                <a:ext cx="844867" cy="500725"/>
              </a:xfrm>
              <a:custGeom>
                <a:avLst/>
                <a:gdLst/>
                <a:ahLst/>
                <a:cxnLst/>
                <a:rect l="l" t="t" r="r" b="b"/>
                <a:pathLst>
                  <a:path w="844867" h="500725">
                    <a:moveTo>
                      <a:pt x="710105" y="-374"/>
                    </a:moveTo>
                    <a:cubicBezTo>
                      <a:pt x="710105" y="-374"/>
                      <a:pt x="617046" y="144406"/>
                      <a:pt x="457026" y="229750"/>
                    </a:cubicBezTo>
                    <a:cubicBezTo>
                      <a:pt x="457026" y="229750"/>
                      <a:pt x="257953" y="57157"/>
                      <a:pt x="-745" y="72016"/>
                    </a:cubicBezTo>
                    <a:cubicBezTo>
                      <a:pt x="-745" y="72016"/>
                      <a:pt x="213281" y="456159"/>
                      <a:pt x="397495" y="498832"/>
                    </a:cubicBezTo>
                    <a:cubicBezTo>
                      <a:pt x="494269" y="521120"/>
                      <a:pt x="844122" y="290996"/>
                      <a:pt x="844122" y="290996"/>
                    </a:cubicBezTo>
                    <a:cubicBezTo>
                      <a:pt x="844122" y="290996"/>
                      <a:pt x="775256" y="47823"/>
                      <a:pt x="710105" y="-374"/>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92" name="Freeform 92"/>
              <p:cNvSpPr/>
              <p:nvPr/>
            </p:nvSpPr>
            <p:spPr>
              <a:xfrm>
                <a:off x="13220188" y="2776007"/>
                <a:ext cx="588125" cy="742961"/>
              </a:xfrm>
              <a:custGeom>
                <a:avLst/>
                <a:gdLst/>
                <a:ahLst/>
                <a:cxnLst/>
                <a:rect l="l" t="t" r="r" b="b"/>
                <a:pathLst>
                  <a:path w="588125" h="742961">
                    <a:moveTo>
                      <a:pt x="158704" y="214617"/>
                    </a:moveTo>
                    <a:cubicBezTo>
                      <a:pt x="92029" y="361493"/>
                      <a:pt x="-745" y="433692"/>
                      <a:pt x="-745" y="433692"/>
                    </a:cubicBezTo>
                    <a:cubicBezTo>
                      <a:pt x="-745" y="433692"/>
                      <a:pt x="98886" y="702679"/>
                      <a:pt x="278242" y="742588"/>
                    </a:cubicBezTo>
                    <a:cubicBezTo>
                      <a:pt x="278242" y="742588"/>
                      <a:pt x="776494" y="294151"/>
                      <a:pt x="507890" y="36309"/>
                    </a:cubicBezTo>
                    <a:cubicBezTo>
                      <a:pt x="399210" y="-67704"/>
                      <a:pt x="225664" y="67742"/>
                      <a:pt x="158704" y="214617"/>
                    </a:cubicBezTo>
                    <a:close/>
                  </a:path>
                </a:pathLst>
              </a:custGeom>
              <a:solidFill>
                <a:srgbClr val="5BC099"/>
              </a:solidFill>
              <a:ln cap="flat">
                <a:prstDash val="solid"/>
              </a:ln>
            </p:spPr>
            <p:txBody>
              <a:bodyPr vert="horz" lIns="91440" tIns="45720" rIns="91440" bIns="45720" anchor="ctr">
                <a:normAutofit/>
              </a:bodyPr>
              <a:lstStyle/>
              <a:p>
                <a:pPr marL="0" algn="l"/>
                <a:endParaRPr/>
              </a:p>
            </p:txBody>
          </p:sp>
          <p:sp>
            <p:nvSpPr>
              <p:cNvPr id="93" name="Freeform 93"/>
              <p:cNvSpPr/>
              <p:nvPr/>
            </p:nvSpPr>
            <p:spPr>
              <a:xfrm>
                <a:off x="12367563" y="2770685"/>
                <a:ext cx="765280" cy="473487"/>
              </a:xfrm>
              <a:custGeom>
                <a:avLst/>
                <a:gdLst/>
                <a:ahLst/>
                <a:cxnLst/>
                <a:rect l="l" t="t" r="r" b="b"/>
                <a:pathLst>
                  <a:path w="765280" h="473487">
                    <a:moveTo>
                      <a:pt x="297143" y="73445"/>
                    </a:moveTo>
                    <a:lnTo>
                      <a:pt x="158459" y="-374"/>
                    </a:lnTo>
                    <a:cubicBezTo>
                      <a:pt x="114930" y="63634"/>
                      <a:pt x="-26612" y="280900"/>
                      <a:pt x="3392" y="352051"/>
                    </a:cubicBezTo>
                    <a:cubicBezTo>
                      <a:pt x="25776" y="406058"/>
                      <a:pt x="448209" y="461875"/>
                      <a:pt x="764535" y="473114"/>
                    </a:cubicBezTo>
                    <a:cubicBezTo>
                      <a:pt x="764535" y="473114"/>
                      <a:pt x="643567" y="355766"/>
                      <a:pt x="249042" y="201270"/>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94" name="Freeform 94"/>
              <p:cNvSpPr/>
              <p:nvPr/>
            </p:nvSpPr>
            <p:spPr>
              <a:xfrm>
                <a:off x="12471007" y="2843256"/>
                <a:ext cx="238831" cy="166792"/>
              </a:xfrm>
              <a:custGeom>
                <a:avLst/>
                <a:gdLst/>
                <a:ahLst/>
                <a:cxnLst/>
                <a:rect l="l" t="t" r="r" b="b"/>
                <a:pathLst>
                  <a:path w="238831" h="166792">
                    <a:moveTo>
                      <a:pt x="238086" y="166419"/>
                    </a:moveTo>
                    <a:lnTo>
                      <a:pt x="206463" y="129271"/>
                    </a:lnTo>
                    <a:cubicBezTo>
                      <a:pt x="192080" y="109383"/>
                      <a:pt x="185136" y="85075"/>
                      <a:pt x="186841" y="60596"/>
                    </a:cubicBezTo>
                    <a:cubicBezTo>
                      <a:pt x="190365" y="37736"/>
                      <a:pt x="80828" y="-22081"/>
                      <a:pt x="60825" y="7828"/>
                    </a:cubicBezTo>
                    <a:cubicBezTo>
                      <a:pt x="45966" y="30116"/>
                      <a:pt x="100069" y="12304"/>
                      <a:pt x="121785" y="49452"/>
                    </a:cubicBezTo>
                    <a:cubicBezTo>
                      <a:pt x="121785" y="49452"/>
                      <a:pt x="67874" y="39927"/>
                      <a:pt x="30917" y="47737"/>
                    </a:cubicBezTo>
                    <a:cubicBezTo>
                      <a:pt x="-8136" y="55167"/>
                      <a:pt x="-14994" y="83075"/>
                      <a:pt x="32727" y="80980"/>
                    </a:cubicBezTo>
                    <a:cubicBezTo>
                      <a:pt x="110641" y="77646"/>
                      <a:pt x="119595" y="103268"/>
                      <a:pt x="119595" y="103268"/>
                    </a:cubicBezTo>
                    <a:cubicBezTo>
                      <a:pt x="119595" y="103268"/>
                      <a:pt x="32250" y="97077"/>
                      <a:pt x="40918" y="117460"/>
                    </a:cubicBezTo>
                    <a:cubicBezTo>
                      <a:pt x="56158" y="143464"/>
                      <a:pt x="164267" y="138510"/>
                      <a:pt x="238086" y="166419"/>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95" name="Freeform 95"/>
              <p:cNvSpPr/>
              <p:nvPr/>
            </p:nvSpPr>
            <p:spPr>
              <a:xfrm>
                <a:off x="13178197" y="2030473"/>
                <a:ext cx="120286" cy="186024"/>
              </a:xfrm>
              <a:custGeom>
                <a:avLst/>
                <a:gdLst/>
                <a:ahLst/>
                <a:cxnLst/>
                <a:rect l="l" t="t" r="r" b="b"/>
                <a:pathLst>
                  <a:path w="120286" h="186024">
                    <a:moveTo>
                      <a:pt x="106968" y="177673"/>
                    </a:moveTo>
                    <a:cubicBezTo>
                      <a:pt x="93728" y="195485"/>
                      <a:pt x="27244" y="185769"/>
                      <a:pt x="7623" y="125000"/>
                    </a:cubicBezTo>
                    <a:cubicBezTo>
                      <a:pt x="-31144" y="5461"/>
                      <a:pt x="74869" y="-32829"/>
                      <a:pt x="119541" y="28512"/>
                    </a:cubicBezTo>
                    <a:lnTo>
                      <a:pt x="106968" y="177673"/>
                    </a:ln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96" name="Freeform 96"/>
              <p:cNvSpPr/>
              <p:nvPr/>
            </p:nvSpPr>
            <p:spPr>
              <a:xfrm>
                <a:off x="13239722" y="1893633"/>
                <a:ext cx="539938" cy="553249"/>
              </a:xfrm>
              <a:custGeom>
                <a:avLst/>
                <a:gdLst/>
                <a:ahLst/>
                <a:cxnLst/>
                <a:rect l="l" t="t" r="r" b="b"/>
                <a:pathLst>
                  <a:path w="539938" h="553249">
                    <a:moveTo>
                      <a:pt x="533600" y="282414"/>
                    </a:moveTo>
                    <a:cubicBezTo>
                      <a:pt x="512549" y="229265"/>
                      <a:pt x="452828" y="221073"/>
                      <a:pt x="410727" y="257364"/>
                    </a:cubicBezTo>
                    <a:lnTo>
                      <a:pt x="454923" y="94105"/>
                    </a:lnTo>
                    <a:cubicBezTo>
                      <a:pt x="426348" y="64673"/>
                      <a:pt x="395868" y="43623"/>
                      <a:pt x="331098" y="26096"/>
                    </a:cubicBezTo>
                    <a:cubicBezTo>
                      <a:pt x="88401" y="-39245"/>
                      <a:pt x="60017" y="36955"/>
                      <a:pt x="60017" y="36955"/>
                    </a:cubicBezTo>
                    <a:cubicBezTo>
                      <a:pt x="60017" y="36955"/>
                      <a:pt x="60017" y="91152"/>
                      <a:pt x="8201" y="280604"/>
                    </a:cubicBezTo>
                    <a:cubicBezTo>
                      <a:pt x="-13421" y="360710"/>
                      <a:pt x="-3229" y="483487"/>
                      <a:pt x="122501" y="532541"/>
                    </a:cubicBezTo>
                    <a:cubicBezTo>
                      <a:pt x="146742" y="541961"/>
                      <a:pt x="172040" y="548362"/>
                      <a:pt x="197844" y="551591"/>
                    </a:cubicBezTo>
                    <a:cubicBezTo>
                      <a:pt x="273387" y="560563"/>
                      <a:pt x="346615" y="521939"/>
                      <a:pt x="381867" y="454531"/>
                    </a:cubicBezTo>
                    <a:cubicBezTo>
                      <a:pt x="389743" y="439520"/>
                      <a:pt x="393582" y="422708"/>
                      <a:pt x="393011" y="405763"/>
                    </a:cubicBezTo>
                    <a:lnTo>
                      <a:pt x="393011" y="405763"/>
                    </a:lnTo>
                    <a:cubicBezTo>
                      <a:pt x="422443" y="420908"/>
                      <a:pt x="452828" y="420908"/>
                      <a:pt x="490261" y="393095"/>
                    </a:cubicBezTo>
                    <a:cubicBezTo>
                      <a:pt x="538934" y="356900"/>
                      <a:pt x="546554" y="314799"/>
                      <a:pt x="533600" y="281938"/>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97" name="Freeform 97"/>
              <p:cNvSpPr/>
              <p:nvPr/>
            </p:nvSpPr>
            <p:spPr>
              <a:xfrm>
                <a:off x="13401426" y="2120318"/>
                <a:ext cx="68887" cy="124692"/>
              </a:xfrm>
              <a:custGeom>
                <a:avLst/>
                <a:gdLst/>
                <a:ahLst/>
                <a:cxnLst/>
                <a:rect l="l" t="t" r="r" b="b"/>
                <a:pathLst>
                  <a:path w="68887" h="124692">
                    <a:moveTo>
                      <a:pt x="33377" y="-374"/>
                    </a:moveTo>
                    <a:cubicBezTo>
                      <a:pt x="33377" y="-374"/>
                      <a:pt x="-20916" y="86685"/>
                      <a:pt x="7468" y="118117"/>
                    </a:cubicBezTo>
                    <a:cubicBezTo>
                      <a:pt x="26518" y="138786"/>
                      <a:pt x="68142" y="101163"/>
                      <a:pt x="68142" y="101163"/>
                    </a:cubicBezTo>
                  </a:path>
                </a:pathLst>
              </a:custGeom>
              <a:solidFill>
                <a:srgbClr val="EF9086"/>
              </a:solidFill>
              <a:ln cap="flat">
                <a:prstDash val="solid"/>
              </a:ln>
            </p:spPr>
            <p:txBody>
              <a:bodyPr vert="horz" lIns="91440" tIns="45720" rIns="91440" bIns="45720" anchor="ctr">
                <a:normAutofit/>
              </a:bodyPr>
              <a:lstStyle/>
              <a:p>
                <a:pPr marL="0" algn="l"/>
                <a:endParaRPr/>
              </a:p>
            </p:txBody>
          </p:sp>
          <p:sp>
            <p:nvSpPr>
              <p:cNvPr id="98" name="Freeform 98"/>
              <p:cNvSpPr/>
              <p:nvPr/>
            </p:nvSpPr>
            <p:spPr>
              <a:xfrm>
                <a:off x="13318424" y="2094309"/>
                <a:ext cx="38184" cy="48590"/>
              </a:xfrm>
              <a:custGeom>
                <a:avLst/>
                <a:gdLst/>
                <a:ahLst/>
                <a:cxnLst/>
                <a:rect l="l" t="t" r="r" b="b"/>
                <a:pathLst>
                  <a:path w="38184" h="48590">
                    <a:moveTo>
                      <a:pt x="24844" y="109"/>
                    </a:moveTo>
                    <a:cubicBezTo>
                      <a:pt x="34369" y="2776"/>
                      <a:pt x="39893" y="15634"/>
                      <a:pt x="36369" y="28684"/>
                    </a:cubicBezTo>
                    <a:cubicBezTo>
                      <a:pt x="32845" y="41733"/>
                      <a:pt x="21796" y="50401"/>
                      <a:pt x="11890" y="47734"/>
                    </a:cubicBezTo>
                    <a:cubicBezTo>
                      <a:pt x="1984" y="45067"/>
                      <a:pt x="-3160" y="32208"/>
                      <a:pt x="365" y="19159"/>
                    </a:cubicBezTo>
                    <a:cubicBezTo>
                      <a:pt x="3889" y="6109"/>
                      <a:pt x="14938" y="-2558"/>
                      <a:pt x="24844" y="109"/>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99" name="Freeform 99"/>
              <p:cNvSpPr/>
              <p:nvPr/>
            </p:nvSpPr>
            <p:spPr>
              <a:xfrm>
                <a:off x="13510388" y="2118384"/>
                <a:ext cx="38149" cy="48613"/>
              </a:xfrm>
              <a:custGeom>
                <a:avLst/>
                <a:gdLst/>
                <a:ahLst/>
                <a:cxnLst/>
                <a:rect l="l" t="t" r="r" b="b"/>
                <a:pathLst>
                  <a:path w="38149" h="48613">
                    <a:moveTo>
                      <a:pt x="24808" y="132"/>
                    </a:moveTo>
                    <a:cubicBezTo>
                      <a:pt x="34333" y="2799"/>
                      <a:pt x="39858" y="15658"/>
                      <a:pt x="36334" y="28707"/>
                    </a:cubicBezTo>
                    <a:cubicBezTo>
                      <a:pt x="32810" y="41756"/>
                      <a:pt x="21856" y="50424"/>
                      <a:pt x="11855" y="47757"/>
                    </a:cubicBezTo>
                    <a:cubicBezTo>
                      <a:pt x="1853" y="45090"/>
                      <a:pt x="-3195" y="32136"/>
                      <a:pt x="424" y="19182"/>
                    </a:cubicBezTo>
                    <a:cubicBezTo>
                      <a:pt x="4044" y="6228"/>
                      <a:pt x="14903" y="-2630"/>
                      <a:pt x="24808" y="132"/>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00" name="Freeform 100"/>
              <p:cNvSpPr/>
              <p:nvPr/>
            </p:nvSpPr>
            <p:spPr>
              <a:xfrm>
                <a:off x="13241524" y="2026021"/>
                <a:ext cx="187261" cy="187261"/>
              </a:xfrm>
              <a:custGeom>
                <a:avLst/>
                <a:gdLst/>
                <a:ahLst/>
                <a:cxnLst/>
                <a:rect l="l" t="t" r="r" b="b"/>
                <a:pathLst>
                  <a:path w="187261" h="187261">
                    <a:moveTo>
                      <a:pt x="92885" y="186888"/>
                    </a:moveTo>
                    <a:cubicBezTo>
                      <a:pt x="41174" y="186888"/>
                      <a:pt x="-745" y="144968"/>
                      <a:pt x="-745" y="93257"/>
                    </a:cubicBezTo>
                    <a:cubicBezTo>
                      <a:pt x="-745" y="41546"/>
                      <a:pt x="41174" y="-374"/>
                      <a:pt x="92885" y="-374"/>
                    </a:cubicBezTo>
                    <a:cubicBezTo>
                      <a:pt x="144596" y="-374"/>
                      <a:pt x="186516" y="41546"/>
                      <a:pt x="186516" y="93257"/>
                    </a:cubicBezTo>
                    <a:cubicBezTo>
                      <a:pt x="186468" y="144949"/>
                      <a:pt x="144577" y="186840"/>
                      <a:pt x="92885" y="186888"/>
                    </a:cubicBezTo>
                    <a:close/>
                    <a:moveTo>
                      <a:pt x="92885" y="7818"/>
                    </a:moveTo>
                    <a:cubicBezTo>
                      <a:pt x="45536" y="7818"/>
                      <a:pt x="7160" y="46194"/>
                      <a:pt x="7160" y="93543"/>
                    </a:cubicBezTo>
                    <a:cubicBezTo>
                      <a:pt x="7160" y="140892"/>
                      <a:pt x="45536" y="179268"/>
                      <a:pt x="92885" y="179268"/>
                    </a:cubicBezTo>
                    <a:cubicBezTo>
                      <a:pt x="140234" y="179268"/>
                      <a:pt x="178610" y="140892"/>
                      <a:pt x="178610" y="93543"/>
                    </a:cubicBezTo>
                    <a:cubicBezTo>
                      <a:pt x="178610" y="46194"/>
                      <a:pt x="140234" y="7818"/>
                      <a:pt x="92885" y="7818"/>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01" name="Freeform 101"/>
              <p:cNvSpPr/>
              <p:nvPr/>
            </p:nvSpPr>
            <p:spPr>
              <a:xfrm>
                <a:off x="13447263" y="2048499"/>
                <a:ext cx="199644" cy="199645"/>
              </a:xfrm>
              <a:custGeom>
                <a:avLst/>
                <a:gdLst/>
                <a:ahLst/>
                <a:cxnLst/>
                <a:rect l="l" t="t" r="r" b="b"/>
                <a:pathLst>
                  <a:path w="199644" h="199645">
                    <a:moveTo>
                      <a:pt x="99458" y="199271"/>
                    </a:moveTo>
                    <a:cubicBezTo>
                      <a:pt x="44328" y="199481"/>
                      <a:pt x="-535" y="154961"/>
                      <a:pt x="-745" y="99830"/>
                    </a:cubicBezTo>
                    <a:cubicBezTo>
                      <a:pt x="-954" y="44699"/>
                      <a:pt x="43565" y="-163"/>
                      <a:pt x="98696" y="-373"/>
                    </a:cubicBezTo>
                    <a:cubicBezTo>
                      <a:pt x="153827" y="-582"/>
                      <a:pt x="198709" y="43937"/>
                      <a:pt x="198899" y="99068"/>
                    </a:cubicBezTo>
                    <a:cubicBezTo>
                      <a:pt x="198899" y="99192"/>
                      <a:pt x="198899" y="99325"/>
                      <a:pt x="198899" y="99449"/>
                    </a:cubicBezTo>
                    <a:cubicBezTo>
                      <a:pt x="198899" y="154428"/>
                      <a:pt x="154436" y="199062"/>
                      <a:pt x="99458" y="199271"/>
                    </a:cubicBezTo>
                    <a:close/>
                    <a:moveTo>
                      <a:pt x="99458" y="8771"/>
                    </a:moveTo>
                    <a:cubicBezTo>
                      <a:pt x="49119" y="8562"/>
                      <a:pt x="8133" y="49205"/>
                      <a:pt x="7923" y="99544"/>
                    </a:cubicBezTo>
                    <a:cubicBezTo>
                      <a:pt x="7713" y="149884"/>
                      <a:pt x="48356" y="190870"/>
                      <a:pt x="98696" y="191080"/>
                    </a:cubicBezTo>
                    <a:cubicBezTo>
                      <a:pt x="149036" y="191289"/>
                      <a:pt x="190041" y="150646"/>
                      <a:pt x="190231" y="100306"/>
                    </a:cubicBezTo>
                    <a:cubicBezTo>
                      <a:pt x="190231" y="100145"/>
                      <a:pt x="190231" y="99992"/>
                      <a:pt x="190231" y="99830"/>
                    </a:cubicBezTo>
                    <a:cubicBezTo>
                      <a:pt x="190422" y="49538"/>
                      <a:pt x="149845" y="8600"/>
                      <a:pt x="99553" y="8390"/>
                    </a:cubicBezTo>
                    <a:cubicBezTo>
                      <a:pt x="99525" y="8390"/>
                      <a:pt x="99487" y="8390"/>
                      <a:pt x="99458" y="8390"/>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02" name="Freeform 102"/>
              <p:cNvSpPr/>
              <p:nvPr/>
            </p:nvSpPr>
            <p:spPr>
              <a:xfrm>
                <a:off x="13234563" y="1775257"/>
                <a:ext cx="533231" cy="386388"/>
              </a:xfrm>
              <a:custGeom>
                <a:avLst/>
                <a:gdLst/>
                <a:ahLst/>
                <a:cxnLst/>
                <a:rect l="l" t="t" r="r" b="b"/>
                <a:pathLst>
                  <a:path w="533231" h="386388">
                    <a:moveTo>
                      <a:pt x="491133" y="183049"/>
                    </a:moveTo>
                    <a:cubicBezTo>
                      <a:pt x="481037" y="100181"/>
                      <a:pt x="435317" y="13503"/>
                      <a:pt x="291775" y="1026"/>
                    </a:cubicBezTo>
                    <a:cubicBezTo>
                      <a:pt x="208241" y="-6213"/>
                      <a:pt x="152805" y="15408"/>
                      <a:pt x="116134" y="47984"/>
                    </a:cubicBezTo>
                    <a:cubicBezTo>
                      <a:pt x="57650" y="28934"/>
                      <a:pt x="19074" y="85227"/>
                      <a:pt x="4501" y="129137"/>
                    </a:cubicBezTo>
                    <a:cubicBezTo>
                      <a:pt x="-10072" y="173047"/>
                      <a:pt x="4501" y="215338"/>
                      <a:pt x="63556" y="234674"/>
                    </a:cubicBezTo>
                    <a:cubicBezTo>
                      <a:pt x="93017" y="245133"/>
                      <a:pt x="125278" y="244523"/>
                      <a:pt x="154329" y="232959"/>
                    </a:cubicBezTo>
                    <a:cubicBezTo>
                      <a:pt x="174703" y="239856"/>
                      <a:pt x="195554" y="245237"/>
                      <a:pt x="216718" y="249057"/>
                    </a:cubicBezTo>
                    <a:cubicBezTo>
                      <a:pt x="268534" y="259877"/>
                      <a:pt x="321702" y="262639"/>
                      <a:pt x="374357" y="257248"/>
                    </a:cubicBezTo>
                    <a:cubicBezTo>
                      <a:pt x="402360" y="285576"/>
                      <a:pt x="417791" y="324009"/>
                      <a:pt x="417028" y="363833"/>
                    </a:cubicBezTo>
                    <a:lnTo>
                      <a:pt x="417028" y="363833"/>
                    </a:lnTo>
                    <a:cubicBezTo>
                      <a:pt x="414933" y="373768"/>
                      <a:pt x="421315" y="383521"/>
                      <a:pt x="431221" y="385617"/>
                    </a:cubicBezTo>
                    <a:cubicBezTo>
                      <a:pt x="438174" y="387093"/>
                      <a:pt x="445413" y="384398"/>
                      <a:pt x="449700" y="378692"/>
                    </a:cubicBezTo>
                    <a:lnTo>
                      <a:pt x="476655" y="342021"/>
                    </a:lnTo>
                    <a:cubicBezTo>
                      <a:pt x="480275" y="329486"/>
                      <a:pt x="483323" y="316770"/>
                      <a:pt x="485609" y="303921"/>
                    </a:cubicBezTo>
                    <a:cubicBezTo>
                      <a:pt x="519613" y="294558"/>
                      <a:pt x="539520" y="259420"/>
                      <a:pt x="530186" y="225444"/>
                    </a:cubicBezTo>
                    <a:cubicBezTo>
                      <a:pt x="524757" y="205756"/>
                      <a:pt x="510279" y="189859"/>
                      <a:pt x="491133" y="182667"/>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03" name="Freeform 103"/>
              <p:cNvSpPr/>
              <p:nvPr/>
            </p:nvSpPr>
            <p:spPr>
              <a:xfrm>
                <a:off x="13349278" y="2272745"/>
                <a:ext cx="105320" cy="73101"/>
              </a:xfrm>
              <a:custGeom>
                <a:avLst/>
                <a:gdLst/>
                <a:ahLst/>
                <a:cxnLst/>
                <a:rect l="l" t="t" r="r" b="b"/>
                <a:pathLst>
                  <a:path w="105320" h="73101">
                    <a:moveTo>
                      <a:pt x="9611" y="-20"/>
                    </a:moveTo>
                    <a:cubicBezTo>
                      <a:pt x="5039" y="-1734"/>
                      <a:pt x="943" y="3028"/>
                      <a:pt x="86" y="8934"/>
                    </a:cubicBezTo>
                    <a:cubicBezTo>
                      <a:pt x="-2963" y="35508"/>
                      <a:pt x="1419" y="61607"/>
                      <a:pt x="29423" y="70180"/>
                    </a:cubicBezTo>
                    <a:cubicBezTo>
                      <a:pt x="60398" y="79457"/>
                      <a:pt x="93173" y="62645"/>
                      <a:pt x="103718" y="32080"/>
                    </a:cubicBezTo>
                    <a:cubicBezTo>
                      <a:pt x="105908" y="26460"/>
                      <a:pt x="103718" y="20364"/>
                      <a:pt x="99241" y="19983"/>
                    </a:cubicBezTo>
                    <a:lnTo>
                      <a:pt x="70666" y="17411"/>
                    </a:lnTo>
                    <a:cubicBezTo>
                      <a:pt x="58712" y="16354"/>
                      <a:pt x="46958" y="13696"/>
                      <a:pt x="35709" y="9505"/>
                    </a:cubicBezTo>
                    <a:lnTo>
                      <a:pt x="9515" y="-20"/>
                    </a:lnTo>
                    <a:close/>
                  </a:path>
                </a:pathLst>
              </a:custGeom>
              <a:solidFill>
                <a:srgbClr val="F34A56"/>
              </a:solidFill>
              <a:ln cap="flat">
                <a:prstDash val="solid"/>
              </a:ln>
            </p:spPr>
            <p:txBody>
              <a:bodyPr vert="horz" lIns="91440" tIns="45720" rIns="91440" bIns="45720" anchor="ctr">
                <a:normAutofit/>
              </a:bodyPr>
              <a:lstStyle/>
              <a:p>
                <a:pPr marL="0" algn="l"/>
                <a:endParaRPr/>
              </a:p>
            </p:txBody>
          </p:sp>
          <p:sp>
            <p:nvSpPr>
              <p:cNvPr id="104" name="Freeform 104"/>
              <p:cNvSpPr/>
              <p:nvPr/>
            </p:nvSpPr>
            <p:spPr>
              <a:xfrm rot="17129999">
                <a:off x="13434433" y="2118268"/>
                <a:ext cx="8667" cy="29622"/>
              </a:xfrm>
              <a:custGeom>
                <a:avLst/>
                <a:gdLst/>
                <a:ahLst/>
                <a:cxnLst/>
                <a:rect l="l" t="t" r="r" b="b"/>
                <a:pathLst>
                  <a:path w="8667" h="29622">
                    <a:moveTo>
                      <a:pt x="-745" y="-374"/>
                    </a:moveTo>
                    <a:lnTo>
                      <a:pt x="7922" y="-374"/>
                    </a:lnTo>
                    <a:lnTo>
                      <a:pt x="7922" y="29249"/>
                    </a:lnTo>
                    <a:lnTo>
                      <a:pt x="-745" y="29249"/>
                    </a:ln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05" name="Freeform 105"/>
              <p:cNvSpPr/>
              <p:nvPr/>
            </p:nvSpPr>
            <p:spPr>
              <a:xfrm>
                <a:off x="13255335" y="2512653"/>
                <a:ext cx="293751" cy="110144"/>
              </a:xfrm>
              <a:custGeom>
                <a:avLst/>
                <a:gdLst/>
                <a:ahLst/>
                <a:cxnLst/>
                <a:rect l="l" t="t" r="r" b="b"/>
                <a:pathLst>
                  <a:path w="293751" h="110144">
                    <a:moveTo>
                      <a:pt x="-745" y="-374"/>
                    </a:moveTo>
                    <a:cubicBezTo>
                      <a:pt x="-745" y="-374"/>
                      <a:pt x="78598" y="184887"/>
                      <a:pt x="293006" y="74874"/>
                    </a:cubicBezTo>
                  </a:path>
                </a:pathLst>
              </a:custGeom>
              <a:noFill/>
              <a:ln w="9525" cap="flat">
                <a:solidFill>
                  <a:srgbClr val="FFFFFF"/>
                </a:solidFill>
                <a:prstDash val="solid"/>
              </a:ln>
            </p:spPr>
            <p:txBody>
              <a:bodyPr vert="horz" lIns="91440" tIns="45720" rIns="91440" bIns="45720" anchor="ctr">
                <a:normAutofit/>
              </a:bodyPr>
              <a:lstStyle/>
              <a:p>
                <a:pPr marL="0" algn="l"/>
                <a:endParaRPr/>
              </a:p>
            </p:txBody>
          </p:sp>
        </p:grpSp>
        <p:grpSp>
          <p:nvGrpSpPr>
            <p:cNvPr id="106" name="Group 106"/>
            <p:cNvGrpSpPr/>
            <p:nvPr/>
          </p:nvGrpSpPr>
          <p:grpSpPr>
            <a:xfrm>
              <a:off x="7034359" y="2003646"/>
              <a:ext cx="2094579" cy="3670435"/>
              <a:chOff x="13824623" y="1546795"/>
              <a:chExt cx="2706052" cy="4741949"/>
            </a:xfrm>
          </p:grpSpPr>
          <p:sp>
            <p:nvSpPr>
              <p:cNvPr id="107" name="Freeform 107"/>
              <p:cNvSpPr/>
              <p:nvPr/>
            </p:nvSpPr>
            <p:spPr>
              <a:xfrm>
                <a:off x="14726258" y="3595836"/>
                <a:ext cx="1411224" cy="2127217"/>
              </a:xfrm>
              <a:custGeom>
                <a:avLst/>
                <a:gdLst/>
                <a:ahLst/>
                <a:cxnLst/>
                <a:rect l="l" t="t" r="r" b="b"/>
                <a:pathLst>
                  <a:path w="1411224" h="2127217">
                    <a:moveTo>
                      <a:pt x="-1085" y="285971"/>
                    </a:moveTo>
                    <a:cubicBezTo>
                      <a:pt x="-1085" y="285971"/>
                      <a:pt x="149506" y="583532"/>
                      <a:pt x="463735" y="962913"/>
                    </a:cubicBezTo>
                    <a:cubicBezTo>
                      <a:pt x="463735" y="962913"/>
                      <a:pt x="495359" y="1414684"/>
                      <a:pt x="1322701" y="2126868"/>
                    </a:cubicBezTo>
                    <a:lnTo>
                      <a:pt x="1410139" y="2058098"/>
                    </a:lnTo>
                    <a:cubicBezTo>
                      <a:pt x="1410139" y="2058098"/>
                      <a:pt x="917411" y="1286573"/>
                      <a:pt x="818828" y="1050257"/>
                    </a:cubicBezTo>
                    <a:cubicBezTo>
                      <a:pt x="720244" y="813942"/>
                      <a:pt x="872740" y="596581"/>
                      <a:pt x="420968" y="-350"/>
                    </a:cubicBezTo>
                    <a:lnTo>
                      <a:pt x="-1085" y="285971"/>
                    </a:ln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08" name="Freeform 108"/>
              <p:cNvSpPr/>
              <p:nvPr/>
            </p:nvSpPr>
            <p:spPr>
              <a:xfrm>
                <a:off x="14835987" y="3295417"/>
                <a:ext cx="556641" cy="876776"/>
              </a:xfrm>
              <a:custGeom>
                <a:avLst/>
                <a:gdLst/>
                <a:ahLst/>
                <a:cxnLst/>
                <a:rect l="l" t="t" r="r" b="b"/>
                <a:pathLst>
                  <a:path w="556641" h="876776">
                    <a:moveTo>
                      <a:pt x="339815" y="-350"/>
                    </a:moveTo>
                    <a:cubicBezTo>
                      <a:pt x="469927" y="249205"/>
                      <a:pt x="496121" y="541527"/>
                      <a:pt x="496121" y="541527"/>
                    </a:cubicBezTo>
                    <a:lnTo>
                      <a:pt x="555557" y="692403"/>
                    </a:lnTo>
                    <a:cubicBezTo>
                      <a:pt x="555557" y="692403"/>
                      <a:pt x="242279" y="835278"/>
                      <a:pt x="-1085" y="876426"/>
                    </a:cubicBezTo>
                    <a:lnTo>
                      <a:pt x="5679" y="588105"/>
                    </a:lnTo>
                    <a:lnTo>
                      <a:pt x="339815" y="-350"/>
                    </a:lnTo>
                    <a:close/>
                  </a:path>
                </a:pathLst>
              </a:custGeom>
              <a:solidFill>
                <a:srgbClr val="10132B"/>
              </a:solidFill>
              <a:ln cap="flat">
                <a:prstDash val="solid"/>
              </a:ln>
            </p:spPr>
            <p:txBody>
              <a:bodyPr vert="horz" lIns="91440" tIns="45720" rIns="91440" bIns="45720" anchor="ctr">
                <a:normAutofit/>
              </a:bodyPr>
              <a:lstStyle/>
              <a:p>
                <a:pPr marL="0" algn="l"/>
                <a:endParaRPr/>
              </a:p>
            </p:txBody>
          </p:sp>
          <p:sp>
            <p:nvSpPr>
              <p:cNvPr id="109" name="Freeform 109"/>
              <p:cNvSpPr/>
              <p:nvPr/>
            </p:nvSpPr>
            <p:spPr>
              <a:xfrm>
                <a:off x="14297364" y="3770620"/>
                <a:ext cx="685689" cy="2262949"/>
              </a:xfrm>
              <a:custGeom>
                <a:avLst/>
                <a:gdLst/>
                <a:ahLst/>
                <a:cxnLst/>
                <a:rect l="l" t="t" r="r" b="b"/>
                <a:pathLst>
                  <a:path w="685689" h="2262949">
                    <a:moveTo>
                      <a:pt x="180065" y="-350"/>
                    </a:moveTo>
                    <a:cubicBezTo>
                      <a:pt x="180065" y="-350"/>
                      <a:pt x="115200" y="326929"/>
                      <a:pt x="126249" y="817752"/>
                    </a:cubicBezTo>
                    <a:cubicBezTo>
                      <a:pt x="126249" y="817752"/>
                      <a:pt x="-127783" y="1193418"/>
                      <a:pt x="81767" y="2262600"/>
                    </a:cubicBezTo>
                    <a:lnTo>
                      <a:pt x="191209" y="2262600"/>
                    </a:lnTo>
                    <a:cubicBezTo>
                      <a:pt x="191209" y="2262600"/>
                      <a:pt x="280267" y="1351438"/>
                      <a:pt x="348848" y="1105979"/>
                    </a:cubicBezTo>
                    <a:cubicBezTo>
                      <a:pt x="417523" y="858329"/>
                      <a:pt x="671650" y="784319"/>
                      <a:pt x="684604" y="33083"/>
                    </a:cubicBezTo>
                    <a:lnTo>
                      <a:pt x="179779" y="-350"/>
                    </a:ln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110" name="Freeform 110"/>
              <p:cNvSpPr/>
              <p:nvPr/>
            </p:nvSpPr>
            <p:spPr>
              <a:xfrm>
                <a:off x="14411711" y="3270748"/>
                <a:ext cx="782510" cy="874254"/>
              </a:xfrm>
              <a:custGeom>
                <a:avLst/>
                <a:gdLst/>
                <a:ahLst/>
                <a:cxnLst/>
                <a:rect l="l" t="t" r="r" b="b"/>
                <a:pathLst>
                  <a:path w="782510" h="874254">
                    <a:moveTo>
                      <a:pt x="-290" y="849089"/>
                    </a:moveTo>
                    <a:cubicBezTo>
                      <a:pt x="-290" y="849089"/>
                      <a:pt x="206307" y="886332"/>
                      <a:pt x="572925" y="869568"/>
                    </a:cubicBezTo>
                    <a:lnTo>
                      <a:pt x="578449" y="828610"/>
                    </a:lnTo>
                    <a:lnTo>
                      <a:pt x="580354" y="817466"/>
                    </a:lnTo>
                    <a:lnTo>
                      <a:pt x="617597" y="550766"/>
                    </a:lnTo>
                    <a:cubicBezTo>
                      <a:pt x="644933" y="515400"/>
                      <a:pt x="668651" y="477328"/>
                      <a:pt x="688273" y="437133"/>
                    </a:cubicBezTo>
                    <a:cubicBezTo>
                      <a:pt x="691987" y="429703"/>
                      <a:pt x="697798" y="420369"/>
                      <a:pt x="701322" y="411129"/>
                    </a:cubicBezTo>
                    <a:cubicBezTo>
                      <a:pt x="749708" y="306831"/>
                      <a:pt x="812382" y="182529"/>
                      <a:pt x="763996" y="23843"/>
                    </a:cubicBezTo>
                    <a:lnTo>
                      <a:pt x="669698" y="-350"/>
                    </a:lnTo>
                    <a:lnTo>
                      <a:pt x="658555" y="-350"/>
                    </a:lnTo>
                    <a:lnTo>
                      <a:pt x="399855" y="10794"/>
                    </a:lnTo>
                    <a:lnTo>
                      <a:pt x="388615" y="10794"/>
                    </a:lnTo>
                    <a:lnTo>
                      <a:pt x="302890" y="14509"/>
                    </a:lnTo>
                    <a:lnTo>
                      <a:pt x="289841" y="14509"/>
                    </a:lnTo>
                    <a:lnTo>
                      <a:pt x="229453" y="13747"/>
                    </a:lnTo>
                    <a:cubicBezTo>
                      <a:pt x="229453" y="13747"/>
                      <a:pt x="-45152" y="267683"/>
                      <a:pt x="5045" y="733170"/>
                    </a:cubicBezTo>
                    <a:lnTo>
                      <a:pt x="1330" y="798416"/>
                    </a:lnTo>
                    <a:lnTo>
                      <a:pt x="1330" y="809560"/>
                    </a:lnTo>
                    <a:lnTo>
                      <a:pt x="-481" y="848613"/>
                    </a:lnTo>
                    <a:close/>
                  </a:path>
                </a:pathLst>
              </a:custGeom>
              <a:solidFill>
                <a:srgbClr val="1D2044"/>
              </a:solidFill>
              <a:ln cap="flat">
                <a:prstDash val="solid"/>
              </a:ln>
            </p:spPr>
            <p:txBody>
              <a:bodyPr vert="horz" lIns="91440" tIns="45720" rIns="91440" bIns="45720" anchor="ctr">
                <a:normAutofit/>
              </a:bodyPr>
              <a:lstStyle/>
              <a:p>
                <a:pPr marL="0" algn="l"/>
                <a:endParaRPr/>
              </a:p>
            </p:txBody>
          </p:sp>
          <p:sp>
            <p:nvSpPr>
              <p:cNvPr id="111" name="Freeform 111"/>
              <p:cNvSpPr/>
              <p:nvPr/>
            </p:nvSpPr>
            <p:spPr>
              <a:xfrm>
                <a:off x="15069540" y="3265128"/>
                <a:ext cx="51625" cy="444626"/>
              </a:xfrm>
              <a:custGeom>
                <a:avLst/>
                <a:gdLst/>
                <a:ahLst/>
                <a:cxnLst/>
                <a:rect l="l" t="t" r="r" b="b"/>
                <a:pathLst>
                  <a:path w="51625" h="444626">
                    <a:moveTo>
                      <a:pt x="439" y="7080"/>
                    </a:moveTo>
                    <a:cubicBezTo>
                      <a:pt x="7964" y="27558"/>
                      <a:pt x="57112" y="185673"/>
                      <a:pt x="32538" y="444277"/>
                    </a:cubicBezTo>
                    <a:cubicBezTo>
                      <a:pt x="36348" y="436848"/>
                      <a:pt x="42063" y="427513"/>
                      <a:pt x="45778" y="418274"/>
                    </a:cubicBezTo>
                    <a:cubicBezTo>
                      <a:pt x="64828" y="181959"/>
                      <a:pt x="21203" y="34988"/>
                      <a:pt x="11773" y="5175"/>
                    </a:cubicBezTo>
                    <a:cubicBezTo>
                      <a:pt x="10725" y="3489"/>
                      <a:pt x="10154" y="1603"/>
                      <a:pt x="9868" y="-350"/>
                    </a:cubicBezTo>
                    <a:lnTo>
                      <a:pt x="343" y="3365"/>
                    </a:lnTo>
                    <a:cubicBezTo>
                      <a:pt x="-1561" y="5175"/>
                      <a:pt x="-1561" y="5175"/>
                      <a:pt x="343" y="7080"/>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12" name="Freeform 112"/>
              <p:cNvSpPr/>
              <p:nvPr/>
            </p:nvSpPr>
            <p:spPr>
              <a:xfrm>
                <a:off x="14414696" y="3269795"/>
                <a:ext cx="578168" cy="837819"/>
              </a:xfrm>
              <a:custGeom>
                <a:avLst/>
                <a:gdLst/>
                <a:ahLst/>
                <a:cxnLst/>
                <a:rect l="l" t="t" r="r" b="b"/>
                <a:pathLst>
                  <a:path w="578168" h="837819">
                    <a:moveTo>
                      <a:pt x="-894" y="813275"/>
                    </a:moveTo>
                    <a:cubicBezTo>
                      <a:pt x="71591" y="831849"/>
                      <a:pt x="196083" y="837469"/>
                      <a:pt x="315050" y="837469"/>
                    </a:cubicBezTo>
                    <a:cubicBezTo>
                      <a:pt x="420968" y="837469"/>
                      <a:pt x="521361" y="833754"/>
                      <a:pt x="575273" y="830039"/>
                    </a:cubicBezTo>
                    <a:lnTo>
                      <a:pt x="577083" y="818800"/>
                    </a:lnTo>
                    <a:cubicBezTo>
                      <a:pt x="484119" y="822515"/>
                      <a:pt x="240660" y="833754"/>
                      <a:pt x="82735" y="815085"/>
                    </a:cubicBezTo>
                    <a:lnTo>
                      <a:pt x="92260" y="649446"/>
                    </a:lnTo>
                    <a:cubicBezTo>
                      <a:pt x="90450" y="455802"/>
                      <a:pt x="148077" y="290067"/>
                      <a:pt x="205608" y="174624"/>
                    </a:cubicBezTo>
                    <a:cubicBezTo>
                      <a:pt x="348483" y="148621"/>
                      <a:pt x="387821" y="42512"/>
                      <a:pt x="397060" y="12699"/>
                    </a:cubicBezTo>
                    <a:cubicBezTo>
                      <a:pt x="398013" y="10318"/>
                      <a:pt x="398679" y="7823"/>
                      <a:pt x="398965" y="5270"/>
                    </a:cubicBezTo>
                    <a:lnTo>
                      <a:pt x="389440" y="3365"/>
                    </a:lnTo>
                    <a:cubicBezTo>
                      <a:pt x="389345" y="6613"/>
                      <a:pt x="388678" y="9822"/>
                      <a:pt x="387631" y="12890"/>
                    </a:cubicBezTo>
                    <a:cubicBezTo>
                      <a:pt x="378106" y="44513"/>
                      <a:pt x="339243" y="135762"/>
                      <a:pt x="212941" y="161766"/>
                    </a:cubicBezTo>
                    <a:cubicBezTo>
                      <a:pt x="238660" y="111016"/>
                      <a:pt x="268473" y="62468"/>
                      <a:pt x="302096" y="16605"/>
                    </a:cubicBezTo>
                    <a:cubicBezTo>
                      <a:pt x="304287" y="13214"/>
                      <a:pt x="306764" y="10022"/>
                      <a:pt x="309525" y="7080"/>
                    </a:cubicBezTo>
                    <a:lnTo>
                      <a:pt x="302096" y="-350"/>
                    </a:lnTo>
                    <a:cubicBezTo>
                      <a:pt x="297334" y="4860"/>
                      <a:pt x="292952" y="10470"/>
                      <a:pt x="289141" y="16414"/>
                    </a:cubicBezTo>
                    <a:cubicBezTo>
                      <a:pt x="240755" y="81565"/>
                      <a:pt x="79116" y="327310"/>
                      <a:pt x="84640" y="647541"/>
                    </a:cubicBezTo>
                    <a:lnTo>
                      <a:pt x="75115" y="813275"/>
                    </a:lnTo>
                    <a:cubicBezTo>
                      <a:pt x="50732" y="810466"/>
                      <a:pt x="26538" y="806113"/>
                      <a:pt x="2630" y="800226"/>
                    </a:cubicBezTo>
                    <a:lnTo>
                      <a:pt x="-1085" y="813275"/>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13" name="Freeform 113"/>
              <p:cNvSpPr/>
              <p:nvPr/>
            </p:nvSpPr>
            <p:spPr>
              <a:xfrm>
                <a:off x="14221355" y="1546795"/>
                <a:ext cx="792887" cy="1637449"/>
              </a:xfrm>
              <a:custGeom>
                <a:avLst/>
                <a:gdLst/>
                <a:ahLst/>
                <a:cxnLst/>
                <a:rect l="l" t="t" r="r" b="b"/>
                <a:pathLst>
                  <a:path w="792887" h="1637449">
                    <a:moveTo>
                      <a:pt x="275029" y="35106"/>
                    </a:moveTo>
                    <a:cubicBezTo>
                      <a:pt x="194923" y="70891"/>
                      <a:pt x="133963" y="139262"/>
                      <a:pt x="107579" y="222939"/>
                    </a:cubicBezTo>
                    <a:cubicBezTo>
                      <a:pt x="62907" y="364290"/>
                      <a:pt x="196828" y="721287"/>
                      <a:pt x="150346" y="884927"/>
                    </a:cubicBezTo>
                    <a:cubicBezTo>
                      <a:pt x="103864" y="1048566"/>
                      <a:pt x="-93875" y="1563488"/>
                      <a:pt x="51287" y="1628543"/>
                    </a:cubicBezTo>
                    <a:cubicBezTo>
                      <a:pt x="196448" y="1693599"/>
                      <a:pt x="697272" y="1372035"/>
                      <a:pt x="760518" y="1193537"/>
                    </a:cubicBezTo>
                    <a:cubicBezTo>
                      <a:pt x="823764" y="1015038"/>
                      <a:pt x="790045" y="404200"/>
                      <a:pt x="669078" y="173600"/>
                    </a:cubicBezTo>
                    <a:cubicBezTo>
                      <a:pt x="544490" y="-55000"/>
                      <a:pt x="302936" y="-7375"/>
                      <a:pt x="275029" y="35106"/>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14" name="Freeform 114"/>
              <p:cNvSpPr/>
              <p:nvPr/>
            </p:nvSpPr>
            <p:spPr>
              <a:xfrm>
                <a:off x="13824623" y="2463218"/>
                <a:ext cx="619930" cy="1172527"/>
              </a:xfrm>
              <a:custGeom>
                <a:avLst/>
                <a:gdLst/>
                <a:ahLst/>
                <a:cxnLst/>
                <a:rect l="l" t="t" r="r" b="b"/>
                <a:pathLst>
                  <a:path w="619930" h="1172527">
                    <a:moveTo>
                      <a:pt x="535744" y="-350"/>
                    </a:moveTo>
                    <a:cubicBezTo>
                      <a:pt x="535744" y="-350"/>
                      <a:pt x="675095" y="102044"/>
                      <a:pt x="592894" y="260254"/>
                    </a:cubicBezTo>
                    <a:lnTo>
                      <a:pt x="208370" y="660304"/>
                    </a:lnTo>
                    <a:cubicBezTo>
                      <a:pt x="420110" y="885570"/>
                      <a:pt x="440589" y="978534"/>
                      <a:pt x="592894" y="1082833"/>
                    </a:cubicBezTo>
                    <a:lnTo>
                      <a:pt x="535744" y="1172177"/>
                    </a:lnTo>
                    <a:cubicBezTo>
                      <a:pt x="535744" y="1172177"/>
                      <a:pt x="820" y="760888"/>
                      <a:pt x="-1085" y="660304"/>
                    </a:cubicBezTo>
                    <a:cubicBezTo>
                      <a:pt x="820" y="617537"/>
                      <a:pt x="327718" y="98329"/>
                      <a:pt x="535744" y="-350"/>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15" name="Freeform 115"/>
              <p:cNvSpPr/>
              <p:nvPr/>
            </p:nvSpPr>
            <p:spPr>
              <a:xfrm>
                <a:off x="14361452" y="3546402"/>
                <a:ext cx="300001" cy="206837"/>
              </a:xfrm>
              <a:custGeom>
                <a:avLst/>
                <a:gdLst/>
                <a:ahLst/>
                <a:cxnLst/>
                <a:rect l="l" t="t" r="r" b="b"/>
                <a:pathLst>
                  <a:path w="300001" h="206837">
                    <a:moveTo>
                      <a:pt x="56541" y="-350"/>
                    </a:moveTo>
                    <a:cubicBezTo>
                      <a:pt x="56541" y="-350"/>
                      <a:pt x="182271" y="37083"/>
                      <a:pt x="273045" y="141953"/>
                    </a:cubicBezTo>
                    <a:cubicBezTo>
                      <a:pt x="363817" y="246823"/>
                      <a:pt x="202178" y="220153"/>
                      <a:pt x="-1085" y="88994"/>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16" name="Freeform 116"/>
              <p:cNvSpPr/>
              <p:nvPr/>
            </p:nvSpPr>
            <p:spPr>
              <a:xfrm>
                <a:off x="15971272" y="5519314"/>
                <a:ext cx="559403" cy="447198"/>
              </a:xfrm>
              <a:custGeom>
                <a:avLst/>
                <a:gdLst/>
                <a:ahLst/>
                <a:cxnLst/>
                <a:rect l="l" t="t" r="r" b="b"/>
                <a:pathLst>
                  <a:path w="559403" h="447198">
                    <a:moveTo>
                      <a:pt x="-1085" y="177863"/>
                    </a:moveTo>
                    <a:cubicBezTo>
                      <a:pt x="19203" y="199742"/>
                      <a:pt x="36634" y="224059"/>
                      <a:pt x="50921" y="250253"/>
                    </a:cubicBezTo>
                    <a:cubicBezTo>
                      <a:pt x="76924" y="296545"/>
                      <a:pt x="49112" y="339216"/>
                      <a:pt x="177318" y="446849"/>
                    </a:cubicBezTo>
                    <a:cubicBezTo>
                      <a:pt x="177318" y="446849"/>
                      <a:pt x="439351" y="294449"/>
                      <a:pt x="558318" y="96234"/>
                    </a:cubicBezTo>
                    <a:cubicBezTo>
                      <a:pt x="556128" y="62620"/>
                      <a:pt x="531838" y="34559"/>
                      <a:pt x="498882" y="27653"/>
                    </a:cubicBezTo>
                    <a:cubicBezTo>
                      <a:pt x="467258" y="20224"/>
                      <a:pt x="383630" y="60991"/>
                      <a:pt x="301905" y="75850"/>
                    </a:cubicBezTo>
                    <a:cubicBezTo>
                      <a:pt x="290761" y="77755"/>
                      <a:pt x="279616" y="79565"/>
                      <a:pt x="266567" y="81470"/>
                    </a:cubicBezTo>
                    <a:cubicBezTo>
                      <a:pt x="253041" y="83280"/>
                      <a:pt x="239231" y="83280"/>
                      <a:pt x="225705" y="81470"/>
                    </a:cubicBezTo>
                    <a:cubicBezTo>
                      <a:pt x="213514" y="80279"/>
                      <a:pt x="201607" y="77060"/>
                      <a:pt x="190463" y="71945"/>
                    </a:cubicBezTo>
                    <a:lnTo>
                      <a:pt x="190463" y="71945"/>
                    </a:lnTo>
                    <a:cubicBezTo>
                      <a:pt x="162554" y="60801"/>
                      <a:pt x="140266" y="38607"/>
                      <a:pt x="129121" y="-350"/>
                    </a:cubicBezTo>
                    <a:cubicBezTo>
                      <a:pt x="129121" y="-350"/>
                      <a:pt x="60351" y="38607"/>
                      <a:pt x="106833" y="105378"/>
                    </a:cubicBezTo>
                    <a:cubicBezTo>
                      <a:pt x="106833" y="105378"/>
                      <a:pt x="25013" y="70135"/>
                      <a:pt x="-990" y="177672"/>
                    </a:cubicBezTo>
                    <a:close/>
                  </a:path>
                </a:pathLst>
              </a:custGeom>
              <a:solidFill>
                <a:srgbClr val="449EB5"/>
              </a:solidFill>
              <a:ln cap="flat">
                <a:prstDash val="solid"/>
              </a:ln>
            </p:spPr>
            <p:txBody>
              <a:bodyPr vert="horz" lIns="91440" tIns="45720" rIns="91440" bIns="45720" anchor="ctr">
                <a:normAutofit/>
              </a:bodyPr>
              <a:lstStyle/>
              <a:p>
                <a:pPr marL="0" algn="l"/>
                <a:endParaRPr/>
              </a:p>
            </p:txBody>
          </p:sp>
          <p:sp>
            <p:nvSpPr>
              <p:cNvPr id="117" name="Freeform 117"/>
              <p:cNvSpPr/>
              <p:nvPr/>
            </p:nvSpPr>
            <p:spPr>
              <a:xfrm>
                <a:off x="16149106" y="5615410"/>
                <a:ext cx="381473" cy="351388"/>
              </a:xfrm>
              <a:custGeom>
                <a:avLst/>
                <a:gdLst/>
                <a:ahLst/>
                <a:cxnLst/>
                <a:rect l="l" t="t" r="r" b="b"/>
                <a:pathLst>
                  <a:path w="381473" h="351388">
                    <a:moveTo>
                      <a:pt x="-39" y="350753"/>
                    </a:moveTo>
                    <a:cubicBezTo>
                      <a:pt x="-39" y="350753"/>
                      <a:pt x="261612" y="198353"/>
                      <a:pt x="380389" y="137"/>
                    </a:cubicBezTo>
                    <a:cubicBezTo>
                      <a:pt x="380389" y="137"/>
                      <a:pt x="335906" y="-9388"/>
                      <a:pt x="300569" y="55764"/>
                    </a:cubicBezTo>
                    <a:cubicBezTo>
                      <a:pt x="263517" y="122439"/>
                      <a:pt x="-20423" y="270933"/>
                      <a:pt x="-39" y="351039"/>
                    </a:cubicBezTo>
                    <a:close/>
                  </a:path>
                </a:pathLst>
              </a:custGeom>
              <a:solidFill>
                <a:srgbClr val="258399"/>
              </a:solidFill>
              <a:ln cap="flat">
                <a:prstDash val="solid"/>
              </a:ln>
            </p:spPr>
            <p:txBody>
              <a:bodyPr vert="horz" lIns="91440" tIns="45720" rIns="91440" bIns="45720" anchor="ctr">
                <a:normAutofit/>
              </a:bodyPr>
              <a:lstStyle/>
              <a:p>
                <a:pPr marL="0" algn="l"/>
                <a:endParaRPr/>
              </a:p>
            </p:txBody>
          </p:sp>
          <p:sp>
            <p:nvSpPr>
              <p:cNvPr id="118" name="Freeform 118"/>
              <p:cNvSpPr/>
              <p:nvPr/>
            </p:nvSpPr>
            <p:spPr>
              <a:xfrm>
                <a:off x="14297204" y="5900263"/>
                <a:ext cx="388954" cy="388481"/>
              </a:xfrm>
              <a:custGeom>
                <a:avLst/>
                <a:gdLst/>
                <a:ahLst/>
                <a:cxnLst/>
                <a:rect l="l" t="t" r="r" b="b"/>
                <a:pathLst>
                  <a:path w="388954" h="388481">
                    <a:moveTo>
                      <a:pt x="11822" y="388131"/>
                    </a:moveTo>
                    <a:lnTo>
                      <a:pt x="381297" y="388131"/>
                    </a:lnTo>
                    <a:cubicBezTo>
                      <a:pt x="390060" y="352660"/>
                      <a:pt x="390060" y="315588"/>
                      <a:pt x="381297" y="280117"/>
                    </a:cubicBezTo>
                    <a:cubicBezTo>
                      <a:pt x="373868" y="255924"/>
                      <a:pt x="336720" y="231731"/>
                      <a:pt x="301478" y="200012"/>
                    </a:cubicBezTo>
                    <a:lnTo>
                      <a:pt x="273664" y="172104"/>
                    </a:lnTo>
                    <a:cubicBezTo>
                      <a:pt x="265854" y="163913"/>
                      <a:pt x="259377" y="154482"/>
                      <a:pt x="254614" y="144196"/>
                    </a:cubicBezTo>
                    <a:cubicBezTo>
                      <a:pt x="246614" y="132499"/>
                      <a:pt x="241565" y="119088"/>
                      <a:pt x="239756" y="105048"/>
                    </a:cubicBezTo>
                    <a:cubicBezTo>
                      <a:pt x="233565" y="70986"/>
                      <a:pt x="238136" y="35858"/>
                      <a:pt x="252710" y="4464"/>
                    </a:cubicBezTo>
                    <a:cubicBezTo>
                      <a:pt x="252710" y="4464"/>
                      <a:pt x="126504" y="-21539"/>
                      <a:pt x="81926" y="47326"/>
                    </a:cubicBezTo>
                    <a:cubicBezTo>
                      <a:pt x="81926" y="47326"/>
                      <a:pt x="78211" y="15704"/>
                      <a:pt x="37350" y="36182"/>
                    </a:cubicBezTo>
                    <a:cubicBezTo>
                      <a:pt x="40493" y="75263"/>
                      <a:pt x="39921" y="114563"/>
                      <a:pt x="35539" y="153530"/>
                    </a:cubicBezTo>
                    <a:cubicBezTo>
                      <a:pt x="26014" y="207537"/>
                      <a:pt x="-23897" y="222396"/>
                      <a:pt x="11346" y="388131"/>
                    </a:cubicBezTo>
                    <a:close/>
                  </a:path>
                </a:pathLst>
              </a:custGeom>
              <a:solidFill>
                <a:srgbClr val="449EB5"/>
              </a:solidFill>
              <a:ln cap="flat">
                <a:prstDash val="solid"/>
              </a:ln>
            </p:spPr>
            <p:txBody>
              <a:bodyPr vert="horz" lIns="91440" tIns="45720" rIns="91440" bIns="45720" anchor="ctr">
                <a:normAutofit/>
              </a:bodyPr>
              <a:lstStyle/>
              <a:p>
                <a:pPr marL="0" algn="l"/>
                <a:endParaRPr/>
              </a:p>
            </p:txBody>
          </p:sp>
          <p:sp>
            <p:nvSpPr>
              <p:cNvPr id="119" name="Freeform 119"/>
              <p:cNvSpPr/>
              <p:nvPr/>
            </p:nvSpPr>
            <p:spPr>
              <a:xfrm>
                <a:off x="14908368" y="2340168"/>
                <a:ext cx="655946" cy="551362"/>
              </a:xfrm>
              <a:custGeom>
                <a:avLst/>
                <a:gdLst/>
                <a:ahLst/>
                <a:cxnLst/>
                <a:rect l="l" t="t" r="r" b="b"/>
                <a:pathLst>
                  <a:path w="655946" h="551362">
                    <a:moveTo>
                      <a:pt x="69885" y="209"/>
                    </a:moveTo>
                    <a:cubicBezTo>
                      <a:pt x="-22602" y="5257"/>
                      <a:pt x="-15840" y="96602"/>
                      <a:pt x="39595" y="181184"/>
                    </a:cubicBezTo>
                    <a:cubicBezTo>
                      <a:pt x="95031" y="265766"/>
                      <a:pt x="588236" y="621810"/>
                      <a:pt x="651101" y="538466"/>
                    </a:cubicBezTo>
                    <a:cubicBezTo>
                      <a:pt x="674055" y="505605"/>
                      <a:pt x="584426" y="379113"/>
                      <a:pt x="584426" y="379113"/>
                    </a:cubicBezTo>
                    <a:cubicBezTo>
                      <a:pt x="470316" y="295550"/>
                      <a:pt x="361064" y="205587"/>
                      <a:pt x="257147" y="109651"/>
                    </a:cubicBezTo>
                    <a:cubicBezTo>
                      <a:pt x="170754" y="32117"/>
                      <a:pt x="118844" y="-3887"/>
                      <a:pt x="69885" y="-77"/>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20" name="Freeform 120"/>
              <p:cNvSpPr/>
              <p:nvPr/>
            </p:nvSpPr>
            <p:spPr>
              <a:xfrm>
                <a:off x="14333234" y="2238724"/>
                <a:ext cx="843463" cy="1138734"/>
              </a:xfrm>
              <a:custGeom>
                <a:avLst/>
                <a:gdLst/>
                <a:ahLst/>
                <a:cxnLst/>
                <a:rect l="l" t="t" r="r" b="b"/>
                <a:pathLst>
                  <a:path w="843463" h="1138734">
                    <a:moveTo>
                      <a:pt x="646924" y="-75"/>
                    </a:moveTo>
                    <a:cubicBezTo>
                      <a:pt x="530529" y="13260"/>
                      <a:pt x="498430" y="53265"/>
                      <a:pt x="342124" y="90413"/>
                    </a:cubicBezTo>
                    <a:cubicBezTo>
                      <a:pt x="184009" y="127560"/>
                      <a:pt x="102476" y="52313"/>
                      <a:pt x="19037" y="149372"/>
                    </a:cubicBezTo>
                    <a:cubicBezTo>
                      <a:pt x="-40781" y="219096"/>
                      <a:pt x="40753" y="265387"/>
                      <a:pt x="158483" y="677534"/>
                    </a:cubicBezTo>
                    <a:cubicBezTo>
                      <a:pt x="238207" y="956521"/>
                      <a:pt x="193439" y="991002"/>
                      <a:pt x="208298" y="1135877"/>
                    </a:cubicBezTo>
                    <a:cubicBezTo>
                      <a:pt x="208298" y="1135877"/>
                      <a:pt x="606252" y="1160356"/>
                      <a:pt x="842377" y="1056343"/>
                    </a:cubicBezTo>
                    <a:cubicBezTo>
                      <a:pt x="842568" y="1056343"/>
                      <a:pt x="820470" y="-20077"/>
                      <a:pt x="646924" y="-75"/>
                    </a:cubicBez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121" name="Freeform 121"/>
              <p:cNvSpPr/>
              <p:nvPr/>
            </p:nvSpPr>
            <p:spPr>
              <a:xfrm>
                <a:off x="14527662" y="2029640"/>
                <a:ext cx="353949" cy="374404"/>
              </a:xfrm>
              <a:custGeom>
                <a:avLst/>
                <a:gdLst/>
                <a:ahLst/>
                <a:cxnLst/>
                <a:rect l="l" t="t" r="r" b="b"/>
                <a:pathLst>
                  <a:path w="353949" h="374404">
                    <a:moveTo>
                      <a:pt x="-1085" y="308927"/>
                    </a:moveTo>
                    <a:cubicBezTo>
                      <a:pt x="-1085" y="308927"/>
                      <a:pt x="83783" y="209009"/>
                      <a:pt x="53874" y="29558"/>
                    </a:cubicBezTo>
                    <a:lnTo>
                      <a:pt x="243231" y="-350"/>
                    </a:lnTo>
                    <a:cubicBezTo>
                      <a:pt x="235897" y="93090"/>
                      <a:pt x="277331" y="183711"/>
                      <a:pt x="352864" y="239204"/>
                    </a:cubicBezTo>
                    <a:cubicBezTo>
                      <a:pt x="352864" y="239204"/>
                      <a:pt x="273235" y="488378"/>
                      <a:pt x="-990" y="309307"/>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22" name="Freeform 122"/>
              <p:cNvSpPr/>
              <p:nvPr/>
            </p:nvSpPr>
            <p:spPr>
              <a:xfrm>
                <a:off x="14366385" y="1637126"/>
                <a:ext cx="538312" cy="568279"/>
              </a:xfrm>
              <a:custGeom>
                <a:avLst/>
                <a:gdLst/>
                <a:ahLst/>
                <a:cxnLst/>
                <a:rect l="l" t="t" r="r" b="b"/>
                <a:pathLst>
                  <a:path w="538312" h="568279">
                    <a:moveTo>
                      <a:pt x="43226" y="278721"/>
                    </a:moveTo>
                    <a:cubicBezTo>
                      <a:pt x="53322" y="276826"/>
                      <a:pt x="63799" y="277721"/>
                      <a:pt x="73515" y="281293"/>
                    </a:cubicBezTo>
                    <a:cubicBezTo>
                      <a:pt x="49989" y="155182"/>
                      <a:pt x="98280" y="31928"/>
                      <a:pt x="195340" y="11259"/>
                    </a:cubicBezTo>
                    <a:cubicBezTo>
                      <a:pt x="398222" y="-32175"/>
                      <a:pt x="380030" y="52883"/>
                      <a:pt x="417272" y="156611"/>
                    </a:cubicBezTo>
                    <a:lnTo>
                      <a:pt x="425179" y="177280"/>
                    </a:lnTo>
                    <a:cubicBezTo>
                      <a:pt x="434036" y="163297"/>
                      <a:pt x="447562" y="152886"/>
                      <a:pt x="463279" y="147848"/>
                    </a:cubicBezTo>
                    <a:cubicBezTo>
                      <a:pt x="494615" y="135941"/>
                      <a:pt x="527572" y="168326"/>
                      <a:pt x="535478" y="215666"/>
                    </a:cubicBezTo>
                    <a:cubicBezTo>
                      <a:pt x="543383" y="263005"/>
                      <a:pt x="523762" y="309487"/>
                      <a:pt x="491663" y="319393"/>
                    </a:cubicBezTo>
                    <a:cubicBezTo>
                      <a:pt x="486519" y="320917"/>
                      <a:pt x="481186" y="321469"/>
                      <a:pt x="475851" y="321012"/>
                    </a:cubicBezTo>
                    <a:cubicBezTo>
                      <a:pt x="494901" y="411309"/>
                      <a:pt x="467660" y="527895"/>
                      <a:pt x="344692" y="561614"/>
                    </a:cubicBezTo>
                    <a:cubicBezTo>
                      <a:pt x="237821" y="590855"/>
                      <a:pt x="173242" y="513989"/>
                      <a:pt x="125617" y="425025"/>
                    </a:cubicBezTo>
                    <a:cubicBezTo>
                      <a:pt x="118282" y="435436"/>
                      <a:pt x="107234" y="442627"/>
                      <a:pt x="94756" y="445123"/>
                    </a:cubicBezTo>
                    <a:cubicBezTo>
                      <a:pt x="58751" y="452267"/>
                      <a:pt x="18556" y="420929"/>
                      <a:pt x="3982" y="374924"/>
                    </a:cubicBezTo>
                    <a:cubicBezTo>
                      <a:pt x="-10590" y="328918"/>
                      <a:pt x="7412" y="285960"/>
                      <a:pt x="43320" y="278721"/>
                    </a:cubicBezTo>
                    <a:close/>
                  </a:path>
                </a:pathLst>
              </a:custGeom>
              <a:solidFill>
                <a:srgbClr val="FFB1A9"/>
              </a:solidFill>
              <a:ln cap="flat">
                <a:prstDash val="solid"/>
              </a:ln>
            </p:spPr>
            <p:txBody>
              <a:bodyPr vert="horz" lIns="91440" tIns="45720" rIns="91440" bIns="45720" anchor="ctr">
                <a:normAutofit/>
              </a:bodyPr>
              <a:lstStyle/>
              <a:p>
                <a:pPr marL="0" algn="l"/>
                <a:endParaRPr/>
              </a:p>
            </p:txBody>
          </p:sp>
          <p:sp>
            <p:nvSpPr>
              <p:cNvPr id="123" name="Freeform 123"/>
              <p:cNvSpPr/>
              <p:nvPr/>
            </p:nvSpPr>
            <p:spPr>
              <a:xfrm>
                <a:off x="14647285" y="2050619"/>
                <a:ext cx="103245" cy="78113"/>
              </a:xfrm>
              <a:custGeom>
                <a:avLst/>
                <a:gdLst/>
                <a:ahLst/>
                <a:cxnLst/>
                <a:rect l="l" t="t" r="r" b="b"/>
                <a:pathLst>
                  <a:path w="103245" h="78113">
                    <a:moveTo>
                      <a:pt x="3403" y="31916"/>
                    </a:moveTo>
                    <a:cubicBezTo>
                      <a:pt x="-1359" y="32964"/>
                      <a:pt x="-2312" y="39155"/>
                      <a:pt x="451" y="44584"/>
                    </a:cubicBezTo>
                    <a:cubicBezTo>
                      <a:pt x="11308" y="69692"/>
                      <a:pt x="39027" y="83008"/>
                      <a:pt x="65411" y="75826"/>
                    </a:cubicBezTo>
                    <a:cubicBezTo>
                      <a:pt x="98939" y="66301"/>
                      <a:pt x="106369" y="37726"/>
                      <a:pt x="100177" y="8008"/>
                    </a:cubicBezTo>
                    <a:cubicBezTo>
                      <a:pt x="98939" y="2103"/>
                      <a:pt x="94081" y="-1993"/>
                      <a:pt x="89794" y="293"/>
                    </a:cubicBezTo>
                    <a:lnTo>
                      <a:pt x="64363" y="13723"/>
                    </a:lnTo>
                    <a:cubicBezTo>
                      <a:pt x="53791" y="19315"/>
                      <a:pt x="42455" y="23448"/>
                      <a:pt x="30740" y="26011"/>
                    </a:cubicBezTo>
                    <a:lnTo>
                      <a:pt x="3403" y="31916"/>
                    </a:lnTo>
                    <a:close/>
                  </a:path>
                </a:pathLst>
              </a:custGeom>
              <a:solidFill>
                <a:srgbClr val="F34A56"/>
              </a:solidFill>
              <a:ln cap="flat">
                <a:prstDash val="solid"/>
              </a:ln>
            </p:spPr>
            <p:txBody>
              <a:bodyPr vert="horz" lIns="91440" tIns="45720" rIns="91440" bIns="45720" anchor="ctr">
                <a:normAutofit/>
              </a:bodyPr>
              <a:lstStyle/>
              <a:p>
                <a:pPr marL="0" algn="l"/>
                <a:endParaRPr/>
              </a:p>
            </p:txBody>
          </p:sp>
          <p:sp>
            <p:nvSpPr>
              <p:cNvPr id="124" name="Freeform 124"/>
              <p:cNvSpPr/>
              <p:nvPr/>
            </p:nvSpPr>
            <p:spPr>
              <a:xfrm>
                <a:off x="14541485" y="1903260"/>
                <a:ext cx="37221" cy="57307"/>
              </a:xfrm>
              <a:custGeom>
                <a:avLst/>
                <a:gdLst/>
                <a:ahLst/>
                <a:cxnLst/>
                <a:rect l="l" t="t" r="r" b="b"/>
                <a:pathLst>
                  <a:path w="37221" h="57307">
                    <a:moveTo>
                      <a:pt x="523" y="32780"/>
                    </a:moveTo>
                    <a:cubicBezTo>
                      <a:pt x="4715" y="48687"/>
                      <a:pt x="15573" y="59070"/>
                      <a:pt x="25003" y="56593"/>
                    </a:cubicBezTo>
                    <a:cubicBezTo>
                      <a:pt x="34433" y="54116"/>
                      <a:pt x="38718" y="39734"/>
                      <a:pt x="34528" y="23827"/>
                    </a:cubicBezTo>
                    <a:cubicBezTo>
                      <a:pt x="30336" y="7920"/>
                      <a:pt x="19478" y="-2462"/>
                      <a:pt x="10048" y="14"/>
                    </a:cubicBezTo>
                    <a:cubicBezTo>
                      <a:pt x="618" y="2491"/>
                      <a:pt x="-3667" y="16874"/>
                      <a:pt x="523" y="32780"/>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25" name="Freeform 125"/>
              <p:cNvSpPr/>
              <p:nvPr/>
            </p:nvSpPr>
            <p:spPr>
              <a:xfrm>
                <a:off x="14715695" y="1857687"/>
                <a:ext cx="35034" cy="57203"/>
              </a:xfrm>
              <a:custGeom>
                <a:avLst/>
                <a:gdLst/>
                <a:ahLst/>
                <a:cxnLst/>
                <a:rect l="l" t="t" r="r" b="b"/>
                <a:pathLst>
                  <a:path w="35034" h="57203">
                    <a:moveTo>
                      <a:pt x="621" y="32443"/>
                    </a:moveTo>
                    <a:cubicBezTo>
                      <a:pt x="4812" y="48350"/>
                      <a:pt x="15099" y="58827"/>
                      <a:pt x="23862" y="56541"/>
                    </a:cubicBezTo>
                    <a:cubicBezTo>
                      <a:pt x="32625" y="54255"/>
                      <a:pt x="36435" y="39968"/>
                      <a:pt x="32244" y="24061"/>
                    </a:cubicBezTo>
                    <a:cubicBezTo>
                      <a:pt x="28053" y="8154"/>
                      <a:pt x="17767" y="-2324"/>
                      <a:pt x="9003" y="-38"/>
                    </a:cubicBezTo>
                    <a:cubicBezTo>
                      <a:pt x="240" y="2249"/>
                      <a:pt x="-3571" y="16536"/>
                      <a:pt x="621" y="32443"/>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26" name="Freeform 126"/>
              <p:cNvSpPr/>
              <p:nvPr/>
            </p:nvSpPr>
            <p:spPr>
              <a:xfrm>
                <a:off x="14652346" y="1913149"/>
                <a:ext cx="65316" cy="116292"/>
              </a:xfrm>
              <a:custGeom>
                <a:avLst/>
                <a:gdLst/>
                <a:ahLst/>
                <a:cxnLst/>
                <a:rect l="l" t="t" r="r" b="b"/>
                <a:pathLst>
                  <a:path w="65316" h="116292">
                    <a:moveTo>
                      <a:pt x="-419" y="-350"/>
                    </a:moveTo>
                    <a:cubicBezTo>
                      <a:pt x="-419" y="-350"/>
                      <a:pt x="78735" y="64896"/>
                      <a:pt x="61875" y="103663"/>
                    </a:cubicBezTo>
                    <a:cubicBezTo>
                      <a:pt x="50826" y="129190"/>
                      <a:pt x="-1085" y="106997"/>
                      <a:pt x="-1085" y="106997"/>
                    </a:cubicBezTo>
                  </a:path>
                </a:pathLst>
              </a:custGeom>
              <a:solidFill>
                <a:srgbClr val="EF9086"/>
              </a:solidFill>
              <a:ln cap="flat">
                <a:prstDash val="solid"/>
              </a:ln>
            </p:spPr>
            <p:txBody>
              <a:bodyPr vert="horz" lIns="91440" tIns="45720" rIns="91440" bIns="45720" anchor="ctr">
                <a:normAutofit/>
              </a:bodyPr>
              <a:lstStyle/>
              <a:p>
                <a:pPr marL="0" algn="l"/>
                <a:endParaRPr/>
              </a:p>
            </p:txBody>
          </p:sp>
          <p:sp>
            <p:nvSpPr>
              <p:cNvPr id="127" name="Freeform 127"/>
              <p:cNvSpPr/>
              <p:nvPr/>
            </p:nvSpPr>
            <p:spPr>
              <a:xfrm>
                <a:off x="14383025" y="1605694"/>
                <a:ext cx="481760" cy="427539"/>
              </a:xfrm>
              <a:custGeom>
                <a:avLst/>
                <a:gdLst/>
                <a:ahLst/>
                <a:cxnLst/>
                <a:rect l="l" t="t" r="r" b="b"/>
                <a:pathLst>
                  <a:path w="481760" h="427539">
                    <a:moveTo>
                      <a:pt x="136408" y="139275"/>
                    </a:moveTo>
                    <a:cubicBezTo>
                      <a:pt x="136408" y="139275"/>
                      <a:pt x="177557" y="82125"/>
                      <a:pt x="233469" y="128226"/>
                    </a:cubicBezTo>
                    <a:cubicBezTo>
                      <a:pt x="289476" y="172708"/>
                      <a:pt x="428636" y="262719"/>
                      <a:pt x="479976" y="220999"/>
                    </a:cubicBezTo>
                    <a:cubicBezTo>
                      <a:pt x="487500" y="214808"/>
                      <a:pt x="437684" y="-54178"/>
                      <a:pt x="168223" y="9354"/>
                    </a:cubicBezTo>
                    <a:cubicBezTo>
                      <a:pt x="-17039" y="53074"/>
                      <a:pt x="-33708" y="274530"/>
                      <a:pt x="39063" y="354349"/>
                    </a:cubicBezTo>
                    <a:cubicBezTo>
                      <a:pt x="111834" y="434169"/>
                      <a:pt x="119644" y="427025"/>
                      <a:pt x="119644" y="427025"/>
                    </a:cubicBezTo>
                    <a:cubicBezTo>
                      <a:pt x="119644" y="427025"/>
                      <a:pt x="148696" y="364351"/>
                      <a:pt x="89736" y="237668"/>
                    </a:cubicBezTo>
                    <a:cubicBezTo>
                      <a:pt x="55732" y="164611"/>
                      <a:pt x="136408" y="139275"/>
                      <a:pt x="136408" y="139275"/>
                    </a:cubicBezTo>
                    <a:close/>
                  </a:path>
                </a:pathLst>
              </a:custGeom>
              <a:solidFill>
                <a:srgbClr val="1E1F45"/>
              </a:solidFill>
              <a:ln cap="flat">
                <a:prstDash val="solid"/>
              </a:ln>
            </p:spPr>
            <p:txBody>
              <a:bodyPr vert="horz" lIns="91440" tIns="45720" rIns="91440" bIns="45720" anchor="ctr">
                <a:normAutofit/>
              </a:bodyPr>
              <a:lstStyle/>
              <a:p>
                <a:pPr marL="0" algn="l"/>
                <a:endParaRPr/>
              </a:p>
            </p:txBody>
          </p:sp>
          <p:sp>
            <p:nvSpPr>
              <p:cNvPr id="128" name="Freeform 128"/>
              <p:cNvSpPr/>
              <p:nvPr/>
            </p:nvSpPr>
            <p:spPr>
              <a:xfrm>
                <a:off x="13983881" y="2359586"/>
                <a:ext cx="509492" cy="689991"/>
              </a:xfrm>
              <a:custGeom>
                <a:avLst/>
                <a:gdLst/>
                <a:ahLst/>
                <a:cxnLst/>
                <a:rect l="l" t="t" r="r" b="b"/>
                <a:pathLst>
                  <a:path w="509492" h="689991">
                    <a:moveTo>
                      <a:pt x="397631" y="-350"/>
                    </a:moveTo>
                    <a:cubicBezTo>
                      <a:pt x="397631" y="-350"/>
                      <a:pt x="67781" y="238823"/>
                      <a:pt x="-1085" y="333025"/>
                    </a:cubicBezTo>
                    <a:lnTo>
                      <a:pt x="260091" y="689641"/>
                    </a:lnTo>
                    <a:lnTo>
                      <a:pt x="508407" y="438371"/>
                    </a:ln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129" name="Freeform 129"/>
              <p:cNvSpPr/>
              <p:nvPr/>
            </p:nvSpPr>
            <p:spPr>
              <a:xfrm>
                <a:off x="14930475" y="2239000"/>
                <a:ext cx="533209" cy="677894"/>
              </a:xfrm>
              <a:custGeom>
                <a:avLst/>
                <a:gdLst/>
                <a:ahLst/>
                <a:cxnLst/>
                <a:rect l="l" t="t" r="r" b="b"/>
                <a:pathLst>
                  <a:path w="533209" h="677894">
                    <a:moveTo>
                      <a:pt x="53779" y="-350"/>
                    </a:moveTo>
                    <a:cubicBezTo>
                      <a:pt x="53779" y="-350"/>
                      <a:pt x="237326" y="19557"/>
                      <a:pt x="532124" y="288639"/>
                    </a:cubicBezTo>
                    <a:lnTo>
                      <a:pt x="432493" y="677544"/>
                    </a:lnTo>
                    <a:lnTo>
                      <a:pt x="-1085" y="429894"/>
                    </a:lnTo>
                    <a:close/>
                  </a:path>
                </a:pathLst>
              </a:custGeom>
              <a:solidFill>
                <a:srgbClr val="FCC46C"/>
              </a:solidFill>
              <a:ln cap="flat">
                <a:prstDash val="solid"/>
              </a:ln>
            </p:spPr>
            <p:txBody>
              <a:bodyPr vert="horz" lIns="91440" tIns="45720" rIns="91440" bIns="45720" anchor="ctr">
                <a:normAutofit/>
              </a:bodyPr>
              <a:lstStyle/>
              <a:p>
                <a:pPr marL="0" algn="l"/>
                <a:endParaRPr/>
              </a:p>
            </p:txBody>
          </p:sp>
          <p:sp>
            <p:nvSpPr>
              <p:cNvPr id="130" name="Freeform 130"/>
              <p:cNvSpPr/>
              <p:nvPr/>
            </p:nvSpPr>
            <p:spPr>
              <a:xfrm>
                <a:off x="15427339" y="2105745"/>
                <a:ext cx="227939" cy="785719"/>
              </a:xfrm>
              <a:custGeom>
                <a:avLst/>
                <a:gdLst/>
                <a:ahLst/>
                <a:cxnLst/>
                <a:rect l="l" t="t" r="r" b="b"/>
                <a:pathLst>
                  <a:path w="227939" h="785719">
                    <a:moveTo>
                      <a:pt x="192423" y="642492"/>
                    </a:moveTo>
                    <a:cubicBezTo>
                      <a:pt x="234143" y="513619"/>
                      <a:pt x="238714" y="159384"/>
                      <a:pt x="201948" y="-350"/>
                    </a:cubicBezTo>
                    <a:lnTo>
                      <a:pt x="201948" y="-350"/>
                    </a:lnTo>
                    <a:cubicBezTo>
                      <a:pt x="155466" y="5460"/>
                      <a:pt x="118890" y="42046"/>
                      <a:pt x="112985" y="88518"/>
                    </a:cubicBezTo>
                    <a:cubicBezTo>
                      <a:pt x="97935" y="208247"/>
                      <a:pt x="66217" y="430942"/>
                      <a:pt x="29546" y="516286"/>
                    </a:cubicBezTo>
                    <a:cubicBezTo>
                      <a:pt x="-21603" y="635634"/>
                      <a:pt x="-8554" y="732313"/>
                      <a:pt x="67646" y="777366"/>
                    </a:cubicBezTo>
                    <a:cubicBezTo>
                      <a:pt x="145084" y="821467"/>
                      <a:pt x="185089" y="670210"/>
                      <a:pt x="193091" y="642492"/>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31" name="Freeform 131"/>
              <p:cNvSpPr/>
              <p:nvPr/>
            </p:nvSpPr>
            <p:spPr>
              <a:xfrm>
                <a:off x="15512357" y="1898580"/>
                <a:ext cx="477444" cy="544635"/>
              </a:xfrm>
              <a:custGeom>
                <a:avLst/>
                <a:gdLst/>
                <a:ahLst/>
                <a:cxnLst/>
                <a:rect l="l" t="t" r="r" b="b"/>
                <a:pathLst>
                  <a:path w="477444" h="544635">
                    <a:moveTo>
                      <a:pt x="396870" y="138425"/>
                    </a:moveTo>
                    <a:lnTo>
                      <a:pt x="400585" y="138425"/>
                    </a:lnTo>
                    <a:cubicBezTo>
                      <a:pt x="412872" y="137616"/>
                      <a:pt x="424873" y="134682"/>
                      <a:pt x="436113" y="129758"/>
                    </a:cubicBezTo>
                    <a:cubicBezTo>
                      <a:pt x="452495" y="121757"/>
                      <a:pt x="459735" y="140235"/>
                      <a:pt x="450877" y="146617"/>
                    </a:cubicBezTo>
                    <a:cubicBezTo>
                      <a:pt x="442018" y="152999"/>
                      <a:pt x="413634" y="191003"/>
                      <a:pt x="344959" y="193194"/>
                    </a:cubicBezTo>
                    <a:cubicBezTo>
                      <a:pt x="276283" y="195385"/>
                      <a:pt x="206560" y="165952"/>
                      <a:pt x="177890" y="213768"/>
                    </a:cubicBezTo>
                    <a:cubicBezTo>
                      <a:pt x="141124" y="274919"/>
                      <a:pt x="140647" y="544286"/>
                      <a:pt x="140647" y="544286"/>
                    </a:cubicBezTo>
                    <a:lnTo>
                      <a:pt x="-1085" y="495803"/>
                    </a:lnTo>
                    <a:cubicBezTo>
                      <a:pt x="-1085" y="495803"/>
                      <a:pt x="32825" y="216054"/>
                      <a:pt x="65590" y="132044"/>
                    </a:cubicBezTo>
                    <a:cubicBezTo>
                      <a:pt x="84640" y="84419"/>
                      <a:pt x="151315" y="63083"/>
                      <a:pt x="192748" y="39175"/>
                    </a:cubicBezTo>
                    <a:cubicBezTo>
                      <a:pt x="234183" y="15267"/>
                      <a:pt x="315335" y="-13308"/>
                      <a:pt x="326099" y="6028"/>
                    </a:cubicBezTo>
                    <a:cubicBezTo>
                      <a:pt x="336862" y="25364"/>
                      <a:pt x="250661" y="55177"/>
                      <a:pt x="250661" y="55177"/>
                    </a:cubicBezTo>
                    <a:cubicBezTo>
                      <a:pt x="279998" y="63149"/>
                      <a:pt x="311240" y="59749"/>
                      <a:pt x="338100" y="45652"/>
                    </a:cubicBezTo>
                    <a:cubicBezTo>
                      <a:pt x="385725" y="22125"/>
                      <a:pt x="404775" y="1456"/>
                      <a:pt x="416206" y="12791"/>
                    </a:cubicBezTo>
                    <a:cubicBezTo>
                      <a:pt x="427635" y="24125"/>
                      <a:pt x="384964" y="61654"/>
                      <a:pt x="348673" y="72227"/>
                    </a:cubicBezTo>
                    <a:cubicBezTo>
                      <a:pt x="348673" y="72227"/>
                      <a:pt x="370010" y="76322"/>
                      <a:pt x="409157" y="59939"/>
                    </a:cubicBezTo>
                    <a:cubicBezTo>
                      <a:pt x="448305" y="43556"/>
                      <a:pt x="452591" y="32031"/>
                      <a:pt x="460973" y="46700"/>
                    </a:cubicBezTo>
                    <a:cubicBezTo>
                      <a:pt x="469355" y="61368"/>
                      <a:pt x="386297" y="99944"/>
                      <a:pt x="386297" y="99944"/>
                    </a:cubicBezTo>
                    <a:cubicBezTo>
                      <a:pt x="403252" y="101906"/>
                      <a:pt x="420301" y="98582"/>
                      <a:pt x="435256" y="90419"/>
                    </a:cubicBezTo>
                    <a:cubicBezTo>
                      <a:pt x="457925" y="77084"/>
                      <a:pt x="471450" y="78037"/>
                      <a:pt x="475356" y="84038"/>
                    </a:cubicBezTo>
                    <a:cubicBezTo>
                      <a:pt x="479261" y="90038"/>
                      <a:pt x="475356" y="111565"/>
                      <a:pt x="396393" y="138140"/>
                    </a:cubicBezTo>
                    <a:close/>
                  </a:path>
                </a:pathLst>
              </a:custGeom>
              <a:solidFill>
                <a:srgbClr val="FF9F92"/>
              </a:solidFill>
              <a:ln cap="flat">
                <a:prstDash val="solid"/>
              </a:ln>
            </p:spPr>
            <p:txBody>
              <a:bodyPr vert="horz" lIns="91440" tIns="45720" rIns="91440" bIns="45720" anchor="ctr">
                <a:normAutofit/>
              </a:bodyPr>
              <a:lstStyle/>
              <a:p>
                <a:pPr marL="0" algn="l"/>
                <a:endParaRPr/>
              </a:p>
            </p:txBody>
          </p:sp>
          <p:sp>
            <p:nvSpPr>
              <p:cNvPr id="132" name="Freeform 132"/>
              <p:cNvSpPr/>
              <p:nvPr/>
            </p:nvSpPr>
            <p:spPr>
              <a:xfrm>
                <a:off x="14499755" y="2245096"/>
                <a:ext cx="431908" cy="167253"/>
              </a:xfrm>
              <a:custGeom>
                <a:avLst/>
                <a:gdLst/>
                <a:ahLst/>
                <a:cxnLst/>
                <a:rect l="l" t="t" r="r" b="b"/>
                <a:pathLst>
                  <a:path w="431908" h="167253">
                    <a:moveTo>
                      <a:pt x="376866" y="-350"/>
                    </a:moveTo>
                    <a:cubicBezTo>
                      <a:pt x="335337" y="87470"/>
                      <a:pt x="147028" y="170147"/>
                      <a:pt x="38158" y="53752"/>
                    </a:cubicBezTo>
                    <a:lnTo>
                      <a:pt x="-1085" y="85756"/>
                    </a:lnTo>
                    <a:cubicBezTo>
                      <a:pt x="43016" y="155574"/>
                      <a:pt x="142552" y="177386"/>
                      <a:pt x="232658" y="162432"/>
                    </a:cubicBezTo>
                    <a:cubicBezTo>
                      <a:pt x="317144" y="148430"/>
                      <a:pt x="397536" y="87661"/>
                      <a:pt x="430683" y="12699"/>
                    </a:cubicBezTo>
                    <a:cubicBezTo>
                      <a:pt x="432207" y="9175"/>
                      <a:pt x="421158" y="4793"/>
                      <a:pt x="406584" y="2317"/>
                    </a:cubicBezTo>
                    <a:cubicBezTo>
                      <a:pt x="396774" y="821"/>
                      <a:pt x="386773" y="-64"/>
                      <a:pt x="376866" y="-350"/>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33" name="Freeform 133"/>
              <p:cNvSpPr/>
              <p:nvPr/>
            </p:nvSpPr>
            <p:spPr>
              <a:xfrm>
                <a:off x="14055318" y="2466362"/>
                <a:ext cx="198600" cy="162401"/>
              </a:xfrm>
              <a:custGeom>
                <a:avLst/>
                <a:gdLst/>
                <a:ahLst/>
                <a:cxnLst/>
                <a:rect l="l" t="t" r="r" b="b"/>
                <a:pathLst>
                  <a:path w="198600" h="162401">
                    <a:moveTo>
                      <a:pt x="64733" y="162051"/>
                    </a:moveTo>
                    <a:cubicBezTo>
                      <a:pt x="42634" y="161861"/>
                      <a:pt x="20632" y="159946"/>
                      <a:pt x="-1085" y="156336"/>
                    </a:cubicBezTo>
                    <a:lnTo>
                      <a:pt x="535" y="146811"/>
                    </a:lnTo>
                    <a:cubicBezTo>
                      <a:pt x="84926" y="160051"/>
                      <a:pt x="141599" y="149669"/>
                      <a:pt x="168841" y="115855"/>
                    </a:cubicBezTo>
                    <a:cubicBezTo>
                      <a:pt x="203798" y="72516"/>
                      <a:pt x="177795" y="3936"/>
                      <a:pt x="177509" y="3269"/>
                    </a:cubicBezTo>
                    <a:lnTo>
                      <a:pt x="187034" y="-350"/>
                    </a:lnTo>
                    <a:cubicBezTo>
                      <a:pt x="188177" y="2698"/>
                      <a:pt x="215609" y="74230"/>
                      <a:pt x="176842" y="122046"/>
                    </a:cubicBezTo>
                    <a:cubicBezTo>
                      <a:pt x="155030" y="148525"/>
                      <a:pt x="117501" y="162051"/>
                      <a:pt x="64733" y="162051"/>
                    </a:cubicBezTo>
                    <a:close/>
                  </a:path>
                </a:pathLst>
              </a:custGeom>
              <a:solidFill>
                <a:srgbClr val="FFE4C0"/>
              </a:solidFill>
              <a:ln cap="flat">
                <a:prstDash val="solid"/>
              </a:ln>
            </p:spPr>
            <p:txBody>
              <a:bodyPr vert="horz" lIns="91440" tIns="45720" rIns="91440" bIns="45720" anchor="ctr">
                <a:normAutofit/>
              </a:bodyPr>
              <a:lstStyle/>
              <a:p>
                <a:pPr marL="0" algn="l"/>
                <a:endParaRPr/>
              </a:p>
            </p:txBody>
          </p:sp>
          <p:sp>
            <p:nvSpPr>
              <p:cNvPr id="134" name="Freeform 134"/>
              <p:cNvSpPr/>
              <p:nvPr/>
            </p:nvSpPr>
            <p:spPr>
              <a:xfrm>
                <a:off x="14463655" y="2796696"/>
                <a:ext cx="268188" cy="408233"/>
              </a:xfrm>
              <a:custGeom>
                <a:avLst/>
                <a:gdLst/>
                <a:ahLst/>
                <a:cxnLst/>
                <a:rect l="l" t="t" r="r" b="b"/>
                <a:pathLst>
                  <a:path w="268188" h="408233">
                    <a:moveTo>
                      <a:pt x="79307" y="407884"/>
                    </a:moveTo>
                    <a:lnTo>
                      <a:pt x="75496" y="398359"/>
                    </a:lnTo>
                    <a:cubicBezTo>
                      <a:pt x="77878" y="397406"/>
                      <a:pt x="309334" y="298537"/>
                      <a:pt x="246184" y="120800"/>
                    </a:cubicBezTo>
                    <a:cubicBezTo>
                      <a:pt x="228087" y="69651"/>
                      <a:pt x="198559" y="35742"/>
                      <a:pt x="159316" y="19930"/>
                    </a:cubicBezTo>
                    <a:cubicBezTo>
                      <a:pt x="87307" y="-8645"/>
                      <a:pt x="4250" y="32599"/>
                      <a:pt x="3391" y="32980"/>
                    </a:cubicBezTo>
                    <a:lnTo>
                      <a:pt x="-1085" y="24121"/>
                    </a:lnTo>
                    <a:cubicBezTo>
                      <a:pt x="2439" y="22312"/>
                      <a:pt x="86735" y="-19789"/>
                      <a:pt x="162935" y="10691"/>
                    </a:cubicBezTo>
                    <a:cubicBezTo>
                      <a:pt x="205227" y="27550"/>
                      <a:pt x="236469" y="63459"/>
                      <a:pt x="255613" y="117466"/>
                    </a:cubicBezTo>
                    <a:cubicBezTo>
                      <a:pt x="321622" y="304537"/>
                      <a:pt x="81782" y="406931"/>
                      <a:pt x="79307" y="407884"/>
                    </a:cubicBezTo>
                    <a:close/>
                  </a:path>
                </a:pathLst>
              </a:custGeom>
              <a:solidFill>
                <a:srgbClr val="FFE4C0"/>
              </a:solidFill>
              <a:ln cap="flat">
                <a:prstDash val="solid"/>
              </a:ln>
            </p:spPr>
            <p:txBody>
              <a:bodyPr vert="horz" lIns="91440" tIns="45720" rIns="91440" bIns="45720" anchor="ctr">
                <a:normAutofit/>
              </a:bodyPr>
              <a:lstStyle/>
              <a:p>
                <a:pPr marL="0" algn="l"/>
                <a:endParaRPr/>
              </a:p>
            </p:txBody>
          </p:sp>
          <p:sp>
            <p:nvSpPr>
              <p:cNvPr id="135" name="Freeform 135"/>
              <p:cNvSpPr/>
              <p:nvPr/>
            </p:nvSpPr>
            <p:spPr>
              <a:xfrm>
                <a:off x="15065159" y="2263003"/>
                <a:ext cx="176498" cy="116872"/>
              </a:xfrm>
              <a:custGeom>
                <a:avLst/>
                <a:gdLst/>
                <a:ahLst/>
                <a:cxnLst/>
                <a:rect l="l" t="t" r="r" b="b"/>
                <a:pathLst>
                  <a:path w="176498" h="116872">
                    <a:moveTo>
                      <a:pt x="104833" y="116522"/>
                    </a:moveTo>
                    <a:cubicBezTo>
                      <a:pt x="92355" y="116588"/>
                      <a:pt x="79973" y="113883"/>
                      <a:pt x="68637" y="108616"/>
                    </a:cubicBezTo>
                    <a:cubicBezTo>
                      <a:pt x="13869" y="82898"/>
                      <a:pt x="-514" y="4698"/>
                      <a:pt x="-1085" y="1364"/>
                    </a:cubicBezTo>
                    <a:lnTo>
                      <a:pt x="8440" y="-350"/>
                    </a:lnTo>
                    <a:cubicBezTo>
                      <a:pt x="8440" y="412"/>
                      <a:pt x="22537" y="75850"/>
                      <a:pt x="72638" y="99567"/>
                    </a:cubicBezTo>
                    <a:cubicBezTo>
                      <a:pt x="99594" y="112235"/>
                      <a:pt x="132456" y="107568"/>
                      <a:pt x="170460" y="85851"/>
                    </a:cubicBezTo>
                    <a:lnTo>
                      <a:pt x="175414" y="94519"/>
                    </a:lnTo>
                    <a:cubicBezTo>
                      <a:pt x="154172" y="107835"/>
                      <a:pt x="129884" y="115417"/>
                      <a:pt x="104833" y="116522"/>
                    </a:cubicBezTo>
                    <a:close/>
                  </a:path>
                </a:pathLst>
              </a:custGeom>
              <a:solidFill>
                <a:srgbClr val="FFE4C0"/>
              </a:solidFill>
              <a:ln cap="flat">
                <a:prstDash val="solid"/>
              </a:ln>
            </p:spPr>
            <p:txBody>
              <a:bodyPr vert="horz" lIns="91440" tIns="45720" rIns="91440" bIns="45720" anchor="ctr">
                <a:normAutofit/>
              </a:bodyPr>
              <a:lstStyle/>
              <a:p>
                <a:pPr marL="0" algn="l"/>
                <a:endParaRPr/>
              </a:p>
            </p:txBody>
          </p:sp>
          <p:sp>
            <p:nvSpPr>
              <p:cNvPr id="136" name="Freeform 136"/>
              <p:cNvSpPr/>
              <p:nvPr/>
            </p:nvSpPr>
            <p:spPr>
              <a:xfrm>
                <a:off x="14983523" y="2666634"/>
                <a:ext cx="262582" cy="387800"/>
              </a:xfrm>
              <a:custGeom>
                <a:avLst/>
                <a:gdLst/>
                <a:ahLst/>
                <a:cxnLst/>
                <a:rect l="l" t="t" r="r" b="b"/>
                <a:pathLst>
                  <a:path w="262582" h="387800">
                    <a:moveTo>
                      <a:pt x="181801" y="387451"/>
                    </a:moveTo>
                    <a:cubicBezTo>
                      <a:pt x="49689" y="381640"/>
                      <a:pt x="10922" y="338206"/>
                      <a:pt x="1588" y="302773"/>
                    </a:cubicBezTo>
                    <a:cubicBezTo>
                      <a:pt x="-11748" y="252005"/>
                      <a:pt x="27877" y="196284"/>
                      <a:pt x="52927" y="180568"/>
                    </a:cubicBezTo>
                    <a:cubicBezTo>
                      <a:pt x="86551" y="159612"/>
                      <a:pt x="83693" y="124656"/>
                      <a:pt x="81502" y="90747"/>
                    </a:cubicBezTo>
                    <a:cubicBezTo>
                      <a:pt x="79312" y="64267"/>
                      <a:pt x="77312" y="39121"/>
                      <a:pt x="92361" y="21500"/>
                    </a:cubicBezTo>
                    <a:cubicBezTo>
                      <a:pt x="102743" y="9308"/>
                      <a:pt x="120079" y="2450"/>
                      <a:pt x="145319" y="450"/>
                    </a:cubicBezTo>
                    <a:cubicBezTo>
                      <a:pt x="174181" y="-3341"/>
                      <a:pt x="203232" y="6479"/>
                      <a:pt x="223901" y="27025"/>
                    </a:cubicBezTo>
                    <a:cubicBezTo>
                      <a:pt x="270764" y="75507"/>
                      <a:pt x="260762" y="171328"/>
                      <a:pt x="260287" y="175424"/>
                    </a:cubicBezTo>
                    <a:lnTo>
                      <a:pt x="250762" y="174281"/>
                    </a:lnTo>
                    <a:cubicBezTo>
                      <a:pt x="250762" y="173328"/>
                      <a:pt x="260287" y="79031"/>
                      <a:pt x="217138" y="33978"/>
                    </a:cubicBezTo>
                    <a:cubicBezTo>
                      <a:pt x="198470" y="15604"/>
                      <a:pt x="172371" y="6908"/>
                      <a:pt x="146462" y="10451"/>
                    </a:cubicBezTo>
                    <a:cubicBezTo>
                      <a:pt x="123984" y="12166"/>
                      <a:pt x="108934" y="17881"/>
                      <a:pt x="100362" y="27977"/>
                    </a:cubicBezTo>
                    <a:cubicBezTo>
                      <a:pt x="87980" y="42455"/>
                      <a:pt x="89789" y="65506"/>
                      <a:pt x="91789" y="89985"/>
                    </a:cubicBezTo>
                    <a:cubicBezTo>
                      <a:pt x="94647" y="125037"/>
                      <a:pt x="97790" y="164851"/>
                      <a:pt x="59024" y="189045"/>
                    </a:cubicBezTo>
                    <a:cubicBezTo>
                      <a:pt x="36831" y="202951"/>
                      <a:pt x="63" y="254767"/>
                      <a:pt x="12065" y="300202"/>
                    </a:cubicBezTo>
                    <a:cubicBezTo>
                      <a:pt x="24066" y="345636"/>
                      <a:pt x="83313" y="373068"/>
                      <a:pt x="183515" y="377544"/>
                    </a:cubicBezTo>
                    <a:close/>
                  </a:path>
                </a:pathLst>
              </a:custGeom>
              <a:solidFill>
                <a:srgbClr val="FFE4C0"/>
              </a:solidFill>
              <a:ln cap="flat">
                <a:prstDash val="solid"/>
              </a:ln>
            </p:spPr>
            <p:txBody>
              <a:bodyPr vert="horz" lIns="91440" tIns="45720" rIns="91440" bIns="45720" anchor="ctr">
                <a:normAutofit/>
              </a:bodyPr>
              <a:lstStyle/>
              <a:p>
                <a:pPr marL="0" algn="l"/>
                <a:endParaRPr/>
              </a:p>
            </p:txBody>
          </p:sp>
        </p:grpSp>
      </p:grpSp>
      <p:sp>
        <p:nvSpPr>
          <p:cNvPr id="137" name="TextBox 137"/>
          <p:cNvSpPr txBox="1"/>
          <p:nvPr/>
        </p:nvSpPr>
        <p:spPr>
          <a:xfrm>
            <a:off x="66675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Implementation and Testing</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a:solidFill>
                  <a:srgbClr val="000000"/>
                </a:solidFill>
                <a:latin typeface="微软雅黑"/>
                <a:ea typeface="微软雅黑"/>
              </a:rPr>
              <a:t>Deployment and Maintenance</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a:solidFill>
                  <a:srgbClr val="000000"/>
                </a:solidFill>
                <a:latin typeface="Arial"/>
                <a:ea typeface="Arial"/>
              </a:rPr>
              <a:t>06</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p:nvPr/>
        </p:nvSpPr>
        <p:spPr>
          <a:xfrm>
            <a:off x="9050528" y="3660386"/>
            <a:ext cx="2481074"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a:solidFill>
                  <a:srgbClr val="000000"/>
                </a:solidFill>
                <a:latin typeface="微软雅黑"/>
                <a:ea typeface="微软雅黑"/>
              </a:rPr>
              <a:t>Domain Configuration</a:t>
            </a:r>
          </a:p>
        </p:txBody>
      </p:sp>
      <p:sp>
        <p:nvSpPr>
          <p:cNvPr id="3" name="AutoShape 3"/>
          <p:cNvSpPr/>
          <p:nvPr/>
        </p:nvSpPr>
        <p:spPr>
          <a:xfrm>
            <a:off x="9051478" y="4038842"/>
            <a:ext cx="3053612" cy="1993238"/>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dirty="0">
                <a:solidFill>
                  <a:srgbClr val="000000"/>
                </a:solidFill>
                <a:latin typeface="微软雅黑"/>
                <a:ea typeface="微软雅黑"/>
              </a:rPr>
              <a:t>Konfigurasi domain melibatkan pengaturan nama domain yang mudah diingat dan terhubung ke server hosting. Hal ini penting untuk aksesibilitas dan visibilitas aplikasi online.</a:t>
            </a:r>
          </a:p>
        </p:txBody>
      </p:sp>
      <p:cxnSp>
        <p:nvCxnSpPr>
          <p:cNvPr id="4" name="Connector 4"/>
          <p:cNvCxnSpPr/>
          <p:nvPr/>
        </p:nvCxnSpPr>
        <p:spPr>
          <a:xfrm>
            <a:off x="9050528" y="3551932"/>
            <a:ext cx="2344400" cy="0"/>
          </a:xfrm>
          <a:prstGeom prst="straightConnector1">
            <a:avLst/>
          </a:prstGeom>
          <a:ln w="25400" cap="flat" cmpd="sng">
            <a:solidFill>
              <a:schemeClr val="accent2"/>
            </a:solidFill>
            <a:prstDash val="solid"/>
          </a:ln>
        </p:spPr>
      </p:cxnSp>
      <p:sp>
        <p:nvSpPr>
          <p:cNvPr id="5" name="TextBox 5"/>
          <p:cNvSpPr txBox="1"/>
          <p:nvPr/>
        </p:nvSpPr>
        <p:spPr>
          <a:xfrm>
            <a:off x="9050528" y="2289621"/>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2">
                    <a:alpha val="20000"/>
                  </a:schemeClr>
                </a:solidFill>
                <a:latin typeface="Arial"/>
                <a:ea typeface="Arial"/>
              </a:rPr>
              <a:t>02</a:t>
            </a:r>
            <a:endParaRPr lang="en-US" sz="1100"/>
          </a:p>
        </p:txBody>
      </p:sp>
      <p:sp>
        <p:nvSpPr>
          <p:cNvPr id="6" name="AutoShape 6"/>
          <p:cNvSpPr/>
          <p:nvPr/>
        </p:nvSpPr>
        <p:spPr>
          <a:xfrm>
            <a:off x="660400" y="3660386"/>
            <a:ext cx="2481074" cy="380810"/>
          </a:xfrm>
          <a:prstGeom prst="rect">
            <a:avLst/>
          </a:prstGeom>
          <a:noFill/>
          <a:ln cap="flat" cmpd="sng">
            <a:prstDash val="solid"/>
          </a:ln>
        </p:spPr>
        <p:txBody>
          <a:bodyPr vert="horz" wrap="square" lIns="91440" tIns="45720" rIns="91440" bIns="45720" anchor="t">
            <a:spAutoFit/>
          </a:bodyPr>
          <a:lstStyle/>
          <a:p>
            <a:pPr marL="0" algn="l">
              <a:lnSpc>
                <a:spcPct val="130000"/>
              </a:lnSpc>
            </a:pPr>
            <a:r>
              <a:rPr lang="zh-CN" altLang="en-US" sz="1600" b="1" i="0" u="none" baseline="0" dirty="0">
                <a:solidFill>
                  <a:srgbClr val="000000"/>
                </a:solidFill>
                <a:latin typeface="微软雅黑"/>
                <a:ea typeface="微软雅黑"/>
              </a:rPr>
              <a:t>Hosting Platforms Overview</a:t>
            </a:r>
          </a:p>
        </p:txBody>
      </p:sp>
      <p:sp>
        <p:nvSpPr>
          <p:cNvPr id="7" name="AutoShape 7"/>
          <p:cNvSpPr/>
          <p:nvPr/>
        </p:nvSpPr>
        <p:spPr>
          <a:xfrm>
            <a:off x="660400" y="4298571"/>
            <a:ext cx="3261090" cy="2316403"/>
          </a:xfrm>
          <a:prstGeom prst="rect">
            <a:avLst/>
          </a:prstGeom>
          <a:noFill/>
          <a:ln cap="flat" cmpd="sng">
            <a:prstDash val="solid"/>
          </a:ln>
        </p:spPr>
        <p:txBody>
          <a:bodyPr vert="horz" wrap="square" lIns="91440" tIns="45720" rIns="91440" bIns="45720" anchor="t">
            <a:spAutoFit/>
          </a:bodyPr>
          <a:lstStyle/>
          <a:p>
            <a:pPr marL="0" algn="l">
              <a:lnSpc>
                <a:spcPct val="150000"/>
              </a:lnSpc>
            </a:pPr>
            <a:r>
              <a:rPr lang="zh-CN" altLang="en-US" sz="1400" b="0" i="0" u="none" baseline="0" dirty="0">
                <a:solidFill>
                  <a:srgbClr val="000000"/>
                </a:solidFill>
                <a:latin typeface="微软雅黑"/>
                <a:ea typeface="微软雅黑"/>
              </a:rPr>
              <a:t>Platform hosting seperti AWS, Heroku, dan Vercel menyediakan infrastruktur untuk meng-host aplikasi web. Pemilihan platform harus mempertimbangkan skalabilitas dan kemudahan penggunaan.</a:t>
            </a:r>
          </a:p>
        </p:txBody>
      </p:sp>
      <p:cxnSp>
        <p:nvCxnSpPr>
          <p:cNvPr id="8" name="Connector 8"/>
          <p:cNvCxnSpPr/>
          <p:nvPr/>
        </p:nvCxnSpPr>
        <p:spPr>
          <a:xfrm>
            <a:off x="660400" y="3551932"/>
            <a:ext cx="2344400" cy="0"/>
          </a:xfrm>
          <a:prstGeom prst="straightConnector1">
            <a:avLst/>
          </a:prstGeom>
          <a:ln w="25400" cap="flat" cmpd="sng">
            <a:solidFill>
              <a:schemeClr val="accent1"/>
            </a:solidFill>
            <a:prstDash val="solid"/>
          </a:ln>
        </p:spPr>
      </p:cxnSp>
      <p:sp>
        <p:nvSpPr>
          <p:cNvPr id="9" name="TextBox 9"/>
          <p:cNvSpPr txBox="1"/>
          <p:nvPr/>
        </p:nvSpPr>
        <p:spPr>
          <a:xfrm>
            <a:off x="660400" y="2289621"/>
            <a:ext cx="1441420" cy="1446550"/>
          </a:xfrm>
          <a:prstGeom prst="rect">
            <a:avLst/>
          </a:prstGeom>
          <a:noFill/>
        </p:spPr>
        <p:txBody>
          <a:bodyPr vert="horz" wrap="none" lIns="91440" tIns="45720" rIns="91440" bIns="45720" rtlCol="0" anchor="ctr">
            <a:spAutoFit/>
          </a:bodyPr>
          <a:lstStyle/>
          <a:p>
            <a:pPr marL="0" algn="l">
              <a:defRPr/>
            </a:pPr>
            <a:r>
              <a:rPr lang="en-US" sz="8800" b="1" i="0" u="none" baseline="0">
                <a:solidFill>
                  <a:schemeClr val="accent1">
                    <a:alpha val="20000"/>
                  </a:schemeClr>
                </a:solidFill>
                <a:latin typeface="Arial"/>
                <a:ea typeface="Arial"/>
              </a:rPr>
              <a:t>01</a:t>
            </a:r>
            <a:endParaRPr lang="en-US" sz="1100"/>
          </a:p>
        </p:txBody>
      </p:sp>
      <p:sp>
        <p:nvSpPr>
          <p:cNvPr id="10" name="Freeform 10"/>
          <p:cNvSpPr/>
          <p:nvPr/>
        </p:nvSpPr>
        <p:spPr>
          <a:xfrm>
            <a:off x="5028241" y="2780803"/>
            <a:ext cx="3445843" cy="2030152"/>
          </a:xfrm>
          <a:custGeom>
            <a:avLst/>
            <a:gdLst/>
            <a:ahLst/>
            <a:cxnLst/>
            <a:rect l="l" t="t" r="r" b="b"/>
            <a:pathLst>
              <a:path w="4272351" h="2517097">
                <a:moveTo>
                  <a:pt x="4272352" y="2517098"/>
                </a:moveTo>
                <a:lnTo>
                  <a:pt x="0" y="2517098"/>
                </a:lnTo>
                <a:lnTo>
                  <a:pt x="0" y="2136176"/>
                </a:lnTo>
                <a:cubicBezTo>
                  <a:pt x="0" y="956369"/>
                  <a:pt x="956436" y="0"/>
                  <a:pt x="2136176" y="0"/>
                </a:cubicBezTo>
                <a:lnTo>
                  <a:pt x="2136176" y="0"/>
                </a:lnTo>
                <a:cubicBezTo>
                  <a:pt x="3315982" y="0"/>
                  <a:pt x="4272352" y="956436"/>
                  <a:pt x="4272352" y="2136176"/>
                </a:cubicBezTo>
                <a:lnTo>
                  <a:pt x="4272352" y="2517098"/>
                </a:lnTo>
                <a:close/>
              </a:path>
            </a:pathLst>
          </a:custGeom>
          <a:solidFill>
            <a:schemeClr val="accent1">
              <a:alpha val="15000"/>
            </a:schemeClr>
          </a:solidFill>
          <a:ln cap="flat">
            <a:prstDash val="solid"/>
          </a:ln>
        </p:spPr>
        <p:txBody>
          <a:bodyPr vert="horz" lIns="91440" tIns="45720" rIns="91440" bIns="45720" anchor="ctr">
            <a:normAutofit/>
          </a:bodyPr>
          <a:lstStyle/>
          <a:p>
            <a:pPr marL="0" algn="l"/>
            <a:endParaRPr/>
          </a:p>
        </p:txBody>
      </p:sp>
      <p:sp>
        <p:nvSpPr>
          <p:cNvPr id="11" name="Freeform 11"/>
          <p:cNvSpPr/>
          <p:nvPr/>
        </p:nvSpPr>
        <p:spPr>
          <a:xfrm>
            <a:off x="6667181" y="3582087"/>
            <a:ext cx="89616" cy="91127"/>
          </a:xfrm>
          <a:custGeom>
            <a:avLst/>
            <a:gdLst/>
            <a:ahLst/>
            <a:cxnLst/>
            <a:rect l="l" t="t" r="r" b="b"/>
            <a:pathLst>
              <a:path w="111110" h="112984">
                <a:moveTo>
                  <a:pt x="107055" y="11392"/>
                </a:moveTo>
                <a:cubicBezTo>
                  <a:pt x="107055" y="11392"/>
                  <a:pt x="134369" y="88602"/>
                  <a:pt x="47232" y="112984"/>
                </a:cubicBezTo>
                <a:lnTo>
                  <a:pt x="0" y="0"/>
                </a:lnTo>
                <a:lnTo>
                  <a:pt x="107055" y="11392"/>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2" name="Freeform 12"/>
          <p:cNvSpPr/>
          <p:nvPr/>
        </p:nvSpPr>
        <p:spPr>
          <a:xfrm>
            <a:off x="5560279" y="3591275"/>
            <a:ext cx="118207" cy="91449"/>
          </a:xfrm>
          <a:custGeom>
            <a:avLst/>
            <a:gdLst/>
            <a:ahLst/>
            <a:cxnLst/>
            <a:rect l="l" t="t" r="r" b="b"/>
            <a:pathLst>
              <a:path w="146560" h="113383">
                <a:moveTo>
                  <a:pt x="467" y="0"/>
                </a:moveTo>
                <a:cubicBezTo>
                  <a:pt x="467" y="0"/>
                  <a:pt x="-14455" y="89801"/>
                  <a:pt x="124377" y="113384"/>
                </a:cubicBezTo>
                <a:lnTo>
                  <a:pt x="146561" y="13723"/>
                </a:lnTo>
                <a:lnTo>
                  <a:pt x="467" y="0"/>
                </a:lnTo>
                <a:close/>
              </a:path>
            </a:pathLst>
          </a:custGeom>
          <a:solidFill>
            <a:srgbClr val="D13830"/>
          </a:solidFill>
          <a:ln cap="flat">
            <a:prstDash val="solid"/>
          </a:ln>
        </p:spPr>
        <p:txBody>
          <a:bodyPr vert="horz" lIns="91440" tIns="45720" rIns="91440" bIns="45720" anchor="ctr">
            <a:normAutofit/>
          </a:bodyPr>
          <a:lstStyle/>
          <a:p>
            <a:pPr marL="0" algn="l"/>
            <a:endParaRPr/>
          </a:p>
        </p:txBody>
      </p:sp>
      <p:sp>
        <p:nvSpPr>
          <p:cNvPr id="13" name="Freeform 13"/>
          <p:cNvSpPr/>
          <p:nvPr/>
        </p:nvSpPr>
        <p:spPr>
          <a:xfrm>
            <a:off x="5045005" y="2478462"/>
            <a:ext cx="382938" cy="612259"/>
          </a:xfrm>
          <a:custGeom>
            <a:avLst/>
            <a:gdLst/>
            <a:ahLst/>
            <a:cxnLst/>
            <a:rect l="l" t="t" r="r" b="b"/>
            <a:pathLst>
              <a:path w="474787" h="759113">
                <a:moveTo>
                  <a:pt x="431819" y="759113"/>
                </a:moveTo>
                <a:lnTo>
                  <a:pt x="42969" y="759113"/>
                </a:lnTo>
                <a:cubicBezTo>
                  <a:pt x="19253" y="759113"/>
                  <a:pt x="0" y="739860"/>
                  <a:pt x="0" y="716144"/>
                </a:cubicBezTo>
                <a:lnTo>
                  <a:pt x="0" y="42969"/>
                </a:lnTo>
                <a:cubicBezTo>
                  <a:pt x="0" y="19253"/>
                  <a:pt x="19253" y="0"/>
                  <a:pt x="42969" y="0"/>
                </a:cubicBezTo>
                <a:lnTo>
                  <a:pt x="431819" y="0"/>
                </a:lnTo>
                <a:cubicBezTo>
                  <a:pt x="455535" y="0"/>
                  <a:pt x="474787" y="19253"/>
                  <a:pt x="474787" y="42969"/>
                </a:cubicBezTo>
                <a:lnTo>
                  <a:pt x="474787" y="716144"/>
                </a:lnTo>
                <a:cubicBezTo>
                  <a:pt x="474787" y="739860"/>
                  <a:pt x="455535" y="759113"/>
                  <a:pt x="431819" y="759113"/>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5044950" y="2478409"/>
            <a:ext cx="360156" cy="148779"/>
          </a:xfrm>
          <a:custGeom>
            <a:avLst/>
            <a:gdLst/>
            <a:ahLst/>
            <a:cxnLst/>
            <a:rect l="l" t="t" r="r" b="b"/>
            <a:pathLst>
              <a:path w="446541" h="184465">
                <a:moveTo>
                  <a:pt x="42969" y="67"/>
                </a:moveTo>
                <a:cubicBezTo>
                  <a:pt x="19253" y="67"/>
                  <a:pt x="0" y="19319"/>
                  <a:pt x="0" y="43035"/>
                </a:cubicBezTo>
                <a:lnTo>
                  <a:pt x="0" y="184466"/>
                </a:lnTo>
                <a:lnTo>
                  <a:pt x="381988" y="184466"/>
                </a:lnTo>
                <a:cubicBezTo>
                  <a:pt x="417629" y="184466"/>
                  <a:pt x="446541" y="155553"/>
                  <a:pt x="446541" y="119913"/>
                </a:cubicBezTo>
                <a:lnTo>
                  <a:pt x="446541" y="8127"/>
                </a:lnTo>
                <a:cubicBezTo>
                  <a:pt x="446541" y="6196"/>
                  <a:pt x="446341" y="4330"/>
                  <a:pt x="446075" y="2465"/>
                </a:cubicBezTo>
                <a:cubicBezTo>
                  <a:pt x="441611" y="933"/>
                  <a:pt x="436881" y="0"/>
                  <a:pt x="431885" y="0"/>
                </a:cubicBezTo>
                <a:lnTo>
                  <a:pt x="42969" y="0"/>
                </a:ln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4287825" y="3753745"/>
            <a:ext cx="138750" cy="545759"/>
          </a:xfrm>
          <a:custGeom>
            <a:avLst/>
            <a:gdLst/>
            <a:ahLst/>
            <a:cxnLst/>
            <a:rect l="l" t="t" r="r" b="b"/>
            <a:pathLst>
              <a:path w="172031" h="676664">
                <a:moveTo>
                  <a:pt x="159296" y="669191"/>
                </a:moveTo>
                <a:lnTo>
                  <a:pt x="107467" y="676519"/>
                </a:lnTo>
                <a:cubicBezTo>
                  <a:pt x="99407" y="677651"/>
                  <a:pt x="91879" y="672056"/>
                  <a:pt x="90746" y="663928"/>
                </a:cubicBezTo>
                <a:lnTo>
                  <a:pt x="146" y="24195"/>
                </a:lnTo>
                <a:cubicBezTo>
                  <a:pt x="-987" y="16134"/>
                  <a:pt x="4609" y="8606"/>
                  <a:pt x="12736" y="7473"/>
                </a:cubicBezTo>
                <a:lnTo>
                  <a:pt x="64565" y="146"/>
                </a:lnTo>
                <a:cubicBezTo>
                  <a:pt x="72626" y="-987"/>
                  <a:pt x="80154" y="4609"/>
                  <a:pt x="81286" y="12736"/>
                </a:cubicBezTo>
                <a:lnTo>
                  <a:pt x="171887" y="652470"/>
                </a:lnTo>
                <a:cubicBezTo>
                  <a:pt x="173020" y="660597"/>
                  <a:pt x="167357" y="668058"/>
                  <a:pt x="159296" y="6691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4398763" y="3830941"/>
            <a:ext cx="199767" cy="462314"/>
          </a:xfrm>
          <a:custGeom>
            <a:avLst/>
            <a:gdLst/>
            <a:ahLst/>
            <a:cxnLst/>
            <a:rect l="l" t="t" r="r" b="b"/>
            <a:pathLst>
              <a:path w="247683" h="573204">
                <a:moveTo>
                  <a:pt x="60188" y="572481"/>
                </a:moveTo>
                <a:lnTo>
                  <a:pt x="10291" y="556560"/>
                </a:lnTo>
                <a:cubicBezTo>
                  <a:pt x="2497" y="554095"/>
                  <a:pt x="-1767" y="545768"/>
                  <a:pt x="698" y="537973"/>
                </a:cubicBezTo>
                <a:lnTo>
                  <a:pt x="168909" y="10291"/>
                </a:lnTo>
                <a:cubicBezTo>
                  <a:pt x="171374" y="2497"/>
                  <a:pt x="179701" y="-1767"/>
                  <a:pt x="187495" y="698"/>
                </a:cubicBezTo>
                <a:lnTo>
                  <a:pt x="237392" y="16620"/>
                </a:lnTo>
                <a:cubicBezTo>
                  <a:pt x="245187" y="19085"/>
                  <a:pt x="249450" y="27412"/>
                  <a:pt x="246985" y="35206"/>
                </a:cubicBezTo>
                <a:lnTo>
                  <a:pt x="78775" y="562888"/>
                </a:lnTo>
                <a:cubicBezTo>
                  <a:pt x="76310" y="570683"/>
                  <a:pt x="67983" y="575013"/>
                  <a:pt x="60188" y="572481"/>
                </a:cubicBez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6794363" y="2403992"/>
            <a:ext cx="1583060" cy="1440138"/>
          </a:xfrm>
          <a:custGeom>
            <a:avLst/>
            <a:gdLst/>
            <a:ahLst/>
            <a:cxnLst/>
            <a:rect l="l" t="t" r="r" b="b"/>
            <a:pathLst>
              <a:path w="1962768" h="1785564">
                <a:moveTo>
                  <a:pt x="1916469" y="1785565"/>
                </a:moveTo>
                <a:lnTo>
                  <a:pt x="46300" y="1785565"/>
                </a:lnTo>
                <a:cubicBezTo>
                  <a:pt x="20718" y="1785565"/>
                  <a:pt x="0" y="1764846"/>
                  <a:pt x="0" y="1739265"/>
                </a:cubicBezTo>
                <a:lnTo>
                  <a:pt x="0" y="46300"/>
                </a:lnTo>
                <a:cubicBezTo>
                  <a:pt x="0" y="20718"/>
                  <a:pt x="20718" y="0"/>
                  <a:pt x="46300" y="0"/>
                </a:cubicBezTo>
                <a:lnTo>
                  <a:pt x="1916469" y="0"/>
                </a:lnTo>
                <a:cubicBezTo>
                  <a:pt x="1942051" y="0"/>
                  <a:pt x="1962769" y="20718"/>
                  <a:pt x="1962769" y="46300"/>
                </a:cubicBezTo>
                <a:lnTo>
                  <a:pt x="1962769" y="1739265"/>
                </a:lnTo>
                <a:cubicBezTo>
                  <a:pt x="1962769" y="1764846"/>
                  <a:pt x="1942051" y="1785565"/>
                  <a:pt x="1916469" y="1785565"/>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18" name="Freeform 18"/>
          <p:cNvSpPr/>
          <p:nvPr/>
        </p:nvSpPr>
        <p:spPr>
          <a:xfrm>
            <a:off x="3736291" y="4576692"/>
            <a:ext cx="1184703" cy="191172"/>
          </a:xfrm>
          <a:custGeom>
            <a:avLst/>
            <a:gdLst/>
            <a:ahLst/>
            <a:cxnLst/>
            <a:rect l="l" t="t" r="r" b="b"/>
            <a:pathLst>
              <a:path w="1468862" h="237026">
                <a:moveTo>
                  <a:pt x="1468862" y="237027"/>
                </a:moveTo>
                <a:lnTo>
                  <a:pt x="118514" y="237027"/>
                </a:lnTo>
                <a:cubicBezTo>
                  <a:pt x="53028" y="237027"/>
                  <a:pt x="0" y="183932"/>
                  <a:pt x="0" y="118513"/>
                </a:cubicBezTo>
                <a:lnTo>
                  <a:pt x="0" y="118513"/>
                </a:lnTo>
                <a:cubicBezTo>
                  <a:pt x="0" y="53028"/>
                  <a:pt x="53095" y="0"/>
                  <a:pt x="118514" y="0"/>
                </a:cubicBezTo>
                <a:lnTo>
                  <a:pt x="1468862" y="0"/>
                </a:lnTo>
                <a:lnTo>
                  <a:pt x="1468862" y="237027"/>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19" name="Freeform 19"/>
          <p:cNvSpPr/>
          <p:nvPr/>
        </p:nvSpPr>
        <p:spPr>
          <a:xfrm>
            <a:off x="4153616" y="4588030"/>
            <a:ext cx="758997" cy="168499"/>
          </a:xfrm>
          <a:custGeom>
            <a:avLst/>
            <a:gdLst/>
            <a:ahLst/>
            <a:cxnLst/>
            <a:rect l="l" t="t" r="r" b="b"/>
            <a:pathLst>
              <a:path w="941047" h="208914">
                <a:moveTo>
                  <a:pt x="941047" y="208914"/>
                </a:moveTo>
                <a:lnTo>
                  <a:pt x="104457" y="208914"/>
                </a:lnTo>
                <a:cubicBezTo>
                  <a:pt x="46766" y="208914"/>
                  <a:pt x="0" y="162148"/>
                  <a:pt x="0" y="104457"/>
                </a:cubicBezTo>
                <a:lnTo>
                  <a:pt x="0" y="104457"/>
                </a:lnTo>
                <a:cubicBezTo>
                  <a:pt x="0" y="46766"/>
                  <a:pt x="46766" y="0"/>
                  <a:pt x="104457" y="0"/>
                </a:cubicBezTo>
                <a:lnTo>
                  <a:pt x="941047" y="0"/>
                </a:lnTo>
                <a:lnTo>
                  <a:pt x="941047"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0" name="Freeform 20"/>
          <p:cNvSpPr/>
          <p:nvPr/>
        </p:nvSpPr>
        <p:spPr>
          <a:xfrm>
            <a:off x="4020526" y="4385518"/>
            <a:ext cx="1023511" cy="191174"/>
          </a:xfrm>
          <a:custGeom>
            <a:avLst/>
            <a:gdLst/>
            <a:ahLst/>
            <a:cxnLst/>
            <a:rect l="l" t="t" r="r" b="b"/>
            <a:pathLst>
              <a:path w="1269007" h="237027">
                <a:moveTo>
                  <a:pt x="1269008" y="237027"/>
                </a:moveTo>
                <a:lnTo>
                  <a:pt x="118514" y="237027"/>
                </a:lnTo>
                <a:cubicBezTo>
                  <a:pt x="53028" y="237027"/>
                  <a:pt x="0" y="183932"/>
                  <a:pt x="0" y="118513"/>
                </a:cubicBezTo>
                <a:lnTo>
                  <a:pt x="0" y="118513"/>
                </a:lnTo>
                <a:cubicBezTo>
                  <a:pt x="0" y="53028"/>
                  <a:pt x="53095" y="0"/>
                  <a:pt x="118514" y="0"/>
                </a:cubicBezTo>
                <a:lnTo>
                  <a:pt x="1269008" y="0"/>
                </a:lnTo>
                <a:lnTo>
                  <a:pt x="1269008" y="237027"/>
                </a:ln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1" name="Freeform 21"/>
          <p:cNvSpPr/>
          <p:nvPr/>
        </p:nvSpPr>
        <p:spPr>
          <a:xfrm>
            <a:off x="4437850" y="4396855"/>
            <a:ext cx="597804" cy="168499"/>
          </a:xfrm>
          <a:custGeom>
            <a:avLst/>
            <a:gdLst/>
            <a:ahLst/>
            <a:cxnLst/>
            <a:rect l="l" t="t" r="r" b="b"/>
            <a:pathLst>
              <a:path w="741192" h="208914">
                <a:moveTo>
                  <a:pt x="741193" y="208914"/>
                </a:moveTo>
                <a:lnTo>
                  <a:pt x="104457" y="208914"/>
                </a:lnTo>
                <a:cubicBezTo>
                  <a:pt x="46766" y="208914"/>
                  <a:pt x="0" y="162149"/>
                  <a:pt x="0" y="104457"/>
                </a:cubicBezTo>
                <a:lnTo>
                  <a:pt x="0" y="104457"/>
                </a:lnTo>
                <a:cubicBezTo>
                  <a:pt x="0" y="46766"/>
                  <a:pt x="46766" y="0"/>
                  <a:pt x="104457" y="0"/>
                </a:cubicBezTo>
                <a:lnTo>
                  <a:pt x="741193" y="0"/>
                </a:lnTo>
                <a:lnTo>
                  <a:pt x="741193" y="208914"/>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22" name="Freeform 22"/>
          <p:cNvSpPr/>
          <p:nvPr/>
        </p:nvSpPr>
        <p:spPr>
          <a:xfrm>
            <a:off x="5850364" y="2708053"/>
            <a:ext cx="599954" cy="617420"/>
          </a:xfrm>
          <a:custGeom>
            <a:avLst/>
            <a:gdLst/>
            <a:ahLst/>
            <a:cxnLst/>
            <a:rect l="l" t="t" r="r" b="b"/>
            <a:pathLst>
              <a:path w="743857" h="765511">
                <a:moveTo>
                  <a:pt x="343291" y="0"/>
                </a:moveTo>
                <a:cubicBezTo>
                  <a:pt x="343291" y="0"/>
                  <a:pt x="26189" y="128040"/>
                  <a:pt x="147367" y="368798"/>
                </a:cubicBezTo>
                <a:cubicBezTo>
                  <a:pt x="147367" y="368798"/>
                  <a:pt x="-103183" y="491575"/>
                  <a:pt x="49106" y="676640"/>
                </a:cubicBezTo>
                <a:cubicBezTo>
                  <a:pt x="201394" y="861638"/>
                  <a:pt x="581784" y="721207"/>
                  <a:pt x="682777" y="586572"/>
                </a:cubicBezTo>
                <a:cubicBezTo>
                  <a:pt x="751527" y="494906"/>
                  <a:pt x="810484" y="226368"/>
                  <a:pt x="576321" y="154288"/>
                </a:cubicBezTo>
                <a:cubicBezTo>
                  <a:pt x="342225" y="82207"/>
                  <a:pt x="343291" y="0"/>
                  <a:pt x="34329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23" name="Freeform 23"/>
          <p:cNvSpPr/>
          <p:nvPr/>
        </p:nvSpPr>
        <p:spPr>
          <a:xfrm>
            <a:off x="3612154" y="4768241"/>
            <a:ext cx="4967693" cy="70118"/>
          </a:xfrm>
          <a:custGeom>
            <a:avLst/>
            <a:gdLst/>
            <a:ahLst/>
            <a:cxnLst/>
            <a:rect l="l" t="t" r="r" b="b"/>
            <a:pathLst>
              <a:path w="7120408" h="105922">
                <a:moveTo>
                  <a:pt x="0" y="0"/>
                </a:moveTo>
                <a:lnTo>
                  <a:pt x="7120408" y="0"/>
                </a:lnTo>
                <a:lnTo>
                  <a:pt x="7120408" y="105923"/>
                </a:lnTo>
                <a:lnTo>
                  <a:pt x="0" y="105923"/>
                </a:lnTo>
                <a:close/>
              </a:path>
            </a:pathLst>
          </a:custGeom>
          <a:solidFill>
            <a:srgbClr val="30355C"/>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4882720" y="3992910"/>
            <a:ext cx="1539291" cy="738020"/>
          </a:xfrm>
          <a:custGeom>
            <a:avLst/>
            <a:gdLst/>
            <a:ahLst/>
            <a:cxnLst/>
            <a:rect l="l" t="t" r="r" b="b"/>
            <a:pathLst>
              <a:path w="1908499" h="915038">
                <a:moveTo>
                  <a:pt x="1113213" y="0"/>
                </a:moveTo>
                <a:cubicBezTo>
                  <a:pt x="1113213" y="0"/>
                  <a:pt x="321457" y="130038"/>
                  <a:pt x="75369" y="390182"/>
                </a:cubicBezTo>
                <a:cubicBezTo>
                  <a:pt x="-95839" y="572516"/>
                  <a:pt x="-149333" y="1017858"/>
                  <a:pt x="1908500" y="893415"/>
                </a:cubicBezTo>
                <a:cubicBezTo>
                  <a:pt x="1901371" y="537208"/>
                  <a:pt x="1901371" y="537208"/>
                  <a:pt x="1901371" y="537208"/>
                </a:cubicBezTo>
                <a:cubicBezTo>
                  <a:pt x="1229128" y="282727"/>
                  <a:pt x="1229128" y="282727"/>
                  <a:pt x="1229128" y="282727"/>
                </a:cubicBezTo>
                <a:cubicBezTo>
                  <a:pt x="1113213" y="0"/>
                  <a:pt x="1113213" y="0"/>
                  <a:pt x="1113213"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4700108" y="4516567"/>
            <a:ext cx="552349" cy="251297"/>
          </a:xfrm>
          <a:custGeom>
            <a:avLst/>
            <a:gdLst/>
            <a:ahLst/>
            <a:cxnLst/>
            <a:rect l="l" t="t" r="r" b="b"/>
            <a:pathLst>
              <a:path w="684834" h="311572">
                <a:moveTo>
                  <a:pt x="684834" y="311573"/>
                </a:moveTo>
                <a:cubicBezTo>
                  <a:pt x="156952" y="311573"/>
                  <a:pt x="156952" y="311573"/>
                  <a:pt x="156952" y="311573"/>
                </a:cubicBezTo>
                <a:cubicBezTo>
                  <a:pt x="71348" y="311573"/>
                  <a:pt x="0" y="242157"/>
                  <a:pt x="0" y="156685"/>
                </a:cubicBezTo>
                <a:cubicBezTo>
                  <a:pt x="0" y="69416"/>
                  <a:pt x="71348" y="0"/>
                  <a:pt x="156952" y="0"/>
                </a:cubicBezTo>
                <a:cubicBezTo>
                  <a:pt x="684834" y="0"/>
                  <a:pt x="684834" y="0"/>
                  <a:pt x="684834" y="0"/>
                </a:cubicBezTo>
                <a:cubicBezTo>
                  <a:pt x="684834" y="311573"/>
                  <a:pt x="684834" y="311573"/>
                  <a:pt x="684834" y="311573"/>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4823044" y="4566268"/>
            <a:ext cx="429414" cy="153238"/>
          </a:xfrm>
          <a:custGeom>
            <a:avLst/>
            <a:gdLst/>
            <a:ahLst/>
            <a:cxnLst/>
            <a:rect l="l" t="t" r="r" b="b"/>
            <a:pathLst>
              <a:path w="532411" h="189994">
                <a:moveTo>
                  <a:pt x="532412" y="189995"/>
                </a:moveTo>
                <a:cubicBezTo>
                  <a:pt x="94398" y="189995"/>
                  <a:pt x="94398" y="189995"/>
                  <a:pt x="94398" y="189995"/>
                </a:cubicBezTo>
                <a:cubicBezTo>
                  <a:pt x="42769" y="189995"/>
                  <a:pt x="0" y="146959"/>
                  <a:pt x="0" y="94997"/>
                </a:cubicBezTo>
                <a:cubicBezTo>
                  <a:pt x="0" y="41237"/>
                  <a:pt x="42769" y="0"/>
                  <a:pt x="94398" y="0"/>
                </a:cubicBezTo>
                <a:cubicBezTo>
                  <a:pt x="532412" y="0"/>
                  <a:pt x="532412" y="0"/>
                  <a:pt x="532412" y="0"/>
                </a:cubicBezTo>
                <a:cubicBezTo>
                  <a:pt x="532412" y="189995"/>
                  <a:pt x="532412" y="189995"/>
                  <a:pt x="532412" y="189995"/>
                </a:cubicBezTo>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4723643" y="4517912"/>
            <a:ext cx="528868" cy="249954"/>
          </a:xfrm>
          <a:custGeom>
            <a:avLst/>
            <a:gdLst/>
            <a:ahLst/>
            <a:cxnLst/>
            <a:rect l="l" t="t" r="r" b="b"/>
            <a:pathLst>
              <a:path w="655721" h="309907">
                <a:moveTo>
                  <a:pt x="655655" y="0"/>
                </a:moveTo>
                <a:lnTo>
                  <a:pt x="655655" y="0"/>
                </a:lnTo>
                <a:cubicBezTo>
                  <a:pt x="493507" y="60556"/>
                  <a:pt x="493507" y="60556"/>
                  <a:pt x="493507" y="60556"/>
                </a:cubicBezTo>
                <a:cubicBezTo>
                  <a:pt x="655655" y="60556"/>
                  <a:pt x="655655" y="60556"/>
                  <a:pt x="655655" y="60556"/>
                </a:cubicBezTo>
                <a:cubicBezTo>
                  <a:pt x="655655" y="249351"/>
                  <a:pt x="655655" y="249351"/>
                  <a:pt x="655655" y="249351"/>
                </a:cubicBezTo>
                <a:cubicBezTo>
                  <a:pt x="217375" y="249351"/>
                  <a:pt x="217375" y="249351"/>
                  <a:pt x="217375" y="249351"/>
                </a:cubicBezTo>
                <a:cubicBezTo>
                  <a:pt x="179936" y="249351"/>
                  <a:pt x="146093" y="226235"/>
                  <a:pt x="131837" y="194125"/>
                </a:cubicBezTo>
                <a:cubicBezTo>
                  <a:pt x="0" y="242223"/>
                  <a:pt x="0" y="242223"/>
                  <a:pt x="0" y="242223"/>
                </a:cubicBezTo>
                <a:cubicBezTo>
                  <a:pt x="28513" y="283193"/>
                  <a:pt x="74812" y="309907"/>
                  <a:pt x="128307" y="309907"/>
                </a:cubicBezTo>
                <a:cubicBezTo>
                  <a:pt x="655722" y="309907"/>
                  <a:pt x="655722" y="309907"/>
                  <a:pt x="655722" y="309907"/>
                </a:cubicBezTo>
                <a:cubicBezTo>
                  <a:pt x="655655" y="0"/>
                  <a:pt x="655655" y="0"/>
                  <a:pt x="655655"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28" name="Freeform 28"/>
          <p:cNvSpPr/>
          <p:nvPr/>
        </p:nvSpPr>
        <p:spPr>
          <a:xfrm>
            <a:off x="4829921" y="4566268"/>
            <a:ext cx="422537" cy="153238"/>
          </a:xfrm>
          <a:custGeom>
            <a:avLst/>
            <a:gdLst/>
            <a:ahLst/>
            <a:cxnLst/>
            <a:rect l="l" t="t" r="r" b="b"/>
            <a:pathLst>
              <a:path w="523884" h="189994">
                <a:moveTo>
                  <a:pt x="523885" y="0"/>
                </a:moveTo>
                <a:cubicBezTo>
                  <a:pt x="361736" y="0"/>
                  <a:pt x="361736" y="0"/>
                  <a:pt x="361736" y="0"/>
                </a:cubicBezTo>
                <a:cubicBezTo>
                  <a:pt x="0" y="134435"/>
                  <a:pt x="0" y="134435"/>
                  <a:pt x="0" y="134435"/>
                </a:cubicBezTo>
                <a:cubicBezTo>
                  <a:pt x="14256" y="166678"/>
                  <a:pt x="48098" y="189995"/>
                  <a:pt x="85538" y="189995"/>
                </a:cubicBezTo>
                <a:cubicBezTo>
                  <a:pt x="523885" y="189995"/>
                  <a:pt x="523885" y="189995"/>
                  <a:pt x="523885" y="189995"/>
                </a:cubicBezTo>
                <a:cubicBezTo>
                  <a:pt x="523885" y="0"/>
                  <a:pt x="523885" y="0"/>
                  <a:pt x="523885" y="0"/>
                </a:cubicBezTo>
              </a:path>
            </a:pathLst>
          </a:custGeom>
          <a:solidFill>
            <a:srgbClr val="151411"/>
          </a:solidFill>
          <a:ln cap="flat">
            <a:prstDash val="solid"/>
          </a:ln>
        </p:spPr>
        <p:txBody>
          <a:bodyPr vert="horz" lIns="91440" tIns="45720" rIns="91440" bIns="45720" anchor="ctr">
            <a:normAutofit/>
          </a:bodyPr>
          <a:lstStyle/>
          <a:p>
            <a:pPr marL="0" algn="l"/>
            <a:endParaRPr/>
          </a:p>
        </p:txBody>
      </p:sp>
      <p:sp>
        <p:nvSpPr>
          <p:cNvPr id="29" name="Freeform 29"/>
          <p:cNvSpPr/>
          <p:nvPr/>
        </p:nvSpPr>
        <p:spPr>
          <a:xfrm>
            <a:off x="4929378" y="4593885"/>
            <a:ext cx="11069" cy="96661"/>
          </a:xfrm>
          <a:custGeom>
            <a:avLst/>
            <a:gdLst/>
            <a:ahLst/>
            <a:cxnLst/>
            <a:rect l="l" t="t" r="r" b="b"/>
            <a:pathLst>
              <a:path w="13723" h="119845">
                <a:moveTo>
                  <a:pt x="0" y="0"/>
                </a:moveTo>
                <a:lnTo>
                  <a:pt x="13723" y="0"/>
                </a:lnTo>
                <a:lnTo>
                  <a:pt x="13723"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0" name="Freeform 30"/>
          <p:cNvSpPr/>
          <p:nvPr/>
        </p:nvSpPr>
        <p:spPr>
          <a:xfrm>
            <a:off x="5001160" y="4593885"/>
            <a:ext cx="11069" cy="96661"/>
          </a:xfrm>
          <a:custGeom>
            <a:avLst/>
            <a:gdLst/>
            <a:ahLst/>
            <a:cxnLst/>
            <a:rect l="l" t="t" r="r" b="b"/>
            <a:pathLst>
              <a:path w="13723" h="119845">
                <a:moveTo>
                  <a:pt x="0" y="0"/>
                </a:moveTo>
                <a:lnTo>
                  <a:pt x="13724" y="0"/>
                </a:lnTo>
                <a:lnTo>
                  <a:pt x="13724"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1" name="Freeform 31"/>
          <p:cNvSpPr/>
          <p:nvPr/>
        </p:nvSpPr>
        <p:spPr>
          <a:xfrm>
            <a:off x="5072999" y="4593885"/>
            <a:ext cx="12411" cy="96661"/>
          </a:xfrm>
          <a:custGeom>
            <a:avLst/>
            <a:gdLst/>
            <a:ahLst/>
            <a:cxnLst/>
            <a:rect l="l" t="t" r="r" b="b"/>
            <a:pathLst>
              <a:path w="15388" h="119845">
                <a:moveTo>
                  <a:pt x="0" y="0"/>
                </a:moveTo>
                <a:lnTo>
                  <a:pt x="15389" y="0"/>
                </a:lnTo>
                <a:lnTo>
                  <a:pt x="15389" y="119846"/>
                </a:lnTo>
                <a:lnTo>
                  <a:pt x="0" y="119846"/>
                </a:lnTo>
                <a:lnTo>
                  <a:pt x="0" y="0"/>
                </a:lnTo>
                <a:close/>
              </a:path>
            </a:pathLst>
          </a:custGeom>
          <a:solidFill>
            <a:srgbClr val="D2BDBD"/>
          </a:solidFill>
          <a:ln cap="flat">
            <a:prstDash val="solid"/>
          </a:ln>
        </p:spPr>
        <p:txBody>
          <a:bodyPr vert="horz" lIns="91440" tIns="45720" rIns="91440" bIns="45720" anchor="ctr">
            <a:normAutofit/>
          </a:bodyPr>
          <a:lstStyle/>
          <a:p>
            <a:pPr marL="0" algn="l"/>
            <a:endParaRPr/>
          </a:p>
        </p:txBody>
      </p:sp>
      <p:sp>
        <p:nvSpPr>
          <p:cNvPr id="32" name="Freeform 32"/>
          <p:cNvSpPr/>
          <p:nvPr/>
        </p:nvSpPr>
        <p:spPr>
          <a:xfrm>
            <a:off x="7160696" y="4490293"/>
            <a:ext cx="584049" cy="251297"/>
          </a:xfrm>
          <a:custGeom>
            <a:avLst/>
            <a:gdLst/>
            <a:ahLst/>
            <a:cxnLst/>
            <a:rect l="l" t="t" r="r" b="b"/>
            <a:pathLst>
              <a:path w="724138" h="311572">
                <a:moveTo>
                  <a:pt x="0" y="0"/>
                </a:moveTo>
                <a:cubicBezTo>
                  <a:pt x="567586" y="0"/>
                  <a:pt x="567586" y="0"/>
                  <a:pt x="567586" y="0"/>
                </a:cubicBezTo>
                <a:cubicBezTo>
                  <a:pt x="652991" y="0"/>
                  <a:pt x="724139" y="69416"/>
                  <a:pt x="724139" y="156685"/>
                </a:cubicBezTo>
                <a:cubicBezTo>
                  <a:pt x="724139" y="242157"/>
                  <a:pt x="652991" y="311573"/>
                  <a:pt x="567586" y="311573"/>
                </a:cubicBezTo>
                <a:cubicBezTo>
                  <a:pt x="0" y="311573"/>
                  <a:pt x="0" y="311573"/>
                  <a:pt x="0" y="311573"/>
                </a:cubicBezTo>
                <a:cubicBezTo>
                  <a:pt x="0" y="0"/>
                  <a:pt x="0" y="0"/>
                  <a:pt x="0" y="0"/>
                </a:cubicBezTo>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33" name="Freeform 33"/>
          <p:cNvSpPr/>
          <p:nvPr/>
        </p:nvSpPr>
        <p:spPr>
          <a:xfrm>
            <a:off x="7160696" y="4490293"/>
            <a:ext cx="550952" cy="251297"/>
          </a:xfrm>
          <a:custGeom>
            <a:avLst/>
            <a:gdLst/>
            <a:ahLst/>
            <a:cxnLst/>
            <a:rect l="l" t="t" r="r" b="b"/>
            <a:pathLst>
              <a:path w="683101" h="311572">
                <a:moveTo>
                  <a:pt x="0" y="0"/>
                </a:moveTo>
                <a:cubicBezTo>
                  <a:pt x="526549" y="0"/>
                  <a:pt x="526549" y="0"/>
                  <a:pt x="526549" y="0"/>
                </a:cubicBezTo>
                <a:cubicBezTo>
                  <a:pt x="613686" y="0"/>
                  <a:pt x="683102" y="69416"/>
                  <a:pt x="683102" y="156685"/>
                </a:cubicBezTo>
                <a:cubicBezTo>
                  <a:pt x="683102" y="242157"/>
                  <a:pt x="613753" y="311573"/>
                  <a:pt x="526549" y="311573"/>
                </a:cubicBezTo>
                <a:cubicBezTo>
                  <a:pt x="0" y="311573"/>
                  <a:pt x="0" y="311573"/>
                  <a:pt x="0" y="311573"/>
                </a:cubicBezTo>
                <a:cubicBezTo>
                  <a:pt x="0" y="0"/>
                  <a:pt x="0" y="0"/>
                  <a:pt x="0" y="0"/>
                </a:cubicBezTo>
              </a:path>
            </a:pathLst>
          </a:custGeom>
          <a:solidFill>
            <a:srgbClr val="443789"/>
          </a:solidFill>
          <a:ln cap="flat">
            <a:prstDash val="solid"/>
          </a:ln>
        </p:spPr>
        <p:txBody>
          <a:bodyPr vert="horz" lIns="91440" tIns="45720" rIns="91440" bIns="45720" anchor="ctr">
            <a:normAutofit/>
          </a:bodyPr>
          <a:lstStyle/>
          <a:p>
            <a:pPr marL="0" algn="l"/>
            <a:endParaRPr/>
          </a:p>
        </p:txBody>
      </p:sp>
      <p:sp>
        <p:nvSpPr>
          <p:cNvPr id="34" name="Freeform 34"/>
          <p:cNvSpPr/>
          <p:nvPr/>
        </p:nvSpPr>
        <p:spPr>
          <a:xfrm>
            <a:off x="7159353" y="4689150"/>
            <a:ext cx="555035" cy="53838"/>
          </a:xfrm>
          <a:custGeom>
            <a:avLst/>
            <a:gdLst/>
            <a:ahLst/>
            <a:cxnLst/>
            <a:rect l="l" t="t" r="r" b="b"/>
            <a:pathLst>
              <a:path w="688164" h="66751">
                <a:moveTo>
                  <a:pt x="688165" y="10525"/>
                </a:moveTo>
                <a:cubicBezTo>
                  <a:pt x="677506" y="24582"/>
                  <a:pt x="663250" y="35107"/>
                  <a:pt x="649060" y="43901"/>
                </a:cubicBezTo>
                <a:lnTo>
                  <a:pt x="649060" y="43901"/>
                </a:lnTo>
                <a:cubicBezTo>
                  <a:pt x="665049" y="35107"/>
                  <a:pt x="677506" y="24582"/>
                  <a:pt x="688165" y="10525"/>
                </a:cubicBezTo>
                <a:lnTo>
                  <a:pt x="688165" y="10525"/>
                </a:lnTo>
                <a:moveTo>
                  <a:pt x="1732" y="0"/>
                </a:moveTo>
                <a:lnTo>
                  <a:pt x="0" y="0"/>
                </a:lnTo>
                <a:cubicBezTo>
                  <a:pt x="0" y="66751"/>
                  <a:pt x="0" y="66751"/>
                  <a:pt x="0" y="66751"/>
                </a:cubicBezTo>
                <a:cubicBezTo>
                  <a:pt x="380589" y="66751"/>
                  <a:pt x="380589" y="66751"/>
                  <a:pt x="380589" y="66751"/>
                </a:cubicBezTo>
                <a:cubicBezTo>
                  <a:pt x="380589" y="66751"/>
                  <a:pt x="380589" y="66751"/>
                  <a:pt x="382388" y="65019"/>
                </a:cubicBezTo>
                <a:cubicBezTo>
                  <a:pt x="1799" y="65019"/>
                  <a:pt x="1799" y="65019"/>
                  <a:pt x="1799" y="65019"/>
                </a:cubicBezTo>
                <a:cubicBezTo>
                  <a:pt x="1732" y="0"/>
                  <a:pt x="1732" y="0"/>
                  <a:pt x="1732" y="0"/>
                </a:cubicBezTo>
              </a:path>
            </a:pathLst>
          </a:custGeom>
          <a:solidFill>
            <a:srgbClr val="923A2B"/>
          </a:solidFill>
          <a:ln cap="flat">
            <a:prstDash val="solid"/>
          </a:ln>
        </p:spPr>
        <p:txBody>
          <a:bodyPr vert="horz" lIns="91440" tIns="45720" rIns="91440" bIns="45720" anchor="ctr">
            <a:normAutofit/>
          </a:bodyPr>
          <a:lstStyle/>
          <a:p>
            <a:pPr marL="0" algn="l"/>
            <a:endParaRPr/>
          </a:p>
        </p:txBody>
      </p:sp>
      <p:pic>
        <p:nvPicPr>
          <p:cNvPr id="35" name="image1.png"/>
          <p:cNvPicPr>
            <a:picLocks noChangeAspect="1"/>
          </p:cNvPicPr>
          <p:nvPr/>
        </p:nvPicPr>
        <p:blipFill>
          <a:blip r:embed="rId2"/>
          <a:stretch>
            <a:fillRect/>
          </a:stretch>
        </p:blipFill>
        <p:spPr>
          <a:xfrm>
            <a:off x="7153819" y="4667056"/>
            <a:ext cx="8285" cy="27617"/>
          </a:xfrm>
          <a:custGeom>
            <a:avLst/>
            <a:gdLst/>
            <a:ahLst/>
            <a:cxnLst/>
            <a:rect l="0" t="0" r="0" b="0"/>
            <a:pathLst>
              <a:path w="10272" h="34241">
                <a:moveTo>
                  <a:pt x="754" y="552"/>
                </a:moveTo>
                <a:lnTo>
                  <a:pt x="11027" y="552"/>
                </a:lnTo>
                <a:lnTo>
                  <a:pt x="11027" y="34794"/>
                </a:lnTo>
                <a:lnTo>
                  <a:pt x="754" y="34794"/>
                </a:lnTo>
                <a:close/>
              </a:path>
            </a:pathLst>
          </a:custGeom>
        </p:spPr>
      </p:pic>
      <p:sp>
        <p:nvSpPr>
          <p:cNvPr id="36" name="Freeform 36"/>
          <p:cNvSpPr/>
          <p:nvPr/>
        </p:nvSpPr>
        <p:spPr>
          <a:xfrm>
            <a:off x="7114705" y="4551063"/>
            <a:ext cx="528815" cy="190582"/>
          </a:xfrm>
          <a:custGeom>
            <a:avLst/>
            <a:gdLst/>
            <a:ahLst/>
            <a:cxnLst/>
            <a:rect l="l" t="t" r="r" b="b"/>
            <a:pathLst>
              <a:path w="655655" h="236294">
                <a:moveTo>
                  <a:pt x="197256" y="0"/>
                </a:moveTo>
                <a:cubicBezTo>
                  <a:pt x="138632" y="60423"/>
                  <a:pt x="67551" y="110119"/>
                  <a:pt x="0" y="149224"/>
                </a:cubicBezTo>
                <a:cubicBezTo>
                  <a:pt x="0" y="236294"/>
                  <a:pt x="0" y="236294"/>
                  <a:pt x="0" y="236294"/>
                </a:cubicBezTo>
                <a:cubicBezTo>
                  <a:pt x="525950" y="236294"/>
                  <a:pt x="525950" y="236294"/>
                  <a:pt x="525950" y="236294"/>
                </a:cubicBezTo>
                <a:cubicBezTo>
                  <a:pt x="579244" y="236294"/>
                  <a:pt x="627210" y="209647"/>
                  <a:pt x="655655" y="168810"/>
                </a:cubicBezTo>
                <a:cubicBezTo>
                  <a:pt x="197256" y="0"/>
                  <a:pt x="197256" y="0"/>
                  <a:pt x="197256" y="0"/>
                </a:cubicBezTo>
              </a:path>
            </a:pathLst>
          </a:custGeom>
          <a:solidFill>
            <a:srgbClr val="2B2254"/>
          </a:solidFill>
          <a:ln cap="flat">
            <a:prstDash val="solid"/>
          </a:ln>
        </p:spPr>
        <p:txBody>
          <a:bodyPr vert="horz" lIns="91440" tIns="45720" rIns="91440" bIns="45720" anchor="ctr">
            <a:normAutofit/>
          </a:bodyPr>
          <a:lstStyle/>
          <a:p>
            <a:pPr marL="0" algn="l"/>
            <a:endParaRPr/>
          </a:p>
        </p:txBody>
      </p:sp>
      <p:sp>
        <p:nvSpPr>
          <p:cNvPr id="37" name="Freeform 37"/>
          <p:cNvSpPr/>
          <p:nvPr/>
        </p:nvSpPr>
        <p:spPr>
          <a:xfrm>
            <a:off x="7117443" y="4540048"/>
            <a:ext cx="429414" cy="153238"/>
          </a:xfrm>
          <a:custGeom>
            <a:avLst/>
            <a:gdLst/>
            <a:ahLst/>
            <a:cxnLst/>
            <a:rect l="l" t="t" r="r" b="b"/>
            <a:pathLst>
              <a:path w="532411" h="189994">
                <a:moveTo>
                  <a:pt x="0" y="0"/>
                </a:moveTo>
                <a:cubicBezTo>
                  <a:pt x="438347" y="0"/>
                  <a:pt x="438347" y="0"/>
                  <a:pt x="438347" y="0"/>
                </a:cubicBezTo>
                <a:cubicBezTo>
                  <a:pt x="489843" y="0"/>
                  <a:pt x="532412" y="41237"/>
                  <a:pt x="532412" y="94997"/>
                </a:cubicBezTo>
                <a:cubicBezTo>
                  <a:pt x="532412" y="146959"/>
                  <a:pt x="489843" y="189995"/>
                  <a:pt x="438347" y="189995"/>
                </a:cubicBezTo>
                <a:cubicBezTo>
                  <a:pt x="0" y="189995"/>
                  <a:pt x="0" y="189995"/>
                  <a:pt x="0" y="189995"/>
                </a:cubicBezTo>
                <a:lnTo>
                  <a:pt x="0" y="0"/>
                </a:lnTo>
                <a:lnTo>
                  <a:pt x="0" y="0"/>
                </a:lnTo>
                <a:lnTo>
                  <a:pt x="0" y="0"/>
                </a:lnTo>
                <a:close/>
              </a:path>
            </a:pathLst>
          </a:custGeom>
          <a:solidFill>
            <a:srgbClr val="22211B"/>
          </a:solidFill>
          <a:ln cap="flat">
            <a:prstDash val="solid"/>
          </a:ln>
        </p:spPr>
        <p:txBody>
          <a:bodyPr vert="horz" lIns="91440" tIns="45720" rIns="91440" bIns="45720" anchor="ctr">
            <a:normAutofit/>
          </a:bodyPr>
          <a:lstStyle/>
          <a:p>
            <a:pPr marL="0" algn="l"/>
            <a:endParaRPr/>
          </a:p>
        </p:txBody>
      </p:sp>
      <p:sp>
        <p:nvSpPr>
          <p:cNvPr id="38" name="Freeform 38"/>
          <p:cNvSpPr/>
          <p:nvPr/>
        </p:nvSpPr>
        <p:spPr>
          <a:xfrm>
            <a:off x="6982150" y="4504101"/>
            <a:ext cx="149102" cy="236146"/>
          </a:xfrm>
          <a:custGeom>
            <a:avLst/>
            <a:gdLst/>
            <a:ahLst/>
            <a:cxnLst/>
            <a:rect l="l" t="t" r="r" b="b"/>
            <a:pathLst>
              <a:path w="184865" h="292786">
                <a:moveTo>
                  <a:pt x="0" y="0"/>
                </a:moveTo>
                <a:lnTo>
                  <a:pt x="184865" y="0"/>
                </a:lnTo>
                <a:lnTo>
                  <a:pt x="184865" y="292786"/>
                </a:lnTo>
                <a:lnTo>
                  <a:pt x="0" y="292786"/>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39" name="Freeform 39"/>
          <p:cNvSpPr/>
          <p:nvPr/>
        </p:nvSpPr>
        <p:spPr>
          <a:xfrm>
            <a:off x="5617040" y="3132416"/>
            <a:ext cx="1073278" cy="1291411"/>
          </a:xfrm>
          <a:custGeom>
            <a:avLst/>
            <a:gdLst/>
            <a:ahLst/>
            <a:cxnLst/>
            <a:rect l="l" t="t" r="r" b="b"/>
            <a:pathLst>
              <a:path w="1330711" h="1601165">
                <a:moveTo>
                  <a:pt x="665356" y="1601166"/>
                </a:moveTo>
                <a:lnTo>
                  <a:pt x="665356" y="1601166"/>
                </a:lnTo>
                <a:cubicBezTo>
                  <a:pt x="222878" y="1601166"/>
                  <a:pt x="-96489" y="1205854"/>
                  <a:pt x="26622" y="810542"/>
                </a:cubicBezTo>
                <a:cubicBezTo>
                  <a:pt x="172915" y="343816"/>
                  <a:pt x="172915" y="343816"/>
                  <a:pt x="172915" y="343816"/>
                </a:cubicBezTo>
                <a:cubicBezTo>
                  <a:pt x="237135" y="141164"/>
                  <a:pt x="436989" y="0"/>
                  <a:pt x="665356" y="0"/>
                </a:cubicBezTo>
                <a:cubicBezTo>
                  <a:pt x="893723" y="0"/>
                  <a:pt x="1095309" y="141164"/>
                  <a:pt x="1157797" y="343816"/>
                </a:cubicBezTo>
                <a:cubicBezTo>
                  <a:pt x="1304090" y="810542"/>
                  <a:pt x="1304090" y="810542"/>
                  <a:pt x="1304090" y="810542"/>
                </a:cubicBezTo>
                <a:cubicBezTo>
                  <a:pt x="1427200" y="1205854"/>
                  <a:pt x="1107833" y="1601166"/>
                  <a:pt x="665356" y="1601166"/>
                </a:cubicBezTo>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40" name="Freeform 40"/>
          <p:cNvSpPr/>
          <p:nvPr/>
        </p:nvSpPr>
        <p:spPr>
          <a:xfrm>
            <a:off x="5152627" y="4526240"/>
            <a:ext cx="150498" cy="236091"/>
          </a:xfrm>
          <a:custGeom>
            <a:avLst/>
            <a:gdLst/>
            <a:ahLst/>
            <a:cxnLst/>
            <a:rect l="l" t="t" r="r" b="b"/>
            <a:pathLst>
              <a:path w="186597" h="292719">
                <a:moveTo>
                  <a:pt x="0" y="0"/>
                </a:moveTo>
                <a:lnTo>
                  <a:pt x="186597" y="0"/>
                </a:lnTo>
                <a:lnTo>
                  <a:pt x="186597" y="292720"/>
                </a:lnTo>
                <a:lnTo>
                  <a:pt x="0" y="292720"/>
                </a:lnTo>
                <a:lnTo>
                  <a:pt x="0" y="0"/>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1" name="Freeform 41"/>
          <p:cNvSpPr/>
          <p:nvPr/>
        </p:nvSpPr>
        <p:spPr>
          <a:xfrm>
            <a:off x="6077497" y="2989224"/>
            <a:ext cx="126259" cy="202931"/>
          </a:xfrm>
          <a:custGeom>
            <a:avLst/>
            <a:gdLst/>
            <a:ahLst/>
            <a:cxnLst/>
            <a:rect l="l" t="t" r="r" b="b"/>
            <a:pathLst>
              <a:path w="156543" h="251605">
                <a:moveTo>
                  <a:pt x="48755" y="250351"/>
                </a:moveTo>
                <a:cubicBezTo>
                  <a:pt x="15446" y="243622"/>
                  <a:pt x="-5471" y="212045"/>
                  <a:pt x="1257" y="178736"/>
                </a:cubicBezTo>
                <a:cubicBezTo>
                  <a:pt x="37431" y="0"/>
                  <a:pt x="37431" y="0"/>
                  <a:pt x="37431" y="0"/>
                </a:cubicBezTo>
                <a:cubicBezTo>
                  <a:pt x="156544" y="24116"/>
                  <a:pt x="156544" y="24116"/>
                  <a:pt x="156544" y="24116"/>
                </a:cubicBezTo>
                <a:cubicBezTo>
                  <a:pt x="120370" y="202852"/>
                  <a:pt x="120370" y="202852"/>
                  <a:pt x="120370" y="202852"/>
                </a:cubicBezTo>
                <a:cubicBezTo>
                  <a:pt x="113642" y="236094"/>
                  <a:pt x="82065" y="257079"/>
                  <a:pt x="48755" y="250351"/>
                </a:cubicBezTo>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2" name="Freeform 42"/>
          <p:cNvSpPr/>
          <p:nvPr/>
        </p:nvSpPr>
        <p:spPr>
          <a:xfrm>
            <a:off x="5467908" y="3237618"/>
            <a:ext cx="760082" cy="1114265"/>
          </a:xfrm>
          <a:custGeom>
            <a:avLst/>
            <a:gdLst/>
            <a:ahLst/>
            <a:cxnLst/>
            <a:rect l="l" t="t" r="r" b="b"/>
            <a:pathLst>
              <a:path w="942392" h="1381527">
                <a:moveTo>
                  <a:pt x="505311" y="2"/>
                </a:moveTo>
                <a:cubicBezTo>
                  <a:pt x="505311" y="2"/>
                  <a:pt x="500381" y="-3396"/>
                  <a:pt x="364880" y="274668"/>
                </a:cubicBezTo>
                <a:cubicBezTo>
                  <a:pt x="364880" y="274668"/>
                  <a:pt x="199134" y="638270"/>
                  <a:pt x="286471" y="843254"/>
                </a:cubicBezTo>
                <a:cubicBezTo>
                  <a:pt x="350624" y="994743"/>
                  <a:pt x="942392" y="1044640"/>
                  <a:pt x="942392" y="1044640"/>
                </a:cubicBezTo>
                <a:cubicBezTo>
                  <a:pt x="942392" y="1044640"/>
                  <a:pt x="942392" y="1044640"/>
                  <a:pt x="892495" y="1381528"/>
                </a:cubicBezTo>
                <a:cubicBezTo>
                  <a:pt x="892495" y="1381528"/>
                  <a:pt x="421905" y="1313777"/>
                  <a:pt x="172420" y="1187270"/>
                </a:cubicBezTo>
                <a:cubicBezTo>
                  <a:pt x="-356927" y="921663"/>
                  <a:pt x="501514" y="535"/>
                  <a:pt x="501514" y="535"/>
                </a:cubicBezTo>
                <a:lnTo>
                  <a:pt x="505311" y="2"/>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3" name="Freeform 43"/>
          <p:cNvSpPr/>
          <p:nvPr/>
        </p:nvSpPr>
        <p:spPr>
          <a:xfrm>
            <a:off x="5234082" y="4214012"/>
            <a:ext cx="1560279" cy="321792"/>
          </a:xfrm>
          <a:custGeom>
            <a:avLst/>
            <a:gdLst/>
            <a:ahLst/>
            <a:cxnLst/>
            <a:rect l="l" t="t" r="r" b="b"/>
            <a:pathLst>
              <a:path w="1934522" h="398975">
                <a:moveTo>
                  <a:pt x="1547605" y="0"/>
                </a:moveTo>
                <a:lnTo>
                  <a:pt x="0" y="398976"/>
                </a:lnTo>
                <a:lnTo>
                  <a:pt x="1934523" y="70748"/>
                </a:lnTo>
                <a:lnTo>
                  <a:pt x="1547605" y="0"/>
                </a:lnTo>
                <a:lnTo>
                  <a:pt x="1547605" y="0"/>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5489517" y="4198698"/>
            <a:ext cx="735946" cy="238617"/>
          </a:xfrm>
          <a:custGeom>
            <a:avLst/>
            <a:gdLst/>
            <a:ahLst/>
            <a:cxnLst/>
            <a:rect l="l" t="t" r="r" b="b"/>
            <a:pathLst>
              <a:path w="912468" h="295851">
                <a:moveTo>
                  <a:pt x="912468" y="295851"/>
                </a:moveTo>
                <a:lnTo>
                  <a:pt x="0" y="162748"/>
                </a:lnTo>
                <a:lnTo>
                  <a:pt x="297650" y="0"/>
                </a:lnTo>
                <a:lnTo>
                  <a:pt x="912468" y="295851"/>
                </a:lnTo>
                <a:lnTo>
                  <a:pt x="912468" y="295851"/>
                </a:lnTo>
                <a:close/>
              </a:path>
            </a:pathLst>
          </a:custGeom>
          <a:solidFill>
            <a:srgbClr val="0169EE"/>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234082" y="3969914"/>
            <a:ext cx="2146803" cy="797951"/>
          </a:xfrm>
          <a:custGeom>
            <a:avLst/>
            <a:gdLst/>
            <a:ahLst/>
            <a:cxnLst/>
            <a:rect l="l" t="t" r="r" b="b"/>
            <a:pathLst>
              <a:path w="2661729" h="989345">
                <a:moveTo>
                  <a:pt x="1654061" y="0"/>
                </a:moveTo>
                <a:cubicBezTo>
                  <a:pt x="1654061" y="0"/>
                  <a:pt x="2518497" y="50896"/>
                  <a:pt x="2646870" y="440945"/>
                </a:cubicBezTo>
                <a:cubicBezTo>
                  <a:pt x="2773445" y="830994"/>
                  <a:pt x="2049772" y="989345"/>
                  <a:pt x="2049772" y="989345"/>
                </a:cubicBezTo>
                <a:cubicBezTo>
                  <a:pt x="0" y="989345"/>
                  <a:pt x="0" y="989345"/>
                  <a:pt x="0" y="989345"/>
                </a:cubicBezTo>
                <a:cubicBezTo>
                  <a:pt x="0" y="689697"/>
                  <a:pt x="0" y="689697"/>
                  <a:pt x="0" y="689697"/>
                </a:cubicBezTo>
                <a:cubicBezTo>
                  <a:pt x="1830532" y="361803"/>
                  <a:pt x="1830532" y="361803"/>
                  <a:pt x="1830532" y="361803"/>
                </a:cubicBezTo>
                <a:cubicBezTo>
                  <a:pt x="1379594" y="305244"/>
                  <a:pt x="1379594" y="305244"/>
                  <a:pt x="1379594" y="305244"/>
                </a:cubicBezTo>
                <a:cubicBezTo>
                  <a:pt x="1654061" y="0"/>
                  <a:pt x="1654061" y="0"/>
                  <a:pt x="1654061"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46" name="Freeform 46"/>
          <p:cNvSpPr/>
          <p:nvPr/>
        </p:nvSpPr>
        <p:spPr>
          <a:xfrm>
            <a:off x="6083132" y="3241542"/>
            <a:ext cx="761653" cy="1111415"/>
          </a:xfrm>
          <a:custGeom>
            <a:avLst/>
            <a:gdLst/>
            <a:ahLst/>
            <a:cxnLst/>
            <a:rect l="l" t="t" r="r" b="b"/>
            <a:pathLst>
              <a:path w="944342" h="1377995">
                <a:moveTo>
                  <a:pt x="445875" y="0"/>
                </a:moveTo>
                <a:cubicBezTo>
                  <a:pt x="445875" y="0"/>
                  <a:pt x="481849" y="46433"/>
                  <a:pt x="588904" y="283926"/>
                </a:cubicBezTo>
                <a:cubicBezTo>
                  <a:pt x="588904" y="283926"/>
                  <a:pt x="697758" y="584374"/>
                  <a:pt x="656788" y="839721"/>
                </a:cubicBezTo>
                <a:cubicBezTo>
                  <a:pt x="630740" y="1002203"/>
                  <a:pt x="0" y="1041107"/>
                  <a:pt x="0" y="1041107"/>
                </a:cubicBezTo>
                <a:cubicBezTo>
                  <a:pt x="0" y="1041107"/>
                  <a:pt x="0" y="1041107"/>
                  <a:pt x="49964" y="1377995"/>
                </a:cubicBezTo>
                <a:cubicBezTo>
                  <a:pt x="49964" y="1377995"/>
                  <a:pt x="521153" y="1310245"/>
                  <a:pt x="771038" y="1183737"/>
                </a:cubicBezTo>
                <a:cubicBezTo>
                  <a:pt x="1301185" y="918197"/>
                  <a:pt x="445875" y="0"/>
                  <a:pt x="445875" y="0"/>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47" name="Freeform 47"/>
          <p:cNvSpPr/>
          <p:nvPr/>
        </p:nvSpPr>
        <p:spPr>
          <a:xfrm>
            <a:off x="5560710" y="3231817"/>
            <a:ext cx="347690" cy="437956"/>
          </a:xfrm>
          <a:custGeom>
            <a:avLst/>
            <a:gdLst/>
            <a:ahLst/>
            <a:cxnLst/>
            <a:rect l="l" t="t" r="r" b="b"/>
            <a:pathLst>
              <a:path w="431085" h="543003">
                <a:moveTo>
                  <a:pt x="431086" y="13923"/>
                </a:moveTo>
                <a:cubicBezTo>
                  <a:pt x="431086" y="13923"/>
                  <a:pt x="390116" y="1732"/>
                  <a:pt x="391847" y="0"/>
                </a:cubicBezTo>
                <a:cubicBezTo>
                  <a:pt x="391847" y="0"/>
                  <a:pt x="114716" y="244089"/>
                  <a:pt x="0" y="445675"/>
                </a:cubicBezTo>
                <a:cubicBezTo>
                  <a:pt x="0" y="445675"/>
                  <a:pt x="76478" y="442211"/>
                  <a:pt x="218974" y="543004"/>
                </a:cubicBezTo>
                <a:lnTo>
                  <a:pt x="431086" y="13923"/>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48" name="Freeform 48"/>
          <p:cNvSpPr/>
          <p:nvPr/>
        </p:nvSpPr>
        <p:spPr>
          <a:xfrm>
            <a:off x="6435335" y="3235955"/>
            <a:ext cx="318245" cy="433820"/>
          </a:xfrm>
          <a:custGeom>
            <a:avLst/>
            <a:gdLst/>
            <a:ahLst/>
            <a:cxnLst/>
            <a:rect l="l" t="t" r="r" b="b"/>
            <a:pathLst>
              <a:path w="394578" h="537874">
                <a:moveTo>
                  <a:pt x="0" y="0"/>
                </a:moveTo>
                <a:cubicBezTo>
                  <a:pt x="0" y="0"/>
                  <a:pt x="0" y="0"/>
                  <a:pt x="0" y="1732"/>
                </a:cubicBezTo>
                <a:cubicBezTo>
                  <a:pt x="0" y="1732"/>
                  <a:pt x="0" y="1732"/>
                  <a:pt x="1732" y="1732"/>
                </a:cubicBezTo>
                <a:cubicBezTo>
                  <a:pt x="1665" y="1732"/>
                  <a:pt x="1665" y="1732"/>
                  <a:pt x="0" y="0"/>
                </a:cubicBezTo>
                <a:cubicBezTo>
                  <a:pt x="0" y="0"/>
                  <a:pt x="279863" y="238959"/>
                  <a:pt x="394579" y="440545"/>
                </a:cubicBezTo>
                <a:cubicBezTo>
                  <a:pt x="394579" y="440545"/>
                  <a:pt x="318101" y="437081"/>
                  <a:pt x="175605" y="537874"/>
                </a:cubicBezTo>
                <a:lnTo>
                  <a:pt x="0" y="0"/>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6088851" y="2667092"/>
            <a:ext cx="352627" cy="456975"/>
          </a:xfrm>
          <a:custGeom>
            <a:avLst/>
            <a:gdLst/>
            <a:ahLst/>
            <a:cxnLst/>
            <a:rect l="l" t="t" r="r" b="b"/>
            <a:pathLst>
              <a:path w="437206" h="566584">
                <a:moveTo>
                  <a:pt x="431055" y="262698"/>
                </a:moveTo>
                <a:cubicBezTo>
                  <a:pt x="401144" y="417052"/>
                  <a:pt x="269840" y="587195"/>
                  <a:pt x="152991" y="564545"/>
                </a:cubicBezTo>
                <a:cubicBezTo>
                  <a:pt x="36077" y="541895"/>
                  <a:pt x="-22148" y="335045"/>
                  <a:pt x="7764" y="180691"/>
                </a:cubicBezTo>
                <a:cubicBezTo>
                  <a:pt x="37675" y="26337"/>
                  <a:pt x="144398" y="-17031"/>
                  <a:pt x="261312" y="5619"/>
                </a:cubicBezTo>
                <a:cubicBezTo>
                  <a:pt x="378161" y="28203"/>
                  <a:pt x="460967" y="108278"/>
                  <a:pt x="431055" y="262698"/>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0" name="Freeform 50"/>
          <p:cNvSpPr/>
          <p:nvPr/>
        </p:nvSpPr>
        <p:spPr>
          <a:xfrm>
            <a:off x="6065562" y="2655858"/>
            <a:ext cx="398411" cy="249891"/>
          </a:xfrm>
          <a:custGeom>
            <a:avLst/>
            <a:gdLst/>
            <a:ahLst/>
            <a:cxnLst/>
            <a:rect l="l" t="t" r="r" b="b"/>
            <a:pathLst>
              <a:path w="493973" h="309828">
                <a:moveTo>
                  <a:pt x="493973" y="220135"/>
                </a:moveTo>
                <a:cubicBezTo>
                  <a:pt x="493973" y="220135"/>
                  <a:pt x="466060" y="297145"/>
                  <a:pt x="258478" y="308737"/>
                </a:cubicBezTo>
                <a:cubicBezTo>
                  <a:pt x="16655" y="322194"/>
                  <a:pt x="0" y="206811"/>
                  <a:pt x="0" y="206811"/>
                </a:cubicBezTo>
                <a:cubicBezTo>
                  <a:pt x="0" y="206811"/>
                  <a:pt x="36906" y="3027"/>
                  <a:pt x="237760" y="29"/>
                </a:cubicBezTo>
                <a:cubicBezTo>
                  <a:pt x="438680" y="-2902"/>
                  <a:pt x="493973" y="220135"/>
                  <a:pt x="493973" y="220135"/>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6322943" y="2790528"/>
            <a:ext cx="169402" cy="148914"/>
          </a:xfrm>
          <a:custGeom>
            <a:avLst/>
            <a:gdLst/>
            <a:ahLst/>
            <a:cxnLst/>
            <a:rect l="l" t="t" r="r" b="b"/>
            <a:pathLst>
              <a:path w="210034" h="184632">
                <a:moveTo>
                  <a:pt x="158671" y="0"/>
                </a:moveTo>
                <a:cubicBezTo>
                  <a:pt x="158671" y="0"/>
                  <a:pt x="260729" y="73346"/>
                  <a:pt x="177123" y="146693"/>
                </a:cubicBezTo>
                <a:cubicBezTo>
                  <a:pt x="93451" y="220040"/>
                  <a:pt x="25634" y="175738"/>
                  <a:pt x="2118" y="109320"/>
                </a:cubicBezTo>
                <a:cubicBezTo>
                  <a:pt x="-21398" y="42902"/>
                  <a:pt x="158671" y="0"/>
                  <a:pt x="15867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2" name="Freeform 52"/>
          <p:cNvSpPr/>
          <p:nvPr/>
        </p:nvSpPr>
        <p:spPr>
          <a:xfrm>
            <a:off x="6031712" y="2838349"/>
            <a:ext cx="114338" cy="114338"/>
          </a:xfrm>
          <a:custGeom>
            <a:avLst/>
            <a:gdLst/>
            <a:ahLst/>
            <a:cxnLst/>
            <a:rect l="l" t="t" r="r" b="b"/>
            <a:pathLst>
              <a:path w="141763" h="141763">
                <a:moveTo>
                  <a:pt x="141763" y="70882"/>
                </a:moveTo>
                <a:cubicBezTo>
                  <a:pt x="141763" y="110029"/>
                  <a:pt x="110028" y="141763"/>
                  <a:pt x="70881" y="141763"/>
                </a:cubicBezTo>
                <a:cubicBezTo>
                  <a:pt x="31735" y="141763"/>
                  <a:pt x="0" y="110029"/>
                  <a:pt x="0" y="70882"/>
                </a:cubicBezTo>
                <a:cubicBezTo>
                  <a:pt x="0" y="31735"/>
                  <a:pt x="31734" y="0"/>
                  <a:pt x="70881" y="0"/>
                </a:cubicBezTo>
                <a:cubicBezTo>
                  <a:pt x="110028" y="0"/>
                  <a:pt x="141763" y="31735"/>
                  <a:pt x="141763" y="70882"/>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53" name="Freeform 53"/>
          <p:cNvSpPr/>
          <p:nvPr/>
        </p:nvSpPr>
        <p:spPr>
          <a:xfrm>
            <a:off x="6065329" y="2822659"/>
            <a:ext cx="270670" cy="130030"/>
          </a:xfrm>
          <a:custGeom>
            <a:avLst/>
            <a:gdLst/>
            <a:ahLst/>
            <a:cxnLst/>
            <a:rect l="l" t="t" r="r" b="b"/>
            <a:pathLst>
              <a:path w="335593" h="161219">
                <a:moveTo>
                  <a:pt x="421" y="0"/>
                </a:moveTo>
                <a:cubicBezTo>
                  <a:pt x="421" y="0"/>
                  <a:pt x="-8106" y="81807"/>
                  <a:pt x="51584" y="127840"/>
                </a:cubicBezTo>
                <a:cubicBezTo>
                  <a:pt x="111274" y="173873"/>
                  <a:pt x="240846" y="177870"/>
                  <a:pt x="324318" y="104257"/>
                </a:cubicBezTo>
                <a:cubicBezTo>
                  <a:pt x="407791" y="30644"/>
                  <a:pt x="421" y="0"/>
                  <a:pt x="42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54" name="Freeform 54"/>
          <p:cNvSpPr/>
          <p:nvPr/>
        </p:nvSpPr>
        <p:spPr>
          <a:xfrm>
            <a:off x="6889895" y="2314047"/>
            <a:ext cx="1587145" cy="1440138"/>
          </a:xfrm>
          <a:custGeom>
            <a:avLst/>
            <a:gdLst/>
            <a:ahLst/>
            <a:cxnLst/>
            <a:rect l="l" t="t" r="r" b="b"/>
            <a:pathLst>
              <a:path w="1967831" h="1785564">
                <a:moveTo>
                  <a:pt x="1921532" y="1785565"/>
                </a:moveTo>
                <a:lnTo>
                  <a:pt x="46300" y="1785565"/>
                </a:lnTo>
                <a:cubicBezTo>
                  <a:pt x="20719" y="1785565"/>
                  <a:pt x="0" y="1764846"/>
                  <a:pt x="0" y="1739265"/>
                </a:cubicBezTo>
                <a:lnTo>
                  <a:pt x="0" y="46300"/>
                </a:lnTo>
                <a:cubicBezTo>
                  <a:pt x="0" y="20718"/>
                  <a:pt x="20719" y="0"/>
                  <a:pt x="46300" y="0"/>
                </a:cubicBezTo>
                <a:lnTo>
                  <a:pt x="1921532" y="0"/>
                </a:lnTo>
                <a:cubicBezTo>
                  <a:pt x="1947114" y="0"/>
                  <a:pt x="1967832" y="20718"/>
                  <a:pt x="1967832" y="46300"/>
                </a:cubicBezTo>
                <a:lnTo>
                  <a:pt x="1967832" y="1739265"/>
                </a:lnTo>
                <a:cubicBezTo>
                  <a:pt x="1967832" y="1764846"/>
                  <a:pt x="1947114" y="1785565"/>
                  <a:pt x="1921532" y="1785565"/>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55" name="Freeform 55"/>
          <p:cNvSpPr/>
          <p:nvPr/>
        </p:nvSpPr>
        <p:spPr>
          <a:xfrm>
            <a:off x="6951793" y="2614293"/>
            <a:ext cx="1525246" cy="1139999"/>
          </a:xfrm>
          <a:custGeom>
            <a:avLst/>
            <a:gdLst/>
            <a:ahLst/>
            <a:cxnLst/>
            <a:rect l="l" t="t" r="r" b="b"/>
            <a:pathLst>
              <a:path w="1891087" h="1413435">
                <a:moveTo>
                  <a:pt x="1891088" y="1367003"/>
                </a:moveTo>
                <a:lnTo>
                  <a:pt x="1891088" y="96996"/>
                </a:lnTo>
                <a:lnTo>
                  <a:pt x="1818075" y="23982"/>
                </a:lnTo>
                <a:cubicBezTo>
                  <a:pt x="1802685" y="8594"/>
                  <a:pt x="1781834" y="0"/>
                  <a:pt x="1760117" y="0"/>
                </a:cubicBezTo>
                <a:lnTo>
                  <a:pt x="35175" y="0"/>
                </a:lnTo>
                <a:cubicBezTo>
                  <a:pt x="16121" y="0"/>
                  <a:pt x="666" y="15455"/>
                  <a:pt x="666" y="34508"/>
                </a:cubicBezTo>
                <a:lnTo>
                  <a:pt x="0" y="901343"/>
                </a:lnTo>
                <a:cubicBezTo>
                  <a:pt x="0" y="919396"/>
                  <a:pt x="7195" y="936784"/>
                  <a:pt x="19919" y="949574"/>
                </a:cubicBezTo>
                <a:lnTo>
                  <a:pt x="483781" y="1413436"/>
                </a:lnTo>
                <a:lnTo>
                  <a:pt x="1844788" y="1413436"/>
                </a:lnTo>
                <a:cubicBezTo>
                  <a:pt x="1870370" y="1413303"/>
                  <a:pt x="1891088" y="1392584"/>
                  <a:pt x="1891088" y="1367003"/>
                </a:cubicBezTo>
                <a:close/>
              </a:path>
            </a:pathLst>
          </a:custGeom>
          <a:solidFill>
            <a:srgbClr val="0169EE"/>
          </a:solidFill>
          <a:ln cap="flat">
            <a:prstDash val="solid"/>
          </a:ln>
        </p:spPr>
        <p:txBody>
          <a:bodyPr vert="horz" lIns="91440" tIns="45720" rIns="91440" bIns="45720" anchor="ctr">
            <a:normAutofit/>
          </a:bodyPr>
          <a:lstStyle/>
          <a:p>
            <a:pPr marL="0" algn="l"/>
            <a:endParaRPr/>
          </a:p>
        </p:txBody>
      </p:sp>
      <p:grpSp>
        <p:nvGrpSpPr>
          <p:cNvPr id="56" name="Group 56"/>
          <p:cNvGrpSpPr/>
          <p:nvPr/>
        </p:nvGrpSpPr>
        <p:grpSpPr>
          <a:xfrm>
            <a:off x="6948246" y="2614240"/>
            <a:ext cx="1446478" cy="759965"/>
            <a:chOff x="7309848" y="2614859"/>
            <a:chExt cx="1793425" cy="942246"/>
          </a:xfrm>
        </p:grpSpPr>
        <p:sp>
          <p:nvSpPr>
            <p:cNvPr id="57" name="Freeform 57"/>
            <p:cNvSpPr/>
            <p:nvPr/>
          </p:nvSpPr>
          <p:spPr>
            <a:xfrm>
              <a:off x="7309848" y="2614859"/>
              <a:ext cx="1054497" cy="750585"/>
            </a:xfrm>
            <a:custGeom>
              <a:avLst/>
              <a:gdLst/>
              <a:ahLst/>
              <a:cxnLst/>
              <a:rect l="l" t="t" r="r" b="b"/>
              <a:pathLst>
                <a:path w="1054497" h="750585">
                  <a:moveTo>
                    <a:pt x="1024386" y="750586"/>
                  </a:moveTo>
                  <a:lnTo>
                    <a:pt x="30178" y="750586"/>
                  </a:lnTo>
                  <a:cubicBezTo>
                    <a:pt x="13523" y="750586"/>
                    <a:pt x="0" y="737063"/>
                    <a:pt x="0" y="720408"/>
                  </a:cubicBezTo>
                  <a:lnTo>
                    <a:pt x="0" y="30178"/>
                  </a:lnTo>
                  <a:cubicBezTo>
                    <a:pt x="0" y="13524"/>
                    <a:pt x="13523" y="0"/>
                    <a:pt x="30178" y="0"/>
                  </a:cubicBezTo>
                  <a:lnTo>
                    <a:pt x="1024319" y="0"/>
                  </a:lnTo>
                  <a:cubicBezTo>
                    <a:pt x="1040974" y="0"/>
                    <a:pt x="1054498" y="13524"/>
                    <a:pt x="1054498" y="30178"/>
                  </a:cubicBezTo>
                  <a:lnTo>
                    <a:pt x="1054498" y="720475"/>
                  </a:lnTo>
                  <a:cubicBezTo>
                    <a:pt x="1054498" y="737129"/>
                    <a:pt x="1041041" y="750586"/>
                    <a:pt x="1024386" y="75058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8" name="Freeform 58"/>
            <p:cNvSpPr/>
            <p:nvPr/>
          </p:nvSpPr>
          <p:spPr>
            <a:xfrm>
              <a:off x="8398920" y="2614859"/>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4"/>
                    <a:pt x="13523" y="0"/>
                    <a:pt x="30178" y="0"/>
                  </a:cubicBezTo>
                  <a:lnTo>
                    <a:pt x="674175" y="0"/>
                  </a:lnTo>
                  <a:cubicBezTo>
                    <a:pt x="690830" y="0"/>
                    <a:pt x="704353" y="13524"/>
                    <a:pt x="704353" y="30178"/>
                  </a:cubicBezTo>
                  <a:lnTo>
                    <a:pt x="704353" y="324297"/>
                  </a:lnTo>
                  <a:cubicBezTo>
                    <a:pt x="704353" y="340951"/>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59" name="Freeform 59"/>
            <p:cNvSpPr/>
            <p:nvPr/>
          </p:nvSpPr>
          <p:spPr>
            <a:xfrm>
              <a:off x="8398920" y="3010971"/>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3"/>
                    <a:pt x="13523" y="0"/>
                    <a:pt x="30178" y="0"/>
                  </a:cubicBezTo>
                  <a:lnTo>
                    <a:pt x="674175" y="0"/>
                  </a:lnTo>
                  <a:cubicBezTo>
                    <a:pt x="690830" y="0"/>
                    <a:pt x="704353" y="13523"/>
                    <a:pt x="704353" y="30178"/>
                  </a:cubicBezTo>
                  <a:lnTo>
                    <a:pt x="704353" y="324297"/>
                  </a:lnTo>
                  <a:cubicBezTo>
                    <a:pt x="704353" y="341018"/>
                    <a:pt x="690830" y="354475"/>
                    <a:pt x="674175" y="35447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60" name="Freeform 60"/>
            <p:cNvSpPr/>
            <p:nvPr/>
          </p:nvSpPr>
          <p:spPr>
            <a:xfrm>
              <a:off x="7780238" y="2919249"/>
              <a:ext cx="164962" cy="183377"/>
            </a:xfrm>
            <a:custGeom>
              <a:avLst/>
              <a:gdLst/>
              <a:ahLst/>
              <a:cxnLst/>
              <a:rect l="l" t="t" r="r" b="b"/>
              <a:pathLst>
                <a:path w="164962" h="183377">
                  <a:moveTo>
                    <a:pt x="153421" y="71737"/>
                  </a:moveTo>
                  <a:lnTo>
                    <a:pt x="34641" y="3120"/>
                  </a:lnTo>
                  <a:cubicBezTo>
                    <a:pt x="19253" y="-5740"/>
                    <a:pt x="0" y="5318"/>
                    <a:pt x="0" y="23105"/>
                  </a:cubicBezTo>
                  <a:lnTo>
                    <a:pt x="0" y="160272"/>
                  </a:lnTo>
                  <a:cubicBezTo>
                    <a:pt x="0" y="178059"/>
                    <a:pt x="19253" y="189118"/>
                    <a:pt x="34641" y="180257"/>
                  </a:cubicBezTo>
                  <a:lnTo>
                    <a:pt x="153421" y="111641"/>
                  </a:lnTo>
                  <a:cubicBezTo>
                    <a:pt x="168810" y="102847"/>
                    <a:pt x="168810" y="80663"/>
                    <a:pt x="153421" y="71737"/>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61" name="Freeform 61"/>
            <p:cNvSpPr/>
            <p:nvPr/>
          </p:nvSpPr>
          <p:spPr>
            <a:xfrm>
              <a:off x="7315977" y="3407215"/>
              <a:ext cx="1787230" cy="149890"/>
            </a:xfrm>
            <a:custGeom>
              <a:avLst/>
              <a:gdLst/>
              <a:ahLst/>
              <a:cxnLst/>
              <a:rect l="l" t="t" r="r" b="b"/>
              <a:pathLst>
                <a:path w="1787230" h="149890">
                  <a:moveTo>
                    <a:pt x="1758584" y="149891"/>
                  </a:moveTo>
                  <a:lnTo>
                    <a:pt x="28646" y="149891"/>
                  </a:lnTo>
                  <a:cubicBezTo>
                    <a:pt x="12791" y="149891"/>
                    <a:pt x="0" y="137033"/>
                    <a:pt x="0" y="121245"/>
                  </a:cubicBezTo>
                  <a:lnTo>
                    <a:pt x="0" y="28646"/>
                  </a:lnTo>
                  <a:cubicBezTo>
                    <a:pt x="0" y="12791"/>
                    <a:pt x="12857" y="0"/>
                    <a:pt x="28646" y="0"/>
                  </a:cubicBezTo>
                  <a:lnTo>
                    <a:pt x="1758584" y="0"/>
                  </a:lnTo>
                  <a:cubicBezTo>
                    <a:pt x="1774439" y="0"/>
                    <a:pt x="1787230" y="12857"/>
                    <a:pt x="1787230" y="28646"/>
                  </a:cubicBezTo>
                  <a:lnTo>
                    <a:pt x="1787230" y="121245"/>
                  </a:lnTo>
                  <a:cubicBezTo>
                    <a:pt x="1787297" y="137033"/>
                    <a:pt x="1774439" y="149891"/>
                    <a:pt x="1758584" y="1498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grpSp>
      <p:sp>
        <p:nvSpPr>
          <p:cNvPr id="62" name="Freeform 62"/>
          <p:cNvSpPr/>
          <p:nvPr/>
        </p:nvSpPr>
        <p:spPr>
          <a:xfrm>
            <a:off x="4960166" y="2424840"/>
            <a:ext cx="425277" cy="172582"/>
          </a:xfrm>
          <a:custGeom>
            <a:avLst/>
            <a:gdLst/>
            <a:ahLst/>
            <a:cxnLst/>
            <a:rect l="l" t="t" r="r" b="b"/>
            <a:pathLst>
              <a:path w="527282" h="213977">
                <a:moveTo>
                  <a:pt x="489643" y="213977"/>
                </a:moveTo>
                <a:lnTo>
                  <a:pt x="37639" y="213977"/>
                </a:lnTo>
                <a:cubicBezTo>
                  <a:pt x="16854" y="213977"/>
                  <a:pt x="0" y="197123"/>
                  <a:pt x="0" y="176338"/>
                </a:cubicBezTo>
                <a:lnTo>
                  <a:pt x="0" y="37639"/>
                </a:lnTo>
                <a:cubicBezTo>
                  <a:pt x="0" y="16854"/>
                  <a:pt x="16854" y="0"/>
                  <a:pt x="37639" y="0"/>
                </a:cubicBezTo>
                <a:lnTo>
                  <a:pt x="489643" y="0"/>
                </a:lnTo>
                <a:cubicBezTo>
                  <a:pt x="510428" y="0"/>
                  <a:pt x="527282" y="16854"/>
                  <a:pt x="527282" y="37639"/>
                </a:cubicBezTo>
                <a:lnTo>
                  <a:pt x="527282" y="176338"/>
                </a:lnTo>
                <a:cubicBezTo>
                  <a:pt x="527282" y="197123"/>
                  <a:pt x="510428" y="213977"/>
                  <a:pt x="489643" y="213977"/>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63" name="Freeform 63"/>
          <p:cNvSpPr/>
          <p:nvPr/>
        </p:nvSpPr>
        <p:spPr>
          <a:xfrm>
            <a:off x="4281227" y="3911348"/>
            <a:ext cx="346669" cy="474117"/>
          </a:xfrm>
          <a:custGeom>
            <a:avLst/>
            <a:gdLst/>
            <a:ahLst/>
            <a:cxnLst/>
            <a:rect l="l" t="t" r="r" b="b"/>
            <a:pathLst>
              <a:path w="429819" h="587837">
                <a:moveTo>
                  <a:pt x="399975" y="587838"/>
                </a:moveTo>
                <a:lnTo>
                  <a:pt x="29845" y="587838"/>
                </a:lnTo>
                <a:cubicBezTo>
                  <a:pt x="13390" y="587838"/>
                  <a:pt x="0" y="574514"/>
                  <a:pt x="0" y="557993"/>
                </a:cubicBezTo>
                <a:lnTo>
                  <a:pt x="0" y="29845"/>
                </a:lnTo>
                <a:cubicBezTo>
                  <a:pt x="0" y="13390"/>
                  <a:pt x="13324" y="0"/>
                  <a:pt x="29845" y="0"/>
                </a:cubicBezTo>
                <a:lnTo>
                  <a:pt x="399975" y="0"/>
                </a:lnTo>
                <a:cubicBezTo>
                  <a:pt x="416430" y="0"/>
                  <a:pt x="429820" y="13324"/>
                  <a:pt x="429820" y="29845"/>
                </a:cubicBezTo>
                <a:lnTo>
                  <a:pt x="429820" y="557993"/>
                </a:lnTo>
                <a:cubicBezTo>
                  <a:pt x="429753" y="574514"/>
                  <a:pt x="416430" y="587838"/>
                  <a:pt x="399975" y="587838"/>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64" name="Freeform 64"/>
          <p:cNvSpPr/>
          <p:nvPr/>
        </p:nvSpPr>
        <p:spPr>
          <a:xfrm>
            <a:off x="4281226" y="3911399"/>
            <a:ext cx="346669" cy="474064"/>
          </a:xfrm>
          <a:custGeom>
            <a:avLst/>
            <a:gdLst/>
            <a:ahLst/>
            <a:cxnLst/>
            <a:rect l="l" t="t" r="r" b="b"/>
            <a:pathLst>
              <a:path w="429819" h="587771">
                <a:moveTo>
                  <a:pt x="399975" y="0"/>
                </a:moveTo>
                <a:lnTo>
                  <a:pt x="370730" y="0"/>
                </a:lnTo>
                <a:lnTo>
                  <a:pt x="370730" y="152755"/>
                </a:lnTo>
                <a:cubicBezTo>
                  <a:pt x="370730" y="353875"/>
                  <a:pt x="207715" y="516890"/>
                  <a:pt x="6595" y="516890"/>
                </a:cubicBezTo>
                <a:lnTo>
                  <a:pt x="0" y="516890"/>
                </a:lnTo>
                <a:lnTo>
                  <a:pt x="0" y="557926"/>
                </a:lnTo>
                <a:cubicBezTo>
                  <a:pt x="0" y="574381"/>
                  <a:pt x="13324" y="587771"/>
                  <a:pt x="29845" y="587771"/>
                </a:cubicBezTo>
                <a:lnTo>
                  <a:pt x="399975" y="587771"/>
                </a:lnTo>
                <a:cubicBezTo>
                  <a:pt x="416430" y="587771"/>
                  <a:pt x="429820" y="574448"/>
                  <a:pt x="429820" y="557926"/>
                </a:cubicBezTo>
                <a:lnTo>
                  <a:pt x="429820" y="29778"/>
                </a:lnTo>
                <a:cubicBezTo>
                  <a:pt x="429753" y="13390"/>
                  <a:pt x="416430" y="0"/>
                  <a:pt x="399975" y="0"/>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65" name="Freeform 65"/>
          <p:cNvSpPr/>
          <p:nvPr/>
        </p:nvSpPr>
        <p:spPr>
          <a:xfrm>
            <a:off x="4924218" y="2454551"/>
            <a:ext cx="395295" cy="37556"/>
          </a:xfrm>
          <a:custGeom>
            <a:avLst/>
            <a:gdLst/>
            <a:ahLst/>
            <a:cxnLst/>
            <a:rect l="l" t="t" r="r" b="b"/>
            <a:pathLst>
              <a:path w="490109" h="46565">
                <a:moveTo>
                  <a:pt x="482715" y="46566"/>
                </a:moveTo>
                <a:lnTo>
                  <a:pt x="7395" y="46566"/>
                </a:lnTo>
                <a:cubicBezTo>
                  <a:pt x="3331" y="46566"/>
                  <a:pt x="0" y="43235"/>
                  <a:pt x="0" y="39171"/>
                </a:cubicBezTo>
                <a:lnTo>
                  <a:pt x="0" y="7395"/>
                </a:lnTo>
                <a:cubicBezTo>
                  <a:pt x="0" y="3331"/>
                  <a:pt x="3331" y="0"/>
                  <a:pt x="7395" y="0"/>
                </a:cubicBezTo>
                <a:lnTo>
                  <a:pt x="482715" y="0"/>
                </a:lnTo>
                <a:cubicBezTo>
                  <a:pt x="486778" y="0"/>
                  <a:pt x="490109" y="3331"/>
                  <a:pt x="490109" y="7395"/>
                </a:cubicBezTo>
                <a:lnTo>
                  <a:pt x="490109" y="39171"/>
                </a:lnTo>
                <a:cubicBezTo>
                  <a:pt x="490109" y="43302"/>
                  <a:pt x="486778" y="46566"/>
                  <a:pt x="482715"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6" name="Freeform 66"/>
          <p:cNvSpPr/>
          <p:nvPr/>
        </p:nvSpPr>
        <p:spPr>
          <a:xfrm>
            <a:off x="4924218" y="2514139"/>
            <a:ext cx="241463" cy="37556"/>
          </a:xfrm>
          <a:custGeom>
            <a:avLst/>
            <a:gdLst/>
            <a:ahLst/>
            <a:cxnLst/>
            <a:rect l="l" t="t" r="r" b="b"/>
            <a:pathLst>
              <a:path w="299381" h="46565">
                <a:moveTo>
                  <a:pt x="291987" y="46566"/>
                </a:moveTo>
                <a:lnTo>
                  <a:pt x="7395" y="46566"/>
                </a:lnTo>
                <a:cubicBezTo>
                  <a:pt x="3331" y="46566"/>
                  <a:pt x="0" y="43235"/>
                  <a:pt x="0" y="39171"/>
                </a:cubicBezTo>
                <a:lnTo>
                  <a:pt x="0" y="7395"/>
                </a:lnTo>
                <a:cubicBezTo>
                  <a:pt x="0" y="3331"/>
                  <a:pt x="3331" y="0"/>
                  <a:pt x="7395" y="0"/>
                </a:cubicBezTo>
                <a:lnTo>
                  <a:pt x="291987" y="0"/>
                </a:lnTo>
                <a:cubicBezTo>
                  <a:pt x="296051" y="0"/>
                  <a:pt x="299382" y="3331"/>
                  <a:pt x="299382" y="7395"/>
                </a:cubicBezTo>
                <a:lnTo>
                  <a:pt x="299382" y="39171"/>
                </a:lnTo>
                <a:cubicBezTo>
                  <a:pt x="299382" y="43235"/>
                  <a:pt x="296051" y="46566"/>
                  <a:pt x="291987" y="46566"/>
                </a:cubicBezTo>
                <a:close/>
              </a:path>
            </a:pathLst>
          </a:custGeom>
          <a:solidFill>
            <a:srgbClr val="ADD3DB"/>
          </a:solidFill>
          <a:ln cap="flat">
            <a:prstDash val="solid"/>
          </a:ln>
        </p:spPr>
        <p:txBody>
          <a:bodyPr vert="horz" lIns="91440" tIns="45720" rIns="91440" bIns="45720" anchor="ctr">
            <a:normAutofit/>
          </a:bodyPr>
          <a:lstStyle/>
          <a:p>
            <a:pPr marL="0" algn="l"/>
            <a:endParaRPr/>
          </a:p>
        </p:txBody>
      </p:sp>
      <p:sp>
        <p:nvSpPr>
          <p:cNvPr id="67" name="Freeform 67"/>
          <p:cNvSpPr/>
          <p:nvPr/>
        </p:nvSpPr>
        <p:spPr>
          <a:xfrm>
            <a:off x="5247461" y="2880688"/>
            <a:ext cx="144104" cy="144104"/>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3C9140"/>
          </a:solidFill>
          <a:ln cap="flat">
            <a:prstDash val="solid"/>
          </a:ln>
        </p:spPr>
        <p:txBody>
          <a:bodyPr vert="horz" lIns="91440" tIns="45720" rIns="91440" bIns="45720" anchor="ctr">
            <a:normAutofit/>
          </a:bodyPr>
          <a:lstStyle/>
          <a:p>
            <a:pPr marL="0" algn="l"/>
            <a:endParaRPr/>
          </a:p>
        </p:txBody>
      </p:sp>
      <p:sp>
        <p:nvSpPr>
          <p:cNvPr id="68" name="Freeform 68"/>
          <p:cNvSpPr/>
          <p:nvPr/>
        </p:nvSpPr>
        <p:spPr>
          <a:xfrm>
            <a:off x="5236446" y="2864999"/>
            <a:ext cx="144104" cy="144104"/>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69" name="Freeform 69"/>
          <p:cNvSpPr/>
          <p:nvPr/>
        </p:nvSpPr>
        <p:spPr>
          <a:xfrm>
            <a:off x="6889895" y="2303300"/>
            <a:ext cx="1587145" cy="140558"/>
          </a:xfrm>
          <a:custGeom>
            <a:avLst/>
            <a:gdLst/>
            <a:ahLst/>
            <a:cxnLst/>
            <a:rect l="l" t="t" r="r" b="b"/>
            <a:pathLst>
              <a:path w="1967831" h="174272">
                <a:moveTo>
                  <a:pt x="1967832" y="174273"/>
                </a:moveTo>
                <a:lnTo>
                  <a:pt x="0" y="174273"/>
                </a:lnTo>
                <a:lnTo>
                  <a:pt x="0" y="45500"/>
                </a:lnTo>
                <a:cubicBezTo>
                  <a:pt x="0" y="20385"/>
                  <a:pt x="20385" y="0"/>
                  <a:pt x="45500" y="0"/>
                </a:cubicBezTo>
                <a:lnTo>
                  <a:pt x="1922332" y="0"/>
                </a:lnTo>
                <a:cubicBezTo>
                  <a:pt x="1947447" y="0"/>
                  <a:pt x="1967832" y="20385"/>
                  <a:pt x="1967832" y="45500"/>
                </a:cubicBezTo>
                <a:lnTo>
                  <a:pt x="1967832" y="174273"/>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0" name="Freeform 70"/>
          <p:cNvSpPr/>
          <p:nvPr/>
        </p:nvSpPr>
        <p:spPr>
          <a:xfrm>
            <a:off x="7912816" y="2247903"/>
            <a:ext cx="112618" cy="112620"/>
          </a:xfrm>
          <a:custGeom>
            <a:avLst/>
            <a:gdLst/>
            <a:ahLst/>
            <a:cxnLst/>
            <a:rect l="l" t="t" r="r" b="b"/>
            <a:pathLst>
              <a:path w="139631" h="139631">
                <a:moveTo>
                  <a:pt x="139632" y="69816"/>
                </a:moveTo>
                <a:cubicBezTo>
                  <a:pt x="139632" y="108374"/>
                  <a:pt x="108374" y="139632"/>
                  <a:pt x="69816" y="139632"/>
                </a:cubicBezTo>
                <a:cubicBezTo>
                  <a:pt x="31258" y="139632"/>
                  <a:pt x="0" y="108374"/>
                  <a:pt x="0" y="69816"/>
                </a:cubicBezTo>
                <a:cubicBezTo>
                  <a:pt x="0" y="31258"/>
                  <a:pt x="31258" y="0"/>
                  <a:pt x="69816" y="0"/>
                </a:cubicBezTo>
                <a:cubicBezTo>
                  <a:pt x="108374" y="0"/>
                  <a:pt x="139632" y="31258"/>
                  <a:pt x="139632" y="69816"/>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71" name="Freeform 71"/>
          <p:cNvSpPr/>
          <p:nvPr/>
        </p:nvSpPr>
        <p:spPr>
          <a:xfrm>
            <a:off x="8078951" y="2247903"/>
            <a:ext cx="112618" cy="112620"/>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72" name="Freeform 72"/>
          <p:cNvSpPr/>
          <p:nvPr/>
        </p:nvSpPr>
        <p:spPr>
          <a:xfrm>
            <a:off x="8245142" y="2247903"/>
            <a:ext cx="112618" cy="112618"/>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73" name="Freeform 73"/>
          <p:cNvSpPr/>
          <p:nvPr/>
        </p:nvSpPr>
        <p:spPr>
          <a:xfrm>
            <a:off x="6214343" y="3602340"/>
            <a:ext cx="217072" cy="171506"/>
          </a:xfrm>
          <a:custGeom>
            <a:avLst/>
            <a:gdLst/>
            <a:ahLst/>
            <a:cxnLst/>
            <a:rect l="l" t="t" r="r" b="b"/>
            <a:pathLst>
              <a:path w="269137" h="212644">
                <a:moveTo>
                  <a:pt x="226835" y="212645"/>
                </a:moveTo>
                <a:lnTo>
                  <a:pt x="42302" y="212645"/>
                </a:lnTo>
                <a:cubicBezTo>
                  <a:pt x="18920" y="212645"/>
                  <a:pt x="0" y="193725"/>
                  <a:pt x="0" y="170342"/>
                </a:cubicBezTo>
                <a:lnTo>
                  <a:pt x="0" y="0"/>
                </a:lnTo>
                <a:lnTo>
                  <a:pt x="269137" y="0"/>
                </a:lnTo>
                <a:lnTo>
                  <a:pt x="269137" y="170342"/>
                </a:lnTo>
                <a:cubicBezTo>
                  <a:pt x="269204" y="193659"/>
                  <a:pt x="250218" y="212645"/>
                  <a:pt x="226835" y="212645"/>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grpSp>
        <p:nvGrpSpPr>
          <p:cNvPr id="74" name="Group 74"/>
          <p:cNvGrpSpPr/>
          <p:nvPr/>
        </p:nvGrpSpPr>
        <p:grpSpPr>
          <a:xfrm>
            <a:off x="5617538" y="3711572"/>
            <a:ext cx="1057013" cy="650353"/>
            <a:chOff x="5659962" y="3975400"/>
            <a:chExt cx="1310545" cy="806345"/>
          </a:xfrm>
        </p:grpSpPr>
        <p:sp>
          <p:nvSpPr>
            <p:cNvPr id="75" name="Freeform 75"/>
            <p:cNvSpPr/>
            <p:nvPr/>
          </p:nvSpPr>
          <p:spPr>
            <a:xfrm>
              <a:off x="5659962" y="3975400"/>
              <a:ext cx="1310545" cy="741259"/>
            </a:xfrm>
            <a:custGeom>
              <a:avLst/>
              <a:gdLst/>
              <a:ahLst/>
              <a:cxnLst/>
              <a:rect l="l" t="t" r="r" b="b"/>
              <a:pathLst>
                <a:path w="1310545" h="741259">
                  <a:moveTo>
                    <a:pt x="41859" y="0"/>
                  </a:moveTo>
                  <a:cubicBezTo>
                    <a:pt x="1267299" y="0"/>
                    <a:pt x="1267299" y="0"/>
                    <a:pt x="1267299" y="0"/>
                  </a:cubicBezTo>
                  <a:cubicBezTo>
                    <a:pt x="1294079" y="0"/>
                    <a:pt x="1313665" y="23183"/>
                    <a:pt x="1310134" y="49897"/>
                  </a:cubicBezTo>
                  <a:cubicBezTo>
                    <a:pt x="1179895" y="741260"/>
                    <a:pt x="1179895" y="741260"/>
                    <a:pt x="1179895" y="741260"/>
                  </a:cubicBezTo>
                  <a:cubicBezTo>
                    <a:pt x="115005" y="741260"/>
                    <a:pt x="115005" y="741260"/>
                    <a:pt x="115005" y="741260"/>
                  </a:cubicBezTo>
                  <a:cubicBezTo>
                    <a:pt x="822" y="49897"/>
                    <a:pt x="822" y="49897"/>
                    <a:pt x="822" y="49897"/>
                  </a:cubicBezTo>
                  <a:cubicBezTo>
                    <a:pt x="-4508" y="23116"/>
                    <a:pt x="16877" y="0"/>
                    <a:pt x="41859" y="0"/>
                  </a:cubicBezTo>
                  <a:lnTo>
                    <a:pt x="41859" y="0"/>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5775233" y="4716660"/>
              <a:ext cx="1066555" cy="65085"/>
            </a:xfrm>
            <a:custGeom>
              <a:avLst/>
              <a:gdLst/>
              <a:ahLst/>
              <a:cxnLst/>
              <a:rect l="l" t="t" r="r" b="b"/>
              <a:pathLst>
                <a:path w="1066555" h="65085">
                  <a:moveTo>
                    <a:pt x="1023787" y="65086"/>
                  </a:moveTo>
                  <a:cubicBezTo>
                    <a:pt x="42835" y="65086"/>
                    <a:pt x="42835" y="65086"/>
                    <a:pt x="42835" y="65086"/>
                  </a:cubicBezTo>
                  <a:cubicBezTo>
                    <a:pt x="17854" y="65086"/>
                    <a:pt x="0" y="47032"/>
                    <a:pt x="0" y="21717"/>
                  </a:cubicBezTo>
                  <a:cubicBezTo>
                    <a:pt x="0" y="0"/>
                    <a:pt x="0" y="0"/>
                    <a:pt x="0" y="0"/>
                  </a:cubicBezTo>
                  <a:cubicBezTo>
                    <a:pt x="1066556" y="0"/>
                    <a:pt x="1066556" y="0"/>
                    <a:pt x="1066556" y="0"/>
                  </a:cubicBezTo>
                  <a:cubicBezTo>
                    <a:pt x="1066556" y="21717"/>
                    <a:pt x="1066556" y="21717"/>
                    <a:pt x="1066556" y="21717"/>
                  </a:cubicBezTo>
                  <a:cubicBezTo>
                    <a:pt x="1066622" y="46966"/>
                    <a:pt x="1046970" y="65086"/>
                    <a:pt x="1023787" y="65086"/>
                  </a:cubicBezTo>
                  <a:lnTo>
                    <a:pt x="1023787" y="65086"/>
                  </a:lnTo>
                  <a:close/>
                </a:path>
              </a:pathLst>
            </a:custGeom>
            <a:solidFill>
              <a:srgbClr val="ADD3DB"/>
            </a:solidFill>
            <a:ln cap="flat">
              <a:prstDash val="solid"/>
            </a:ln>
          </p:spPr>
          <p:txBody>
            <a:bodyPr vert="horz" lIns="91440" tIns="45720" rIns="91440" bIns="45720" anchor="ctr">
              <a:normAutofit/>
            </a:bodyPr>
            <a:lstStyle/>
            <a:p>
              <a:pPr marL="0" algn="l"/>
              <a:endParaRPr/>
            </a:p>
          </p:txBody>
        </p:sp>
      </p:grpSp>
      <p:sp>
        <p:nvSpPr>
          <p:cNvPr id="77" name="Freeform 77"/>
          <p:cNvSpPr/>
          <p:nvPr/>
        </p:nvSpPr>
        <p:spPr>
          <a:xfrm>
            <a:off x="6063338" y="3937442"/>
            <a:ext cx="165381" cy="165381"/>
          </a:xfrm>
          <a:custGeom>
            <a:avLst/>
            <a:gdLst/>
            <a:ahLst/>
            <a:cxnLst/>
            <a:rect l="l" t="t" r="r" b="b"/>
            <a:pathLst>
              <a:path w="205050" h="205050">
                <a:moveTo>
                  <a:pt x="205050" y="102525"/>
                </a:moveTo>
                <a:cubicBezTo>
                  <a:pt x="205050" y="159148"/>
                  <a:pt x="159148" y="205051"/>
                  <a:pt x="102525" y="205051"/>
                </a:cubicBezTo>
                <a:cubicBezTo>
                  <a:pt x="45902" y="205051"/>
                  <a:pt x="0" y="159148"/>
                  <a:pt x="0" y="102525"/>
                </a:cubicBezTo>
                <a:cubicBezTo>
                  <a:pt x="0" y="45902"/>
                  <a:pt x="45902" y="0"/>
                  <a:pt x="102525" y="0"/>
                </a:cubicBezTo>
                <a:cubicBezTo>
                  <a:pt x="159148" y="0"/>
                  <a:pt x="205050" y="45902"/>
                  <a:pt x="205050" y="102525"/>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8" name="TextBox 78"/>
          <p:cNvSpPr txBox="1"/>
          <p:nvPr/>
        </p:nvSpPr>
        <p:spPr>
          <a:xfrm>
            <a:off x="666750" y="0"/>
            <a:ext cx="10858500" cy="1028700"/>
          </a:xfrm>
          <a:prstGeom prst="rect">
            <a:avLst/>
          </a:prstGeom>
        </p:spPr>
        <p:txBody>
          <a:bodyPr vert="horz" lIns="91440" tIns="45720" rIns="91440" bIns="45720" rtlCol="0" anchor="b">
            <a:normAutofit/>
          </a:bodyPr>
          <a:lstStyle/>
          <a:p>
            <a:pPr marL="0" algn="l">
              <a:lnSpc>
                <a:spcPct val="90000"/>
              </a:lnSpc>
              <a:spcBef>
                <a:spcPct val="0"/>
              </a:spcBef>
              <a:defRPr/>
            </a:pPr>
            <a:r>
              <a:rPr lang="zh-CN" altLang="en-US" sz="2800" b="1" i="0" u="none" baseline="0">
                <a:solidFill>
                  <a:srgbClr val="000000"/>
                </a:solidFill>
                <a:latin typeface="微软雅黑"/>
                <a:ea typeface="微软雅黑"/>
              </a:rPr>
              <a:t>Deployment Strategies</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0">
              <a:srgbClr val="FFC717">
                <a:lumMod val="40000"/>
                <a:lumOff val="60000"/>
              </a:srgbClr>
            </a:gs>
            <a:gs pos="100000">
              <a:srgbClr val="FFC717">
                <a:alpha val="0"/>
                <a:lumMod val="20000"/>
                <a:lumOff val="80000"/>
              </a:srgbClr>
            </a:gs>
          </a:gsLst>
          <a:lin ang="162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9924" y="-17697"/>
            <a:ext cx="10850563" cy="1028699"/>
          </a:xfrm>
        </p:spPr>
        <p:txBody>
          <a:bodyPr vert="horz" lIns="91440" tIns="45720" rIns="91440" bIns="45720" anchor="b">
            <a:normAutofit/>
          </a:bodyPr>
          <a:lstStyle/>
          <a:p>
            <a:pPr algn="l">
              <a:lnSpc>
                <a:spcPct val="90000"/>
              </a:lnSpc>
              <a:spcBef>
                <a:spcPct val="0"/>
              </a:spcBef>
            </a:pPr>
            <a:r>
              <a:rPr lang="zh-CN" altLang="en-US" sz="2800" b="1" i="0" u="none" baseline="0">
                <a:solidFill>
                  <a:srgbClr val="000000"/>
                </a:solidFill>
                <a:latin typeface="微软雅黑"/>
                <a:ea typeface="微软雅黑"/>
              </a:rPr>
              <a:t>Ongoing Maintenance</a:t>
            </a:r>
          </a:p>
        </p:txBody>
      </p:sp>
      <p:sp>
        <p:nvSpPr>
          <p:cNvPr id="3" name="Freeform 3"/>
          <p:cNvSpPr/>
          <p:nvPr/>
        </p:nvSpPr>
        <p:spPr>
          <a:xfrm flipH="1">
            <a:off x="5143039" y="5861100"/>
            <a:ext cx="7102293" cy="1014301"/>
          </a:xfrm>
          <a:custGeom>
            <a:avLst/>
            <a:gdLst/>
            <a:ahLst/>
            <a:cxnLst/>
            <a:rect l="l" t="t" r="r" b="b"/>
            <a:pathLst>
              <a:path w="6216319" h="1449603">
                <a:moveTo>
                  <a:pt x="0" y="147399"/>
                </a:moveTo>
                <a:cubicBezTo>
                  <a:pt x="229007" y="145469"/>
                  <a:pt x="222661" y="142579"/>
                  <a:pt x="323681" y="340339"/>
                </a:cubicBezTo>
                <a:cubicBezTo>
                  <a:pt x="1138279" y="-367925"/>
                  <a:pt x="1885444" y="174450"/>
                  <a:pt x="2265770" y="655926"/>
                </a:cubicBezTo>
                <a:cubicBezTo>
                  <a:pt x="2462677" y="479250"/>
                  <a:pt x="2932015" y="355171"/>
                  <a:pt x="3244906" y="639742"/>
                </a:cubicBezTo>
                <a:cubicBezTo>
                  <a:pt x="3517337" y="171753"/>
                  <a:pt x="4733841" y="449580"/>
                  <a:pt x="4628644" y="1181909"/>
                </a:cubicBezTo>
                <a:cubicBezTo>
                  <a:pt x="4984694" y="1080758"/>
                  <a:pt x="5181328" y="1161569"/>
                  <a:pt x="5356927" y="1335657"/>
                </a:cubicBezTo>
                <a:cubicBezTo>
                  <a:pt x="5451606" y="1194156"/>
                  <a:pt x="6105728" y="1026010"/>
                  <a:pt x="6216319" y="1449603"/>
                </a:cubicBezTo>
                <a:lnTo>
                  <a:pt x="0" y="1449603"/>
                </a:lnTo>
                <a:lnTo>
                  <a:pt x="0" y="147399"/>
                </a:lnTo>
                <a:close/>
              </a:path>
            </a:pathLst>
          </a:custGeom>
          <a:solidFill>
            <a:srgbClr val="FFFFFF">
              <a:alpha val="10000"/>
              <a:lumMod val="75000"/>
            </a:srgbClr>
          </a:solidFill>
          <a:ln cap="flat" cmpd="sng">
            <a:prstDash val="solid"/>
          </a:ln>
        </p:spPr>
        <p:txBody>
          <a:bodyPr vert="horz" wrap="square" lIns="91440" tIns="45720" rIns="91440" bIns="45720" anchor="ctr">
            <a:normAutofit/>
          </a:bodyPr>
          <a:lstStyle/>
          <a:p>
            <a:pPr marL="0" algn="ctr"/>
            <a:endParaRPr/>
          </a:p>
        </p:txBody>
      </p:sp>
      <p:sp>
        <p:nvSpPr>
          <p:cNvPr id="4" name="Freeform 4"/>
          <p:cNvSpPr/>
          <p:nvPr/>
        </p:nvSpPr>
        <p:spPr>
          <a:xfrm rot="607256">
            <a:off x="197393" y="3444477"/>
            <a:ext cx="5587376" cy="3547626"/>
          </a:xfrm>
          <a:custGeom>
            <a:avLst/>
            <a:gdLst/>
            <a:ahLst/>
            <a:cxnLst/>
            <a:rect l="l" t="t" r="r" b="b"/>
            <a:pathLst>
              <a:path w="1296" h="439">
                <a:moveTo>
                  <a:pt x="0" y="421"/>
                </a:moveTo>
                <a:cubicBezTo>
                  <a:pt x="0" y="421"/>
                  <a:pt x="22" y="424"/>
                  <a:pt x="61" y="427"/>
                </a:cubicBezTo>
                <a:cubicBezTo>
                  <a:pt x="99" y="430"/>
                  <a:pt x="154" y="433"/>
                  <a:pt x="221" y="433"/>
                </a:cubicBezTo>
                <a:cubicBezTo>
                  <a:pt x="287" y="433"/>
                  <a:pt x="365" y="430"/>
                  <a:pt x="447" y="422"/>
                </a:cubicBezTo>
                <a:cubicBezTo>
                  <a:pt x="488" y="417"/>
                  <a:pt x="531" y="412"/>
                  <a:pt x="573" y="404"/>
                </a:cubicBezTo>
                <a:cubicBezTo>
                  <a:pt x="616" y="397"/>
                  <a:pt x="660" y="388"/>
                  <a:pt x="702" y="377"/>
                </a:cubicBezTo>
                <a:cubicBezTo>
                  <a:pt x="745" y="366"/>
                  <a:pt x="787" y="353"/>
                  <a:pt x="828" y="338"/>
                </a:cubicBezTo>
                <a:cubicBezTo>
                  <a:pt x="868" y="323"/>
                  <a:pt x="907" y="306"/>
                  <a:pt x="944" y="288"/>
                </a:cubicBezTo>
                <a:cubicBezTo>
                  <a:pt x="981" y="269"/>
                  <a:pt x="1015" y="249"/>
                  <a:pt x="1047" y="229"/>
                </a:cubicBezTo>
                <a:cubicBezTo>
                  <a:pt x="1078" y="208"/>
                  <a:pt x="1106" y="186"/>
                  <a:pt x="1131" y="165"/>
                </a:cubicBezTo>
                <a:cubicBezTo>
                  <a:pt x="1156" y="143"/>
                  <a:pt x="1177" y="122"/>
                  <a:pt x="1195" y="102"/>
                </a:cubicBezTo>
                <a:cubicBezTo>
                  <a:pt x="1204" y="93"/>
                  <a:pt x="1212" y="83"/>
                  <a:pt x="1219" y="74"/>
                </a:cubicBezTo>
                <a:cubicBezTo>
                  <a:pt x="1226" y="65"/>
                  <a:pt x="1233" y="57"/>
                  <a:pt x="1239" y="50"/>
                </a:cubicBezTo>
                <a:cubicBezTo>
                  <a:pt x="1244" y="42"/>
                  <a:pt x="1249" y="35"/>
                  <a:pt x="1253" y="29"/>
                </a:cubicBezTo>
                <a:cubicBezTo>
                  <a:pt x="1258" y="23"/>
                  <a:pt x="1261" y="18"/>
                  <a:pt x="1264" y="13"/>
                </a:cubicBezTo>
                <a:cubicBezTo>
                  <a:pt x="1270" y="5"/>
                  <a:pt x="1272" y="0"/>
                  <a:pt x="1272" y="0"/>
                </a:cubicBezTo>
                <a:cubicBezTo>
                  <a:pt x="1296" y="16"/>
                  <a:pt x="1296" y="16"/>
                  <a:pt x="1296" y="16"/>
                </a:cubicBezTo>
                <a:cubicBezTo>
                  <a:pt x="1296" y="16"/>
                  <a:pt x="1293" y="20"/>
                  <a:pt x="1287" y="29"/>
                </a:cubicBezTo>
                <a:cubicBezTo>
                  <a:pt x="1284" y="33"/>
                  <a:pt x="1280" y="39"/>
                  <a:pt x="1276" y="45"/>
                </a:cubicBezTo>
                <a:cubicBezTo>
                  <a:pt x="1271" y="51"/>
                  <a:pt x="1266" y="58"/>
                  <a:pt x="1260" y="66"/>
                </a:cubicBezTo>
                <a:cubicBezTo>
                  <a:pt x="1254" y="73"/>
                  <a:pt x="1247" y="82"/>
                  <a:pt x="1239" y="91"/>
                </a:cubicBezTo>
                <a:cubicBezTo>
                  <a:pt x="1231" y="100"/>
                  <a:pt x="1223" y="110"/>
                  <a:pt x="1213" y="120"/>
                </a:cubicBezTo>
                <a:cubicBezTo>
                  <a:pt x="1195" y="140"/>
                  <a:pt x="1172" y="161"/>
                  <a:pt x="1146" y="183"/>
                </a:cubicBezTo>
                <a:cubicBezTo>
                  <a:pt x="1120" y="204"/>
                  <a:pt x="1091" y="226"/>
                  <a:pt x="1058" y="247"/>
                </a:cubicBezTo>
                <a:cubicBezTo>
                  <a:pt x="1026" y="267"/>
                  <a:pt x="990" y="287"/>
                  <a:pt x="953" y="305"/>
                </a:cubicBezTo>
                <a:cubicBezTo>
                  <a:pt x="915" y="323"/>
                  <a:pt x="875" y="339"/>
                  <a:pt x="833" y="354"/>
                </a:cubicBezTo>
                <a:cubicBezTo>
                  <a:pt x="792" y="368"/>
                  <a:pt x="749" y="380"/>
                  <a:pt x="706" y="390"/>
                </a:cubicBezTo>
                <a:cubicBezTo>
                  <a:pt x="662" y="401"/>
                  <a:pt x="619" y="409"/>
                  <a:pt x="575" y="415"/>
                </a:cubicBezTo>
                <a:cubicBezTo>
                  <a:pt x="532" y="422"/>
                  <a:pt x="489" y="427"/>
                  <a:pt x="448" y="430"/>
                </a:cubicBezTo>
                <a:cubicBezTo>
                  <a:pt x="365" y="437"/>
                  <a:pt x="287" y="439"/>
                  <a:pt x="221" y="437"/>
                </a:cubicBezTo>
                <a:cubicBezTo>
                  <a:pt x="154" y="436"/>
                  <a:pt x="99" y="432"/>
                  <a:pt x="60" y="428"/>
                </a:cubicBezTo>
                <a:cubicBezTo>
                  <a:pt x="22" y="424"/>
                  <a:pt x="0" y="421"/>
                  <a:pt x="0" y="421"/>
                </a:cubicBezTo>
              </a:path>
            </a:pathLst>
          </a:custGeom>
          <a:solidFill>
            <a:srgbClr val="F0F0F0">
              <a:lumMod val="40000"/>
              <a:lumOff val="60000"/>
            </a:srgbClr>
          </a:solidFill>
        </p:spPr>
        <p:txBody>
          <a:bodyPr vert="horz" wrap="square" lIns="91440" tIns="45720" rIns="91440" bIns="45720" anchor="ctr">
            <a:normAutofit/>
          </a:bodyPr>
          <a:lstStyle/>
          <a:p>
            <a:pPr marL="0" algn="ctr"/>
            <a:endParaRPr/>
          </a:p>
        </p:txBody>
      </p:sp>
      <p:sp>
        <p:nvSpPr>
          <p:cNvPr id="5" name="Freeform 5"/>
          <p:cNvSpPr/>
          <p:nvPr/>
        </p:nvSpPr>
        <p:spPr>
          <a:xfrm rot="607256">
            <a:off x="5188188" y="4079836"/>
            <a:ext cx="625101" cy="520157"/>
          </a:xfrm>
          <a:custGeom>
            <a:avLst/>
            <a:gdLst/>
            <a:ahLst/>
            <a:cxnLst/>
            <a:rect l="l" t="t" r="r" b="b"/>
            <a:pathLst>
              <a:path w="137" h="114">
                <a:moveTo>
                  <a:pt x="119" y="114"/>
                </a:moveTo>
                <a:lnTo>
                  <a:pt x="0" y="26"/>
                </a:lnTo>
                <a:lnTo>
                  <a:pt x="19" y="0"/>
                </a:lnTo>
                <a:lnTo>
                  <a:pt x="137" y="85"/>
                </a:lnTo>
                <a:lnTo>
                  <a:pt x="119" y="114"/>
                </a:lnTo>
                <a:close/>
              </a:path>
            </a:pathLst>
          </a:custGeom>
          <a:solidFill>
            <a:srgbClr val="FFFFFF">
              <a:lumMod val="75000"/>
            </a:srgbClr>
          </a:solidFill>
        </p:spPr>
        <p:txBody>
          <a:bodyPr vert="horz" wrap="square" lIns="91440" tIns="45720" rIns="91440" bIns="45720" anchor="ctr">
            <a:normAutofit/>
          </a:bodyPr>
          <a:lstStyle/>
          <a:p>
            <a:pPr marL="0" algn="ctr"/>
            <a:endParaRPr/>
          </a:p>
        </p:txBody>
      </p:sp>
      <p:sp>
        <p:nvSpPr>
          <p:cNvPr id="6" name="Freeform 6"/>
          <p:cNvSpPr/>
          <p:nvPr/>
        </p:nvSpPr>
        <p:spPr>
          <a:xfrm rot="607256">
            <a:off x="5188188" y="4079836"/>
            <a:ext cx="625101" cy="520157"/>
          </a:xfrm>
          <a:custGeom>
            <a:avLst/>
            <a:gdLst/>
            <a:ahLst/>
            <a:cxnLst/>
            <a:rect l="l" t="t" r="r" b="b"/>
            <a:pathLst>
              <a:path w="137" h="114">
                <a:moveTo>
                  <a:pt x="119" y="114"/>
                </a:moveTo>
                <a:lnTo>
                  <a:pt x="0" y="26"/>
                </a:lnTo>
                <a:lnTo>
                  <a:pt x="19" y="0"/>
                </a:lnTo>
                <a:lnTo>
                  <a:pt x="137" y="85"/>
                </a:lnTo>
                <a:lnTo>
                  <a:pt x="119" y="114"/>
                </a:lnTo>
              </a:path>
            </a:pathLst>
          </a:custGeom>
          <a:noFill/>
        </p:spPr>
        <p:txBody>
          <a:bodyPr vert="horz" wrap="square" lIns="91440" tIns="45720" rIns="91440" bIns="45720" anchor="ctr">
            <a:normAutofit/>
          </a:bodyPr>
          <a:lstStyle/>
          <a:p>
            <a:pPr marL="0" algn="ctr"/>
            <a:endParaRPr/>
          </a:p>
        </p:txBody>
      </p:sp>
      <p:sp>
        <p:nvSpPr>
          <p:cNvPr id="7" name="Freeform 7"/>
          <p:cNvSpPr/>
          <p:nvPr/>
        </p:nvSpPr>
        <p:spPr>
          <a:xfrm rot="607256">
            <a:off x="4589253" y="3058179"/>
            <a:ext cx="1022062" cy="1104193"/>
          </a:xfrm>
          <a:custGeom>
            <a:avLst/>
            <a:gdLst/>
            <a:ahLst/>
            <a:cxnLst/>
            <a:rect l="l" t="t" r="r" b="b"/>
            <a:pathLst>
              <a:path w="95" h="102">
                <a:moveTo>
                  <a:pt x="95" y="26"/>
                </a:moveTo>
                <a:cubicBezTo>
                  <a:pt x="95" y="26"/>
                  <a:pt x="79" y="15"/>
                  <a:pt x="82" y="0"/>
                </a:cubicBezTo>
                <a:cubicBezTo>
                  <a:pt x="82" y="0"/>
                  <a:pt x="16" y="28"/>
                  <a:pt x="0" y="102"/>
                </a:cubicBezTo>
                <a:cubicBezTo>
                  <a:pt x="0" y="102"/>
                  <a:pt x="46" y="60"/>
                  <a:pt x="82" y="67"/>
                </a:cubicBezTo>
                <a:lnTo>
                  <a:pt x="95" y="26"/>
                </a:lnTo>
                <a:close/>
              </a:path>
            </a:pathLst>
          </a:custGeom>
          <a:solidFill>
            <a:srgbClr val="FFFFFF">
              <a:lumMod val="75000"/>
            </a:srgbClr>
          </a:solidFill>
        </p:spPr>
        <p:txBody>
          <a:bodyPr vert="horz" wrap="square" lIns="91440" tIns="45720" rIns="91440" bIns="45720" anchor="ctr">
            <a:normAutofit/>
          </a:bodyPr>
          <a:lstStyle/>
          <a:p>
            <a:pPr marL="0" algn="ctr"/>
            <a:endParaRPr/>
          </a:p>
        </p:txBody>
      </p:sp>
      <p:sp>
        <p:nvSpPr>
          <p:cNvPr id="8" name="Freeform 8"/>
          <p:cNvSpPr/>
          <p:nvPr/>
        </p:nvSpPr>
        <p:spPr>
          <a:xfrm rot="607256">
            <a:off x="5840271" y="4206031"/>
            <a:ext cx="775673" cy="1231949"/>
          </a:xfrm>
          <a:custGeom>
            <a:avLst/>
            <a:gdLst/>
            <a:ahLst/>
            <a:cxnLst/>
            <a:rect l="l" t="t" r="r" b="b"/>
            <a:pathLst>
              <a:path w="72" h="114">
                <a:moveTo>
                  <a:pt x="44" y="0"/>
                </a:moveTo>
                <a:cubicBezTo>
                  <a:pt x="44" y="0"/>
                  <a:pt x="58" y="12"/>
                  <a:pt x="72" y="4"/>
                </a:cubicBezTo>
                <a:cubicBezTo>
                  <a:pt x="72" y="4"/>
                  <a:pt x="66" y="76"/>
                  <a:pt x="0" y="114"/>
                </a:cubicBezTo>
                <a:cubicBezTo>
                  <a:pt x="0" y="114"/>
                  <a:pt x="26" y="57"/>
                  <a:pt x="8" y="25"/>
                </a:cubicBezTo>
                <a:cubicBezTo>
                  <a:pt x="44" y="0"/>
                  <a:pt x="44" y="0"/>
                  <a:pt x="44" y="0"/>
                </a:cubicBezTo>
              </a:path>
            </a:pathLst>
          </a:custGeom>
          <a:solidFill>
            <a:srgbClr val="FFFFFF">
              <a:lumMod val="75000"/>
            </a:srgbClr>
          </a:solidFill>
        </p:spPr>
        <p:txBody>
          <a:bodyPr vert="horz" wrap="square" lIns="91440" tIns="45720" rIns="91440" bIns="45720" anchor="ctr">
            <a:normAutofit/>
          </a:bodyPr>
          <a:lstStyle/>
          <a:p>
            <a:pPr marL="0" algn="ctr"/>
            <a:endParaRPr/>
          </a:p>
        </p:txBody>
      </p:sp>
      <p:sp>
        <p:nvSpPr>
          <p:cNvPr id="9" name="Freeform 9"/>
          <p:cNvSpPr/>
          <p:nvPr/>
        </p:nvSpPr>
        <p:spPr>
          <a:xfrm rot="607256">
            <a:off x="5474978" y="1952495"/>
            <a:ext cx="2094316" cy="2678352"/>
          </a:xfrm>
          <a:custGeom>
            <a:avLst/>
            <a:gdLst/>
            <a:ahLst/>
            <a:cxnLst/>
            <a:rect l="l" t="t" r="r" b="b"/>
            <a:pathLst>
              <a:path w="194" h="248">
                <a:moveTo>
                  <a:pt x="50" y="248"/>
                </a:moveTo>
                <a:cubicBezTo>
                  <a:pt x="80" y="233"/>
                  <a:pt x="106" y="213"/>
                  <a:pt x="140" y="167"/>
                </a:cubicBezTo>
                <a:cubicBezTo>
                  <a:pt x="194" y="92"/>
                  <a:pt x="193" y="0"/>
                  <a:pt x="193" y="0"/>
                </a:cubicBezTo>
                <a:cubicBezTo>
                  <a:pt x="193" y="0"/>
                  <a:pt x="105" y="27"/>
                  <a:pt x="50" y="101"/>
                </a:cubicBezTo>
                <a:cubicBezTo>
                  <a:pt x="17" y="148"/>
                  <a:pt x="6" y="179"/>
                  <a:pt x="0" y="212"/>
                </a:cubicBezTo>
                <a:cubicBezTo>
                  <a:pt x="50" y="248"/>
                  <a:pt x="50" y="248"/>
                  <a:pt x="50" y="248"/>
                </a:cubicBezTo>
              </a:path>
            </a:pathLst>
          </a:custGeom>
          <a:solidFill>
            <a:srgbClr val="FFFFFF">
              <a:lumMod val="95000"/>
            </a:srgbClr>
          </a:solidFill>
        </p:spPr>
        <p:txBody>
          <a:bodyPr vert="horz" wrap="square" lIns="91440" tIns="45720" rIns="91440" bIns="45720" anchor="ctr">
            <a:normAutofit/>
          </a:bodyPr>
          <a:lstStyle/>
          <a:p>
            <a:pPr marL="0" algn="ctr"/>
            <a:endParaRPr/>
          </a:p>
        </p:txBody>
      </p:sp>
      <p:sp>
        <p:nvSpPr>
          <p:cNvPr id="10" name="Freeform 10"/>
          <p:cNvSpPr/>
          <p:nvPr/>
        </p:nvSpPr>
        <p:spPr>
          <a:xfrm rot="607256">
            <a:off x="5298656" y="3943658"/>
            <a:ext cx="693542" cy="547534"/>
          </a:xfrm>
          <a:custGeom>
            <a:avLst/>
            <a:gdLst/>
            <a:ahLst/>
            <a:cxnLst/>
            <a:rect l="l" t="t" r="r" b="b"/>
            <a:pathLst>
              <a:path w="64" h="51">
                <a:moveTo>
                  <a:pt x="3" y="0"/>
                </a:moveTo>
                <a:cubicBezTo>
                  <a:pt x="2" y="5"/>
                  <a:pt x="1" y="10"/>
                  <a:pt x="0" y="15"/>
                </a:cubicBezTo>
                <a:cubicBezTo>
                  <a:pt x="50" y="51"/>
                  <a:pt x="50" y="51"/>
                  <a:pt x="50" y="51"/>
                </a:cubicBezTo>
                <a:cubicBezTo>
                  <a:pt x="55" y="49"/>
                  <a:pt x="59" y="46"/>
                  <a:pt x="64" y="44"/>
                </a:cubicBezTo>
                <a:cubicBezTo>
                  <a:pt x="3" y="0"/>
                  <a:pt x="3" y="0"/>
                  <a:pt x="3" y="0"/>
                </a:cubicBezTo>
              </a:path>
            </a:pathLst>
          </a:custGeom>
          <a:solidFill>
            <a:schemeClr val="accent1">
              <a:lumMod val="75000"/>
            </a:schemeClr>
          </a:solidFill>
        </p:spPr>
        <p:txBody>
          <a:bodyPr vert="horz" wrap="square" lIns="91440" tIns="45720" rIns="91440" bIns="45720" anchor="ctr">
            <a:normAutofit/>
          </a:bodyPr>
          <a:lstStyle/>
          <a:p>
            <a:pPr marL="0" algn="ctr"/>
            <a:endParaRPr/>
          </a:p>
        </p:txBody>
      </p:sp>
      <p:sp>
        <p:nvSpPr>
          <p:cNvPr id="11" name="Freeform 11"/>
          <p:cNvSpPr/>
          <p:nvPr/>
        </p:nvSpPr>
        <p:spPr>
          <a:xfrm rot="607256">
            <a:off x="6953979" y="2083463"/>
            <a:ext cx="766547" cy="839551"/>
          </a:xfrm>
          <a:custGeom>
            <a:avLst/>
            <a:gdLst/>
            <a:ahLst/>
            <a:cxnLst/>
            <a:rect l="l" t="t" r="r" b="b"/>
            <a:pathLst>
              <a:path w="71" h="78">
                <a:moveTo>
                  <a:pt x="59" y="78"/>
                </a:moveTo>
                <a:cubicBezTo>
                  <a:pt x="71" y="34"/>
                  <a:pt x="70" y="0"/>
                  <a:pt x="70" y="0"/>
                </a:cubicBezTo>
                <a:cubicBezTo>
                  <a:pt x="70" y="0"/>
                  <a:pt x="37" y="10"/>
                  <a:pt x="0" y="34"/>
                </a:cubicBezTo>
                <a:cubicBezTo>
                  <a:pt x="59" y="78"/>
                  <a:pt x="59" y="78"/>
                  <a:pt x="59" y="78"/>
                </a:cubicBezTo>
              </a:path>
            </a:pathLst>
          </a:custGeom>
          <a:solidFill>
            <a:srgbClr val="FFFFFF">
              <a:lumMod val="85000"/>
            </a:srgbClr>
          </a:solidFill>
        </p:spPr>
        <p:txBody>
          <a:bodyPr vert="horz" wrap="square" lIns="91440" tIns="45720" rIns="91440" bIns="45720" anchor="ctr">
            <a:normAutofit/>
          </a:bodyPr>
          <a:lstStyle/>
          <a:p>
            <a:pPr marL="0" algn="ctr"/>
            <a:endParaRPr/>
          </a:p>
        </p:txBody>
      </p:sp>
      <p:sp>
        <p:nvSpPr>
          <p:cNvPr id="12" name="Freeform 12"/>
          <p:cNvSpPr/>
          <p:nvPr/>
        </p:nvSpPr>
        <p:spPr>
          <a:xfrm rot="607256">
            <a:off x="5212765" y="3628897"/>
            <a:ext cx="866927" cy="1168071"/>
          </a:xfrm>
          <a:custGeom>
            <a:avLst/>
            <a:gdLst/>
            <a:ahLst/>
            <a:cxnLst/>
            <a:rect l="l" t="t" r="r" b="b"/>
            <a:pathLst>
              <a:path w="80" h="108">
                <a:moveTo>
                  <a:pt x="33" y="52"/>
                </a:moveTo>
                <a:cubicBezTo>
                  <a:pt x="12" y="81"/>
                  <a:pt x="0" y="108"/>
                  <a:pt x="0" y="108"/>
                </a:cubicBezTo>
                <a:cubicBezTo>
                  <a:pt x="0" y="108"/>
                  <a:pt x="22" y="88"/>
                  <a:pt x="43" y="59"/>
                </a:cubicBezTo>
                <a:cubicBezTo>
                  <a:pt x="65" y="30"/>
                  <a:pt x="80" y="4"/>
                  <a:pt x="77" y="2"/>
                </a:cubicBezTo>
                <a:cubicBezTo>
                  <a:pt x="74" y="0"/>
                  <a:pt x="55" y="22"/>
                  <a:pt x="33" y="52"/>
                </a:cubicBezTo>
              </a:path>
            </a:pathLst>
          </a:custGeom>
          <a:solidFill>
            <a:schemeClr val="accent1"/>
          </a:solidFill>
        </p:spPr>
        <p:txBody>
          <a:bodyPr vert="horz" wrap="square" lIns="91440" tIns="45720" rIns="91440" bIns="45720" anchor="ctr">
            <a:normAutofit/>
          </a:bodyPr>
          <a:lstStyle/>
          <a:p>
            <a:pPr marL="0" algn="ctr"/>
            <a:endParaRPr/>
          </a:p>
        </p:txBody>
      </p:sp>
      <p:sp>
        <p:nvSpPr>
          <p:cNvPr id="13" name="Freeform 13"/>
          <p:cNvSpPr/>
          <p:nvPr/>
        </p:nvSpPr>
        <p:spPr>
          <a:xfrm rot="607256">
            <a:off x="6476893" y="2774060"/>
            <a:ext cx="647914" cy="638789"/>
          </a:xfrm>
          <a:custGeom>
            <a:avLst/>
            <a:gdLst/>
            <a:ahLst/>
            <a:cxnLst/>
            <a:rect l="l" t="t" r="r" b="b"/>
            <a:pathLst>
              <a:path w="60" h="59">
                <a:moveTo>
                  <a:pt x="51" y="45"/>
                </a:moveTo>
                <a:cubicBezTo>
                  <a:pt x="43" y="57"/>
                  <a:pt x="26" y="59"/>
                  <a:pt x="15" y="51"/>
                </a:cubicBezTo>
                <a:cubicBezTo>
                  <a:pt x="3" y="42"/>
                  <a:pt x="0" y="26"/>
                  <a:pt x="9" y="14"/>
                </a:cubicBezTo>
                <a:cubicBezTo>
                  <a:pt x="17" y="2"/>
                  <a:pt x="34" y="0"/>
                  <a:pt x="45" y="8"/>
                </a:cubicBezTo>
                <a:cubicBezTo>
                  <a:pt x="57" y="17"/>
                  <a:pt x="60" y="33"/>
                  <a:pt x="51" y="45"/>
                </a:cubicBezTo>
              </a:path>
            </a:pathLst>
          </a:custGeom>
          <a:solidFill>
            <a:srgbClr val="FFFFFF">
              <a:lumMod val="85000"/>
            </a:srgbClr>
          </a:solidFill>
        </p:spPr>
        <p:txBody>
          <a:bodyPr vert="horz" wrap="square" lIns="91440" tIns="45720" rIns="91440" bIns="45720" anchor="ctr">
            <a:normAutofit/>
          </a:bodyPr>
          <a:lstStyle/>
          <a:p>
            <a:pPr marL="0" algn="ctr"/>
            <a:endParaRPr/>
          </a:p>
        </p:txBody>
      </p:sp>
      <p:sp>
        <p:nvSpPr>
          <p:cNvPr id="14" name="Freeform 14"/>
          <p:cNvSpPr/>
          <p:nvPr/>
        </p:nvSpPr>
        <p:spPr>
          <a:xfrm rot="607256">
            <a:off x="6563588" y="2860754"/>
            <a:ext cx="474529" cy="465403"/>
          </a:xfrm>
          <a:custGeom>
            <a:avLst/>
            <a:gdLst/>
            <a:ahLst/>
            <a:cxnLst/>
            <a:rect l="l" t="t" r="r" b="b"/>
            <a:pathLst>
              <a:path w="44" h="43">
                <a:moveTo>
                  <a:pt x="38" y="33"/>
                </a:moveTo>
                <a:cubicBezTo>
                  <a:pt x="31" y="41"/>
                  <a:pt x="19" y="43"/>
                  <a:pt x="11" y="37"/>
                </a:cubicBezTo>
                <a:cubicBezTo>
                  <a:pt x="2" y="31"/>
                  <a:pt x="0" y="19"/>
                  <a:pt x="6" y="10"/>
                </a:cubicBezTo>
                <a:cubicBezTo>
                  <a:pt x="13" y="2"/>
                  <a:pt x="25" y="0"/>
                  <a:pt x="33" y="6"/>
                </a:cubicBezTo>
                <a:cubicBezTo>
                  <a:pt x="42" y="12"/>
                  <a:pt x="44" y="24"/>
                  <a:pt x="38" y="33"/>
                </a:cubicBezTo>
              </a:path>
            </a:pathLst>
          </a:custGeom>
          <a:solidFill>
            <a:schemeClr val="accent1"/>
          </a:solidFill>
        </p:spPr>
        <p:txBody>
          <a:bodyPr vert="horz" wrap="square" lIns="91440" tIns="45720" rIns="91440" bIns="45720" anchor="ctr">
            <a:normAutofit/>
          </a:bodyPr>
          <a:lstStyle/>
          <a:p>
            <a:pPr marL="0" algn="ctr"/>
            <a:endParaRPr/>
          </a:p>
        </p:txBody>
      </p:sp>
      <p:sp>
        <p:nvSpPr>
          <p:cNvPr id="15" name="Freeform 15"/>
          <p:cNvSpPr/>
          <p:nvPr/>
        </p:nvSpPr>
        <p:spPr>
          <a:xfrm rot="607256">
            <a:off x="5637945" y="4388867"/>
            <a:ext cx="159698" cy="118633"/>
          </a:xfrm>
          <a:custGeom>
            <a:avLst/>
            <a:gdLst/>
            <a:ahLst/>
            <a:cxnLst/>
            <a:rect l="l" t="t" r="r" b="b"/>
            <a:pathLst>
              <a:path w="35" h="26">
                <a:moveTo>
                  <a:pt x="0" y="0"/>
                </a:moveTo>
                <a:lnTo>
                  <a:pt x="0" y="0"/>
                </a:lnTo>
                <a:lnTo>
                  <a:pt x="35" y="26"/>
                </a:lnTo>
                <a:lnTo>
                  <a:pt x="33" y="26"/>
                </a:lnTo>
                <a:lnTo>
                  <a:pt x="0" y="0"/>
                </a:lnTo>
                <a:close/>
              </a:path>
            </a:pathLst>
          </a:custGeom>
          <a:solidFill>
            <a:srgbClr val="808080"/>
          </a:solidFill>
        </p:spPr>
        <p:txBody>
          <a:bodyPr vert="horz" wrap="square" lIns="91440" tIns="45720" rIns="91440" bIns="45720" anchor="ctr">
            <a:normAutofit/>
          </a:bodyPr>
          <a:lstStyle/>
          <a:p>
            <a:pPr marL="0" algn="ctr"/>
            <a:endParaRPr/>
          </a:p>
        </p:txBody>
      </p:sp>
      <p:sp>
        <p:nvSpPr>
          <p:cNvPr id="16" name="Freeform 16"/>
          <p:cNvSpPr/>
          <p:nvPr/>
        </p:nvSpPr>
        <p:spPr>
          <a:xfrm rot="607256">
            <a:off x="5637945" y="4388867"/>
            <a:ext cx="159698" cy="118633"/>
          </a:xfrm>
          <a:custGeom>
            <a:avLst/>
            <a:gdLst/>
            <a:ahLst/>
            <a:cxnLst/>
            <a:rect l="l" t="t" r="r" b="b"/>
            <a:pathLst>
              <a:path w="35" h="26">
                <a:moveTo>
                  <a:pt x="0" y="0"/>
                </a:moveTo>
                <a:lnTo>
                  <a:pt x="0" y="0"/>
                </a:lnTo>
                <a:lnTo>
                  <a:pt x="35" y="26"/>
                </a:lnTo>
                <a:lnTo>
                  <a:pt x="33" y="26"/>
                </a:lnTo>
                <a:lnTo>
                  <a:pt x="0" y="0"/>
                </a:lnTo>
              </a:path>
            </a:pathLst>
          </a:custGeom>
          <a:noFill/>
        </p:spPr>
        <p:txBody>
          <a:bodyPr vert="horz" wrap="square" lIns="91440" tIns="45720" rIns="91440" bIns="45720" anchor="ctr">
            <a:normAutofit/>
          </a:bodyPr>
          <a:lstStyle/>
          <a:p>
            <a:pPr marL="0" algn="ctr"/>
            <a:endParaRPr/>
          </a:p>
        </p:txBody>
      </p:sp>
      <p:sp>
        <p:nvSpPr>
          <p:cNvPr id="17" name="Freeform 17"/>
          <p:cNvSpPr/>
          <p:nvPr/>
        </p:nvSpPr>
        <p:spPr>
          <a:xfrm rot="607256">
            <a:off x="5488779" y="4343718"/>
            <a:ext cx="301144" cy="282893"/>
          </a:xfrm>
          <a:custGeom>
            <a:avLst/>
            <a:gdLst/>
            <a:ahLst/>
            <a:cxnLst/>
            <a:rect l="l" t="t" r="r" b="b"/>
            <a:pathLst>
              <a:path w="28" h="26">
                <a:moveTo>
                  <a:pt x="8" y="0"/>
                </a:moveTo>
                <a:cubicBezTo>
                  <a:pt x="6" y="2"/>
                  <a:pt x="5" y="5"/>
                  <a:pt x="3" y="7"/>
                </a:cubicBezTo>
                <a:cubicBezTo>
                  <a:pt x="2" y="8"/>
                  <a:pt x="1" y="9"/>
                  <a:pt x="0" y="11"/>
                </a:cubicBezTo>
                <a:cubicBezTo>
                  <a:pt x="20" y="26"/>
                  <a:pt x="20" y="26"/>
                  <a:pt x="20" y="26"/>
                </a:cubicBezTo>
                <a:cubicBezTo>
                  <a:pt x="28" y="14"/>
                  <a:pt x="28" y="14"/>
                  <a:pt x="28" y="14"/>
                </a:cubicBezTo>
                <a:cubicBezTo>
                  <a:pt x="13" y="3"/>
                  <a:pt x="13" y="3"/>
                  <a:pt x="13" y="3"/>
                </a:cubicBezTo>
                <a:cubicBezTo>
                  <a:pt x="8" y="0"/>
                  <a:pt x="8" y="0"/>
                  <a:pt x="8" y="0"/>
                </a:cubicBezTo>
              </a:path>
            </a:pathLst>
          </a:custGeom>
          <a:solidFill>
            <a:srgbClr val="FFFFFF">
              <a:lumMod val="65000"/>
            </a:srgbClr>
          </a:solidFill>
        </p:spPr>
        <p:txBody>
          <a:bodyPr vert="horz" wrap="square" lIns="91440" tIns="45720" rIns="91440" bIns="45720" anchor="ctr">
            <a:normAutofit/>
          </a:bodyPr>
          <a:lstStyle/>
          <a:p>
            <a:pPr marL="0" algn="ctr"/>
            <a:endParaRPr/>
          </a:p>
        </p:txBody>
      </p:sp>
      <p:sp>
        <p:nvSpPr>
          <p:cNvPr id="18" name="Freeform 18"/>
          <p:cNvSpPr/>
          <p:nvPr/>
        </p:nvSpPr>
        <p:spPr>
          <a:xfrm rot="607256">
            <a:off x="5586492" y="4351562"/>
            <a:ext cx="205324" cy="150572"/>
          </a:xfrm>
          <a:custGeom>
            <a:avLst/>
            <a:gdLst/>
            <a:ahLst/>
            <a:cxnLst/>
            <a:rect l="l" t="t" r="r" b="b"/>
            <a:pathLst>
              <a:path w="19" h="14">
                <a:moveTo>
                  <a:pt x="0" y="0"/>
                </a:moveTo>
                <a:cubicBezTo>
                  <a:pt x="0" y="0"/>
                  <a:pt x="0" y="0"/>
                  <a:pt x="0" y="0"/>
                </a:cubicBezTo>
                <a:cubicBezTo>
                  <a:pt x="19" y="14"/>
                  <a:pt x="19" y="14"/>
                  <a:pt x="19" y="14"/>
                </a:cubicBezTo>
                <a:cubicBezTo>
                  <a:pt x="0" y="0"/>
                  <a:pt x="0" y="0"/>
                  <a:pt x="0" y="0"/>
                </a:cubicBezTo>
              </a:path>
            </a:pathLst>
          </a:custGeom>
          <a:solidFill>
            <a:srgbClr val="00334E"/>
          </a:solidFill>
        </p:spPr>
        <p:txBody>
          <a:bodyPr vert="horz" wrap="square" lIns="91440" tIns="45720" rIns="91440" bIns="45720" anchor="ctr">
            <a:normAutofit/>
          </a:bodyPr>
          <a:lstStyle/>
          <a:p>
            <a:pPr marL="0" algn="ctr"/>
            <a:endParaRPr/>
          </a:p>
        </p:txBody>
      </p:sp>
      <p:sp>
        <p:nvSpPr>
          <p:cNvPr id="19" name="Freeform 19"/>
          <p:cNvSpPr/>
          <p:nvPr/>
        </p:nvSpPr>
        <p:spPr>
          <a:xfrm rot="607256">
            <a:off x="5540178" y="4329279"/>
            <a:ext cx="54752" cy="77567"/>
          </a:xfrm>
          <a:custGeom>
            <a:avLst/>
            <a:gdLst/>
            <a:ahLst/>
            <a:cxnLst/>
            <a:rect l="l" t="t" r="r" b="b"/>
            <a:pathLst>
              <a:path w="5" h="7">
                <a:moveTo>
                  <a:pt x="5" y="0"/>
                </a:moveTo>
                <a:cubicBezTo>
                  <a:pt x="3" y="2"/>
                  <a:pt x="2" y="5"/>
                  <a:pt x="0" y="7"/>
                </a:cubicBezTo>
                <a:cubicBezTo>
                  <a:pt x="2" y="5"/>
                  <a:pt x="3" y="2"/>
                  <a:pt x="5" y="0"/>
                </a:cubicBezTo>
                <a:cubicBezTo>
                  <a:pt x="5" y="0"/>
                  <a:pt x="5" y="0"/>
                  <a:pt x="5" y="0"/>
                </a:cubicBezTo>
                <a:cubicBezTo>
                  <a:pt x="5" y="0"/>
                  <a:pt x="5" y="0"/>
                  <a:pt x="5" y="0"/>
                </a:cubicBezTo>
                <a:cubicBezTo>
                  <a:pt x="5" y="0"/>
                  <a:pt x="5" y="0"/>
                  <a:pt x="5" y="0"/>
                </a:cubicBezTo>
                <a:cubicBezTo>
                  <a:pt x="5" y="0"/>
                  <a:pt x="5" y="0"/>
                  <a:pt x="5" y="0"/>
                </a:cubicBezTo>
              </a:path>
            </a:pathLst>
          </a:custGeom>
          <a:solidFill>
            <a:srgbClr val="00334E"/>
          </a:solidFill>
        </p:spPr>
        <p:txBody>
          <a:bodyPr vert="horz" wrap="square" lIns="91440" tIns="45720" rIns="91440" bIns="45720" anchor="ctr">
            <a:normAutofit/>
          </a:bodyPr>
          <a:lstStyle/>
          <a:p>
            <a:pPr marL="0" algn="ctr"/>
            <a:endParaRPr/>
          </a:p>
        </p:txBody>
      </p:sp>
      <p:sp>
        <p:nvSpPr>
          <p:cNvPr id="20" name="AutoShape 20"/>
          <p:cNvSpPr/>
          <p:nvPr/>
        </p:nvSpPr>
        <p:spPr>
          <a:xfrm rot="607256">
            <a:off x="7778909" y="2156109"/>
            <a:ext cx="4562" cy="4562"/>
          </a:xfrm>
          <a:prstGeom prst="rect">
            <a:avLst/>
          </a:prstGeom>
          <a:solidFill>
            <a:srgbClr val="FCFDF2"/>
          </a:solidFill>
        </p:spPr>
        <p:txBody>
          <a:bodyPr vert="horz" wrap="square" lIns="91440" tIns="45720" rIns="91440" bIns="45720" anchor="ctr">
            <a:normAutofit/>
          </a:bodyPr>
          <a:lstStyle/>
          <a:p>
            <a:pPr marL="0" algn="ctr"/>
            <a:endParaRPr/>
          </a:p>
        </p:txBody>
      </p:sp>
      <p:sp>
        <p:nvSpPr>
          <p:cNvPr id="21" name="Freeform 21"/>
          <p:cNvSpPr/>
          <p:nvPr/>
        </p:nvSpPr>
        <p:spPr>
          <a:xfrm rot="607256">
            <a:off x="7779344" y="2155743"/>
            <a:ext cx="0" cy="0"/>
          </a:xfrm>
          <a:custGeom>
            <a:avLst/>
            <a:gdLst/>
            <a:ahLst/>
            <a:cxnLst/>
            <a:rect l="l" t="t" r="r" b="b"/>
            <a:pathLst>
              <a:path>
                <a:moveTo>
                  <a:pt x="0" y="0"/>
                </a:moveTo>
                <a:lnTo>
                  <a:pt x="0" y="0"/>
                </a:lnTo>
                <a:lnTo>
                  <a:pt x="0" y="0"/>
                </a:lnTo>
                <a:lnTo>
                  <a:pt x="0" y="0"/>
                </a:lnTo>
              </a:path>
            </a:pathLst>
          </a:custGeom>
          <a:noFill/>
        </p:spPr>
        <p:txBody>
          <a:bodyPr vert="horz" wrap="square" lIns="91440" tIns="45720" rIns="91440" bIns="45720" anchor="ctr">
            <a:normAutofit/>
          </a:bodyPr>
          <a:lstStyle/>
          <a:p>
            <a:pPr marL="0" algn="ctr"/>
            <a:endParaRPr/>
          </a:p>
        </p:txBody>
      </p:sp>
      <p:sp>
        <p:nvSpPr>
          <p:cNvPr id="22" name="AutoShape 22"/>
          <p:cNvSpPr/>
          <p:nvPr/>
        </p:nvSpPr>
        <p:spPr>
          <a:xfrm rot="607256">
            <a:off x="7778507" y="2156074"/>
            <a:ext cx="4562" cy="9126"/>
          </a:xfrm>
          <a:prstGeom prst="rect">
            <a:avLst/>
          </a:prstGeom>
          <a:solidFill>
            <a:srgbClr val="EEEFE5"/>
          </a:solidFill>
        </p:spPr>
        <p:txBody>
          <a:bodyPr vert="horz" wrap="square" lIns="91440" tIns="45720" rIns="91440" bIns="45720" anchor="ctr">
            <a:normAutofit/>
          </a:bodyPr>
          <a:lstStyle/>
          <a:p>
            <a:pPr marL="0" algn="ctr"/>
            <a:endParaRPr/>
          </a:p>
        </p:txBody>
      </p:sp>
      <p:sp>
        <p:nvSpPr>
          <p:cNvPr id="23" name="AutoShape 23"/>
          <p:cNvSpPr/>
          <p:nvPr/>
        </p:nvSpPr>
        <p:spPr>
          <a:xfrm rot="607256">
            <a:off x="7778507" y="2156074"/>
            <a:ext cx="4562" cy="9126"/>
          </a:xfrm>
          <a:prstGeom prst="rect">
            <a:avLst/>
          </a:prstGeom>
          <a:noFill/>
        </p:spPr>
        <p:txBody>
          <a:bodyPr vert="horz" wrap="square" lIns="91440" tIns="45720" rIns="91440" bIns="45720" anchor="ctr">
            <a:normAutofit/>
          </a:bodyPr>
          <a:lstStyle/>
          <a:p>
            <a:pPr marL="0" algn="ctr"/>
            <a:endParaRPr/>
          </a:p>
        </p:txBody>
      </p:sp>
      <p:sp>
        <p:nvSpPr>
          <p:cNvPr id="24" name="AutoShape 24"/>
          <p:cNvSpPr/>
          <p:nvPr/>
        </p:nvSpPr>
        <p:spPr>
          <a:xfrm rot="607256">
            <a:off x="7777304" y="2165092"/>
            <a:ext cx="4562" cy="4562"/>
          </a:xfrm>
          <a:prstGeom prst="rect">
            <a:avLst/>
          </a:prstGeom>
          <a:solidFill>
            <a:srgbClr val="FC9F00"/>
          </a:solidFill>
        </p:spPr>
        <p:txBody>
          <a:bodyPr vert="horz" wrap="square" lIns="91440" tIns="45720" rIns="91440" bIns="45720" anchor="ctr">
            <a:normAutofit/>
          </a:bodyPr>
          <a:lstStyle/>
          <a:p>
            <a:pPr marL="0" algn="ctr"/>
            <a:endParaRPr/>
          </a:p>
        </p:txBody>
      </p:sp>
      <p:sp>
        <p:nvSpPr>
          <p:cNvPr id="25" name="Freeform 25"/>
          <p:cNvSpPr/>
          <p:nvPr/>
        </p:nvSpPr>
        <p:spPr>
          <a:xfrm rot="607256">
            <a:off x="7777741" y="2164726"/>
            <a:ext cx="0" cy="0"/>
          </a:xfrm>
          <a:custGeom>
            <a:avLst/>
            <a:gdLst/>
            <a:ahLst/>
            <a:cxnLst/>
            <a:rect l="l" t="t" r="r" b="b"/>
            <a:pathLst>
              <a:path>
                <a:moveTo>
                  <a:pt x="0" y="0"/>
                </a:moveTo>
                <a:lnTo>
                  <a:pt x="0" y="0"/>
                </a:lnTo>
                <a:lnTo>
                  <a:pt x="0" y="0"/>
                </a:lnTo>
                <a:lnTo>
                  <a:pt x="0" y="0"/>
                </a:lnTo>
              </a:path>
            </a:pathLst>
          </a:custGeom>
          <a:noFill/>
        </p:spPr>
        <p:txBody>
          <a:bodyPr vert="horz" wrap="square" lIns="91440" tIns="45720" rIns="91440" bIns="45720" anchor="ctr">
            <a:normAutofit/>
          </a:bodyPr>
          <a:lstStyle/>
          <a:p>
            <a:pPr marL="0" algn="ctr"/>
            <a:endParaRPr/>
          </a:p>
        </p:txBody>
      </p:sp>
      <p:sp>
        <p:nvSpPr>
          <p:cNvPr id="26" name="AutoShape 26"/>
          <p:cNvSpPr/>
          <p:nvPr/>
        </p:nvSpPr>
        <p:spPr>
          <a:xfrm rot="607256">
            <a:off x="7778909" y="2156109"/>
            <a:ext cx="4562" cy="4562"/>
          </a:xfrm>
          <a:prstGeom prst="rect">
            <a:avLst/>
          </a:prstGeom>
          <a:solidFill>
            <a:srgbClr val="FCFDF2"/>
          </a:solidFill>
        </p:spPr>
        <p:txBody>
          <a:bodyPr vert="horz" wrap="square" lIns="91440" tIns="45720" rIns="91440" bIns="45720" anchor="ctr">
            <a:normAutofit/>
          </a:bodyPr>
          <a:lstStyle/>
          <a:p>
            <a:pPr marL="0" algn="ctr"/>
            <a:endParaRPr/>
          </a:p>
        </p:txBody>
      </p:sp>
      <p:sp>
        <p:nvSpPr>
          <p:cNvPr id="27" name="Freeform 27"/>
          <p:cNvSpPr/>
          <p:nvPr/>
        </p:nvSpPr>
        <p:spPr>
          <a:xfrm rot="607256">
            <a:off x="7779344" y="2155743"/>
            <a:ext cx="0" cy="0"/>
          </a:xfrm>
          <a:custGeom>
            <a:avLst/>
            <a:gdLst/>
            <a:ahLst/>
            <a:cxnLst/>
            <a:rect l="l" t="t" r="r" b="b"/>
            <a:pathLst>
              <a:path>
                <a:moveTo>
                  <a:pt x="0" y="0"/>
                </a:moveTo>
                <a:lnTo>
                  <a:pt x="0" y="0"/>
                </a:lnTo>
                <a:lnTo>
                  <a:pt x="0" y="0"/>
                </a:lnTo>
                <a:lnTo>
                  <a:pt x="0" y="0"/>
                </a:lnTo>
              </a:path>
            </a:pathLst>
          </a:custGeom>
          <a:noFill/>
        </p:spPr>
        <p:txBody>
          <a:bodyPr vert="horz" wrap="square" lIns="91440" tIns="45720" rIns="91440" bIns="45720" anchor="ctr">
            <a:normAutofit/>
          </a:bodyPr>
          <a:lstStyle/>
          <a:p>
            <a:pPr marL="0" algn="ctr"/>
            <a:endParaRPr/>
          </a:p>
        </p:txBody>
      </p:sp>
      <p:sp>
        <p:nvSpPr>
          <p:cNvPr id="28" name="AutoShape 28"/>
          <p:cNvSpPr/>
          <p:nvPr/>
        </p:nvSpPr>
        <p:spPr>
          <a:xfrm rot="607256">
            <a:off x="7778909" y="2156109"/>
            <a:ext cx="4562" cy="4562"/>
          </a:xfrm>
          <a:prstGeom prst="rect">
            <a:avLst/>
          </a:prstGeom>
          <a:solidFill>
            <a:srgbClr val="EEEFE5"/>
          </a:solidFill>
        </p:spPr>
        <p:txBody>
          <a:bodyPr vert="horz" wrap="square" lIns="91440" tIns="45720" rIns="91440" bIns="45720" anchor="ctr">
            <a:normAutofit/>
          </a:bodyPr>
          <a:lstStyle/>
          <a:p>
            <a:pPr marL="0" algn="ctr"/>
            <a:endParaRPr/>
          </a:p>
        </p:txBody>
      </p:sp>
      <p:sp>
        <p:nvSpPr>
          <p:cNvPr id="29" name="AutoShape 29"/>
          <p:cNvSpPr/>
          <p:nvPr/>
        </p:nvSpPr>
        <p:spPr>
          <a:xfrm rot="607256">
            <a:off x="7778909" y="2156109"/>
            <a:ext cx="4562" cy="4562"/>
          </a:xfrm>
          <a:prstGeom prst="rect">
            <a:avLst/>
          </a:prstGeom>
          <a:noFill/>
        </p:spPr>
        <p:txBody>
          <a:bodyPr vert="horz" wrap="square" lIns="91440" tIns="45720" rIns="91440" bIns="45720" anchor="ctr">
            <a:normAutofit/>
          </a:bodyPr>
          <a:lstStyle/>
          <a:p>
            <a:pPr marL="0" algn="ctr"/>
            <a:endParaRPr/>
          </a:p>
        </p:txBody>
      </p:sp>
      <p:sp>
        <p:nvSpPr>
          <p:cNvPr id="30" name="AutoShape 30"/>
          <p:cNvSpPr/>
          <p:nvPr/>
        </p:nvSpPr>
        <p:spPr>
          <a:xfrm rot="607256">
            <a:off x="7778909" y="2156109"/>
            <a:ext cx="4562" cy="4562"/>
          </a:xfrm>
          <a:prstGeom prst="rect">
            <a:avLst/>
          </a:prstGeom>
          <a:solidFill>
            <a:srgbClr val="FC9F00"/>
          </a:solidFill>
        </p:spPr>
        <p:txBody>
          <a:bodyPr vert="horz" wrap="square" lIns="91440" tIns="45720" rIns="91440" bIns="45720" anchor="ctr">
            <a:normAutofit/>
          </a:bodyPr>
          <a:lstStyle/>
          <a:p>
            <a:pPr marL="0" algn="ctr"/>
            <a:endParaRPr/>
          </a:p>
        </p:txBody>
      </p:sp>
      <p:sp>
        <p:nvSpPr>
          <p:cNvPr id="31" name="Freeform 31"/>
          <p:cNvSpPr/>
          <p:nvPr/>
        </p:nvSpPr>
        <p:spPr>
          <a:xfrm rot="607256">
            <a:off x="7779344" y="2155743"/>
            <a:ext cx="0" cy="0"/>
          </a:xfrm>
          <a:custGeom>
            <a:avLst/>
            <a:gdLst/>
            <a:ahLst/>
            <a:cxnLst/>
            <a:rect l="l" t="t" r="r" b="b"/>
            <a:pathLst>
              <a:path>
                <a:moveTo>
                  <a:pt x="0" y="0"/>
                </a:moveTo>
                <a:lnTo>
                  <a:pt x="0" y="0"/>
                </a:lnTo>
                <a:lnTo>
                  <a:pt x="0" y="0"/>
                </a:lnTo>
                <a:lnTo>
                  <a:pt x="0" y="0"/>
                </a:lnTo>
              </a:path>
            </a:pathLst>
          </a:custGeom>
          <a:noFill/>
        </p:spPr>
        <p:txBody>
          <a:bodyPr vert="horz" wrap="square" lIns="91440" tIns="45720" rIns="91440" bIns="45720" anchor="ctr">
            <a:normAutofit/>
          </a:bodyPr>
          <a:lstStyle/>
          <a:p>
            <a:pPr marL="0" algn="ctr"/>
            <a:endParaRPr/>
          </a:p>
        </p:txBody>
      </p:sp>
      <p:sp>
        <p:nvSpPr>
          <p:cNvPr id="32" name="Freeform 32"/>
          <p:cNvSpPr/>
          <p:nvPr/>
        </p:nvSpPr>
        <p:spPr>
          <a:xfrm rot="607256">
            <a:off x="7047460" y="2163937"/>
            <a:ext cx="570347" cy="1742980"/>
          </a:xfrm>
          <a:custGeom>
            <a:avLst/>
            <a:gdLst/>
            <a:ahLst/>
            <a:cxnLst/>
            <a:rect l="l" t="t" r="r" b="b"/>
            <a:pathLst>
              <a:path w="53" h="161">
                <a:moveTo>
                  <a:pt x="0" y="161"/>
                </a:moveTo>
                <a:cubicBezTo>
                  <a:pt x="0" y="161"/>
                  <a:pt x="0" y="161"/>
                  <a:pt x="0" y="161"/>
                </a:cubicBezTo>
                <a:cubicBezTo>
                  <a:pt x="0" y="161"/>
                  <a:pt x="0" y="161"/>
                  <a:pt x="0" y="161"/>
                </a:cubicBezTo>
                <a:moveTo>
                  <a:pt x="0" y="160"/>
                </a:moveTo>
                <a:cubicBezTo>
                  <a:pt x="0" y="160"/>
                  <a:pt x="0" y="160"/>
                  <a:pt x="0" y="160"/>
                </a:cubicBezTo>
                <a:cubicBezTo>
                  <a:pt x="0" y="160"/>
                  <a:pt x="0" y="160"/>
                  <a:pt x="0" y="160"/>
                </a:cubicBezTo>
                <a:moveTo>
                  <a:pt x="0" y="160"/>
                </a:moveTo>
                <a:cubicBezTo>
                  <a:pt x="0" y="160"/>
                  <a:pt x="0" y="160"/>
                  <a:pt x="0" y="160"/>
                </a:cubicBezTo>
                <a:cubicBezTo>
                  <a:pt x="0" y="160"/>
                  <a:pt x="0" y="160"/>
                  <a:pt x="0" y="160"/>
                </a:cubicBezTo>
                <a:moveTo>
                  <a:pt x="0" y="160"/>
                </a:moveTo>
                <a:cubicBezTo>
                  <a:pt x="0" y="160"/>
                  <a:pt x="0" y="160"/>
                  <a:pt x="0" y="160"/>
                </a:cubicBezTo>
                <a:cubicBezTo>
                  <a:pt x="0" y="160"/>
                  <a:pt x="0" y="160"/>
                  <a:pt x="0" y="160"/>
                </a:cubicBezTo>
                <a:moveTo>
                  <a:pt x="0" y="160"/>
                </a:moveTo>
                <a:cubicBezTo>
                  <a:pt x="0" y="160"/>
                  <a:pt x="0" y="160"/>
                  <a:pt x="0" y="160"/>
                </a:cubicBezTo>
                <a:cubicBezTo>
                  <a:pt x="0" y="160"/>
                  <a:pt x="0" y="160"/>
                  <a:pt x="0" y="160"/>
                </a:cubicBezTo>
                <a:moveTo>
                  <a:pt x="1" y="159"/>
                </a:moveTo>
                <a:cubicBezTo>
                  <a:pt x="1" y="159"/>
                  <a:pt x="1" y="159"/>
                  <a:pt x="1" y="159"/>
                </a:cubicBezTo>
                <a:cubicBezTo>
                  <a:pt x="1" y="159"/>
                  <a:pt x="1" y="159"/>
                  <a:pt x="1" y="159"/>
                </a:cubicBezTo>
                <a:moveTo>
                  <a:pt x="7" y="150"/>
                </a:moveTo>
                <a:cubicBezTo>
                  <a:pt x="7" y="150"/>
                  <a:pt x="7" y="150"/>
                  <a:pt x="7" y="150"/>
                </a:cubicBezTo>
                <a:cubicBezTo>
                  <a:pt x="7" y="150"/>
                  <a:pt x="7" y="150"/>
                  <a:pt x="7" y="150"/>
                </a:cubicBezTo>
                <a:moveTo>
                  <a:pt x="7" y="149"/>
                </a:moveTo>
                <a:cubicBezTo>
                  <a:pt x="7" y="149"/>
                  <a:pt x="7" y="149"/>
                  <a:pt x="7" y="149"/>
                </a:cubicBezTo>
                <a:cubicBezTo>
                  <a:pt x="7" y="149"/>
                  <a:pt x="7" y="149"/>
                  <a:pt x="7" y="149"/>
                </a:cubicBezTo>
                <a:moveTo>
                  <a:pt x="8" y="149"/>
                </a:moveTo>
                <a:cubicBezTo>
                  <a:pt x="8" y="149"/>
                  <a:pt x="8" y="149"/>
                  <a:pt x="8" y="149"/>
                </a:cubicBezTo>
                <a:cubicBezTo>
                  <a:pt x="8" y="149"/>
                  <a:pt x="8" y="149"/>
                  <a:pt x="8" y="149"/>
                </a:cubicBezTo>
                <a:moveTo>
                  <a:pt x="8" y="149"/>
                </a:moveTo>
                <a:cubicBezTo>
                  <a:pt x="8" y="149"/>
                  <a:pt x="8" y="149"/>
                  <a:pt x="8" y="149"/>
                </a:cubicBezTo>
                <a:cubicBezTo>
                  <a:pt x="8" y="149"/>
                  <a:pt x="8" y="149"/>
                  <a:pt x="8" y="149"/>
                </a:cubicBezTo>
                <a:moveTo>
                  <a:pt x="8" y="149"/>
                </a:moveTo>
                <a:cubicBezTo>
                  <a:pt x="8" y="149"/>
                  <a:pt x="8" y="149"/>
                  <a:pt x="8" y="149"/>
                </a:cubicBezTo>
                <a:cubicBezTo>
                  <a:pt x="8" y="149"/>
                  <a:pt x="8" y="149"/>
                  <a:pt x="8" y="149"/>
                </a:cubicBezTo>
                <a:moveTo>
                  <a:pt x="8" y="148"/>
                </a:moveTo>
                <a:cubicBezTo>
                  <a:pt x="8" y="148"/>
                  <a:pt x="8" y="148"/>
                  <a:pt x="8" y="148"/>
                </a:cubicBezTo>
                <a:cubicBezTo>
                  <a:pt x="8" y="148"/>
                  <a:pt x="8" y="148"/>
                  <a:pt x="8" y="148"/>
                </a:cubicBezTo>
                <a:moveTo>
                  <a:pt x="53" y="0"/>
                </a:moveTo>
                <a:cubicBezTo>
                  <a:pt x="52" y="21"/>
                  <a:pt x="46" y="89"/>
                  <a:pt x="8" y="148"/>
                </a:cubicBezTo>
                <a:cubicBezTo>
                  <a:pt x="46" y="89"/>
                  <a:pt x="52" y="21"/>
                  <a:pt x="53" y="0"/>
                </a:cubicBezTo>
              </a:path>
            </a:pathLst>
          </a:custGeom>
          <a:solidFill>
            <a:srgbClr val="F1F1F1"/>
          </a:solidFill>
        </p:spPr>
        <p:txBody>
          <a:bodyPr vert="horz" wrap="square" lIns="91440" tIns="45720" rIns="91440" bIns="45720" anchor="ctr">
            <a:normAutofit/>
          </a:bodyPr>
          <a:lstStyle/>
          <a:p>
            <a:pPr marL="0" algn="ctr"/>
            <a:endParaRPr/>
          </a:p>
        </p:txBody>
      </p:sp>
      <p:sp>
        <p:nvSpPr>
          <p:cNvPr id="33" name="Freeform 33"/>
          <p:cNvSpPr/>
          <p:nvPr/>
        </p:nvSpPr>
        <p:spPr>
          <a:xfrm rot="607256">
            <a:off x="5895167" y="2020835"/>
            <a:ext cx="1665414" cy="2573407"/>
          </a:xfrm>
          <a:custGeom>
            <a:avLst/>
            <a:gdLst/>
            <a:ahLst/>
            <a:cxnLst/>
            <a:rect l="l" t="t" r="r" b="b"/>
            <a:pathLst>
              <a:path w="154" h="238">
                <a:moveTo>
                  <a:pt x="154" y="0"/>
                </a:moveTo>
                <a:cubicBezTo>
                  <a:pt x="154" y="2"/>
                  <a:pt x="154" y="5"/>
                  <a:pt x="154" y="9"/>
                </a:cubicBezTo>
                <a:cubicBezTo>
                  <a:pt x="154" y="9"/>
                  <a:pt x="154" y="9"/>
                  <a:pt x="154" y="9"/>
                </a:cubicBezTo>
                <a:cubicBezTo>
                  <a:pt x="154" y="9"/>
                  <a:pt x="154" y="9"/>
                  <a:pt x="154" y="9"/>
                </a:cubicBezTo>
                <a:cubicBezTo>
                  <a:pt x="153" y="14"/>
                  <a:pt x="153" y="20"/>
                  <a:pt x="152" y="27"/>
                </a:cubicBezTo>
                <a:cubicBezTo>
                  <a:pt x="152" y="27"/>
                  <a:pt x="152" y="27"/>
                  <a:pt x="152" y="27"/>
                </a:cubicBezTo>
                <a:cubicBezTo>
                  <a:pt x="152" y="27"/>
                  <a:pt x="152" y="27"/>
                  <a:pt x="152" y="27"/>
                </a:cubicBezTo>
                <a:cubicBezTo>
                  <a:pt x="152" y="27"/>
                  <a:pt x="152" y="27"/>
                  <a:pt x="152" y="27"/>
                </a:cubicBezTo>
                <a:cubicBezTo>
                  <a:pt x="152" y="27"/>
                  <a:pt x="152" y="27"/>
                  <a:pt x="152" y="27"/>
                </a:cubicBezTo>
                <a:cubicBezTo>
                  <a:pt x="152" y="27"/>
                  <a:pt x="152" y="27"/>
                  <a:pt x="152" y="27"/>
                </a:cubicBezTo>
                <a:cubicBezTo>
                  <a:pt x="152" y="27"/>
                  <a:pt x="152" y="27"/>
                  <a:pt x="152" y="27"/>
                </a:cubicBezTo>
                <a:cubicBezTo>
                  <a:pt x="152" y="27"/>
                  <a:pt x="152" y="28"/>
                  <a:pt x="152" y="28"/>
                </a:cubicBezTo>
                <a:cubicBezTo>
                  <a:pt x="152" y="28"/>
                  <a:pt x="152" y="28"/>
                  <a:pt x="152" y="28"/>
                </a:cubicBezTo>
                <a:cubicBezTo>
                  <a:pt x="150" y="40"/>
                  <a:pt x="148" y="56"/>
                  <a:pt x="143" y="74"/>
                </a:cubicBezTo>
                <a:cubicBezTo>
                  <a:pt x="143" y="74"/>
                  <a:pt x="143" y="74"/>
                  <a:pt x="143" y="74"/>
                </a:cubicBezTo>
                <a:cubicBezTo>
                  <a:pt x="143" y="74"/>
                  <a:pt x="143" y="74"/>
                  <a:pt x="143" y="74"/>
                </a:cubicBezTo>
                <a:cubicBezTo>
                  <a:pt x="143" y="74"/>
                  <a:pt x="143" y="74"/>
                  <a:pt x="143" y="74"/>
                </a:cubicBezTo>
                <a:cubicBezTo>
                  <a:pt x="143" y="74"/>
                  <a:pt x="143" y="74"/>
                  <a:pt x="143" y="74"/>
                </a:cubicBezTo>
                <a:cubicBezTo>
                  <a:pt x="143" y="74"/>
                  <a:pt x="143" y="74"/>
                  <a:pt x="143" y="75"/>
                </a:cubicBezTo>
                <a:cubicBezTo>
                  <a:pt x="143" y="75"/>
                  <a:pt x="143" y="75"/>
                  <a:pt x="143" y="75"/>
                </a:cubicBezTo>
                <a:cubicBezTo>
                  <a:pt x="113" y="53"/>
                  <a:pt x="113" y="53"/>
                  <a:pt x="113" y="53"/>
                </a:cubicBezTo>
                <a:cubicBezTo>
                  <a:pt x="95" y="77"/>
                  <a:pt x="95" y="77"/>
                  <a:pt x="95" y="77"/>
                </a:cubicBezTo>
                <a:cubicBezTo>
                  <a:pt x="102" y="82"/>
                  <a:pt x="106" y="90"/>
                  <a:pt x="106" y="98"/>
                </a:cubicBezTo>
                <a:cubicBezTo>
                  <a:pt x="106" y="98"/>
                  <a:pt x="106" y="98"/>
                  <a:pt x="106" y="98"/>
                </a:cubicBezTo>
                <a:cubicBezTo>
                  <a:pt x="106" y="104"/>
                  <a:pt x="105" y="109"/>
                  <a:pt x="101" y="114"/>
                </a:cubicBezTo>
                <a:cubicBezTo>
                  <a:pt x="101" y="114"/>
                  <a:pt x="101" y="114"/>
                  <a:pt x="101" y="114"/>
                </a:cubicBezTo>
                <a:cubicBezTo>
                  <a:pt x="101" y="114"/>
                  <a:pt x="101" y="114"/>
                  <a:pt x="101" y="114"/>
                </a:cubicBezTo>
                <a:cubicBezTo>
                  <a:pt x="101" y="114"/>
                  <a:pt x="101" y="114"/>
                  <a:pt x="101" y="114"/>
                </a:cubicBezTo>
                <a:cubicBezTo>
                  <a:pt x="96" y="121"/>
                  <a:pt x="88" y="125"/>
                  <a:pt x="80" y="125"/>
                </a:cubicBezTo>
                <a:cubicBezTo>
                  <a:pt x="80" y="125"/>
                  <a:pt x="80" y="125"/>
                  <a:pt x="80" y="125"/>
                </a:cubicBezTo>
                <a:cubicBezTo>
                  <a:pt x="80" y="125"/>
                  <a:pt x="80" y="125"/>
                  <a:pt x="80" y="125"/>
                </a:cubicBezTo>
                <a:cubicBezTo>
                  <a:pt x="80" y="125"/>
                  <a:pt x="80" y="125"/>
                  <a:pt x="80" y="125"/>
                </a:cubicBezTo>
                <a:cubicBezTo>
                  <a:pt x="80" y="125"/>
                  <a:pt x="80" y="125"/>
                  <a:pt x="80" y="125"/>
                </a:cubicBezTo>
                <a:cubicBezTo>
                  <a:pt x="75" y="125"/>
                  <a:pt x="69" y="123"/>
                  <a:pt x="65" y="120"/>
                </a:cubicBezTo>
                <a:cubicBezTo>
                  <a:pt x="65" y="120"/>
                  <a:pt x="65" y="120"/>
                  <a:pt x="65" y="120"/>
                </a:cubicBezTo>
                <a:cubicBezTo>
                  <a:pt x="65" y="120"/>
                  <a:pt x="65" y="120"/>
                  <a:pt x="65" y="120"/>
                </a:cubicBezTo>
                <a:cubicBezTo>
                  <a:pt x="65" y="120"/>
                  <a:pt x="65" y="120"/>
                  <a:pt x="65" y="120"/>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0" y="167"/>
                  <a:pt x="30" y="167"/>
                  <a:pt x="30" y="167"/>
                </a:cubicBezTo>
                <a:cubicBezTo>
                  <a:pt x="31" y="169"/>
                  <a:pt x="27" y="177"/>
                  <a:pt x="20" y="189"/>
                </a:cubicBezTo>
                <a:cubicBezTo>
                  <a:pt x="20" y="189"/>
                  <a:pt x="20" y="189"/>
                  <a:pt x="20" y="189"/>
                </a:cubicBezTo>
                <a:cubicBezTo>
                  <a:pt x="20" y="189"/>
                  <a:pt x="20" y="189"/>
                  <a:pt x="20" y="189"/>
                </a:cubicBezTo>
                <a:cubicBezTo>
                  <a:pt x="20" y="189"/>
                  <a:pt x="20" y="189"/>
                  <a:pt x="20" y="189"/>
                </a:cubicBezTo>
                <a:cubicBezTo>
                  <a:pt x="20" y="189"/>
                  <a:pt x="20" y="189"/>
                  <a:pt x="20" y="189"/>
                </a:cubicBezTo>
                <a:cubicBezTo>
                  <a:pt x="20" y="189"/>
                  <a:pt x="20" y="190"/>
                  <a:pt x="20" y="190"/>
                </a:cubicBezTo>
                <a:cubicBezTo>
                  <a:pt x="20" y="190"/>
                  <a:pt x="20" y="190"/>
                  <a:pt x="20" y="190"/>
                </a:cubicBezTo>
                <a:cubicBezTo>
                  <a:pt x="17" y="195"/>
                  <a:pt x="13" y="200"/>
                  <a:pt x="9" y="206"/>
                </a:cubicBezTo>
                <a:cubicBezTo>
                  <a:pt x="9" y="206"/>
                  <a:pt x="9" y="206"/>
                  <a:pt x="9" y="206"/>
                </a:cubicBezTo>
                <a:cubicBezTo>
                  <a:pt x="9" y="206"/>
                  <a:pt x="9" y="206"/>
                  <a:pt x="9" y="206"/>
                </a:cubicBezTo>
                <a:cubicBezTo>
                  <a:pt x="9" y="206"/>
                  <a:pt x="9" y="206"/>
                  <a:pt x="9" y="206"/>
                </a:cubicBezTo>
                <a:cubicBezTo>
                  <a:pt x="9" y="206"/>
                  <a:pt x="9" y="206"/>
                  <a:pt x="9" y="206"/>
                </a:cubicBezTo>
                <a:cubicBezTo>
                  <a:pt x="6" y="210"/>
                  <a:pt x="3" y="215"/>
                  <a:pt x="0" y="219"/>
                </a:cubicBezTo>
                <a:cubicBezTo>
                  <a:pt x="25" y="238"/>
                  <a:pt x="25" y="238"/>
                  <a:pt x="25" y="238"/>
                </a:cubicBezTo>
                <a:cubicBezTo>
                  <a:pt x="26" y="237"/>
                  <a:pt x="28" y="236"/>
                  <a:pt x="29" y="235"/>
                </a:cubicBezTo>
                <a:cubicBezTo>
                  <a:pt x="41" y="228"/>
                  <a:pt x="52" y="219"/>
                  <a:pt x="64" y="208"/>
                </a:cubicBezTo>
                <a:cubicBezTo>
                  <a:pt x="75" y="197"/>
                  <a:pt x="87" y="183"/>
                  <a:pt x="101" y="165"/>
                </a:cubicBezTo>
                <a:cubicBezTo>
                  <a:pt x="101" y="165"/>
                  <a:pt x="101" y="165"/>
                  <a:pt x="101" y="165"/>
                </a:cubicBezTo>
                <a:cubicBezTo>
                  <a:pt x="101" y="165"/>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4"/>
                  <a:pt x="101" y="164"/>
                  <a:pt x="101" y="164"/>
                </a:cubicBezTo>
                <a:cubicBezTo>
                  <a:pt x="101" y="163"/>
                  <a:pt x="101" y="163"/>
                  <a:pt x="102" y="163"/>
                </a:cubicBezTo>
                <a:cubicBezTo>
                  <a:pt x="102" y="163"/>
                  <a:pt x="102" y="163"/>
                  <a:pt x="102" y="163"/>
                </a:cubicBezTo>
                <a:cubicBezTo>
                  <a:pt x="104" y="160"/>
                  <a:pt x="106" y="157"/>
                  <a:pt x="108" y="154"/>
                </a:cubicBezTo>
                <a:cubicBezTo>
                  <a:pt x="108" y="154"/>
                  <a:pt x="108" y="154"/>
                  <a:pt x="108" y="154"/>
                </a:cubicBezTo>
                <a:cubicBezTo>
                  <a:pt x="108" y="153"/>
                  <a:pt x="108" y="153"/>
                  <a:pt x="108" y="153"/>
                </a:cubicBezTo>
                <a:cubicBezTo>
                  <a:pt x="108" y="153"/>
                  <a:pt x="108" y="153"/>
                  <a:pt x="108" y="153"/>
                </a:cubicBezTo>
                <a:cubicBezTo>
                  <a:pt x="108" y="153"/>
                  <a:pt x="109" y="153"/>
                  <a:pt x="109" y="153"/>
                </a:cubicBezTo>
                <a:cubicBezTo>
                  <a:pt x="109" y="153"/>
                  <a:pt x="109" y="153"/>
                  <a:pt x="109" y="153"/>
                </a:cubicBezTo>
                <a:cubicBezTo>
                  <a:pt x="109" y="153"/>
                  <a:pt x="109" y="153"/>
                  <a:pt x="109" y="153"/>
                </a:cubicBezTo>
                <a:cubicBezTo>
                  <a:pt x="109" y="153"/>
                  <a:pt x="109" y="153"/>
                  <a:pt x="109" y="153"/>
                </a:cubicBezTo>
                <a:cubicBezTo>
                  <a:pt x="109" y="153"/>
                  <a:pt x="109" y="153"/>
                  <a:pt x="109" y="153"/>
                </a:cubicBezTo>
                <a:cubicBezTo>
                  <a:pt x="109" y="153"/>
                  <a:pt x="109" y="153"/>
                  <a:pt x="109" y="153"/>
                </a:cubicBezTo>
                <a:cubicBezTo>
                  <a:pt x="109" y="153"/>
                  <a:pt x="109" y="152"/>
                  <a:pt x="109" y="152"/>
                </a:cubicBezTo>
                <a:cubicBezTo>
                  <a:pt x="109" y="152"/>
                  <a:pt x="109" y="152"/>
                  <a:pt x="109" y="152"/>
                </a:cubicBezTo>
                <a:cubicBezTo>
                  <a:pt x="109" y="152"/>
                  <a:pt x="109" y="152"/>
                  <a:pt x="109" y="152"/>
                </a:cubicBezTo>
                <a:cubicBezTo>
                  <a:pt x="147" y="93"/>
                  <a:pt x="153" y="25"/>
                  <a:pt x="154" y="4"/>
                </a:cubicBezTo>
                <a:cubicBezTo>
                  <a:pt x="154" y="2"/>
                  <a:pt x="154" y="1"/>
                  <a:pt x="154" y="0"/>
                </a:cubicBezTo>
              </a:path>
            </a:pathLst>
          </a:custGeom>
          <a:solidFill>
            <a:srgbClr val="FFFFFF">
              <a:lumMod val="85000"/>
            </a:srgbClr>
          </a:solidFill>
        </p:spPr>
        <p:txBody>
          <a:bodyPr vert="horz" wrap="square" lIns="91440" tIns="45720" rIns="91440" bIns="45720" anchor="ctr">
            <a:normAutofit/>
          </a:bodyPr>
          <a:lstStyle/>
          <a:p>
            <a:pPr marL="0" algn="ctr"/>
            <a:endParaRPr/>
          </a:p>
        </p:txBody>
      </p:sp>
      <p:sp>
        <p:nvSpPr>
          <p:cNvPr id="34" name="Freeform 34"/>
          <p:cNvSpPr/>
          <p:nvPr/>
        </p:nvSpPr>
        <p:spPr>
          <a:xfrm rot="607256">
            <a:off x="7576643" y="2265552"/>
            <a:ext cx="118633" cy="711794"/>
          </a:xfrm>
          <a:custGeom>
            <a:avLst/>
            <a:gdLst/>
            <a:ahLst/>
            <a:cxnLst/>
            <a:rect l="l" t="t" r="r" b="b"/>
            <a:pathLst>
              <a:path w="11" h="66">
                <a:moveTo>
                  <a:pt x="0" y="65"/>
                </a:moveTo>
                <a:cubicBezTo>
                  <a:pt x="0" y="65"/>
                  <a:pt x="0" y="65"/>
                  <a:pt x="0" y="66"/>
                </a:cubicBezTo>
                <a:cubicBezTo>
                  <a:pt x="0" y="66"/>
                  <a:pt x="0" y="66"/>
                  <a:pt x="0" y="66"/>
                </a:cubicBezTo>
                <a:cubicBezTo>
                  <a:pt x="0" y="65"/>
                  <a:pt x="0" y="65"/>
                  <a:pt x="0" y="65"/>
                </a:cubicBezTo>
                <a:moveTo>
                  <a:pt x="0" y="65"/>
                </a:moveTo>
                <a:cubicBezTo>
                  <a:pt x="0" y="65"/>
                  <a:pt x="0" y="65"/>
                  <a:pt x="0" y="65"/>
                </a:cubicBezTo>
                <a:cubicBezTo>
                  <a:pt x="0" y="65"/>
                  <a:pt x="0" y="65"/>
                  <a:pt x="0" y="65"/>
                </a:cubicBezTo>
                <a:moveTo>
                  <a:pt x="0" y="65"/>
                </a:moveTo>
                <a:cubicBezTo>
                  <a:pt x="0" y="65"/>
                  <a:pt x="0" y="65"/>
                  <a:pt x="0" y="65"/>
                </a:cubicBezTo>
                <a:cubicBezTo>
                  <a:pt x="0" y="65"/>
                  <a:pt x="0" y="65"/>
                  <a:pt x="0" y="65"/>
                </a:cubicBezTo>
                <a:moveTo>
                  <a:pt x="9" y="19"/>
                </a:moveTo>
                <a:cubicBezTo>
                  <a:pt x="9" y="19"/>
                  <a:pt x="9" y="19"/>
                  <a:pt x="9" y="19"/>
                </a:cubicBezTo>
                <a:cubicBezTo>
                  <a:pt x="9" y="19"/>
                  <a:pt x="9" y="19"/>
                  <a:pt x="9" y="19"/>
                </a:cubicBezTo>
                <a:moveTo>
                  <a:pt x="9" y="18"/>
                </a:moveTo>
                <a:cubicBezTo>
                  <a:pt x="9" y="18"/>
                  <a:pt x="9" y="18"/>
                  <a:pt x="9" y="18"/>
                </a:cubicBezTo>
                <a:cubicBezTo>
                  <a:pt x="9" y="18"/>
                  <a:pt x="9" y="18"/>
                  <a:pt x="9" y="18"/>
                </a:cubicBezTo>
                <a:moveTo>
                  <a:pt x="9" y="18"/>
                </a:moveTo>
                <a:cubicBezTo>
                  <a:pt x="9" y="18"/>
                  <a:pt x="9" y="18"/>
                  <a:pt x="9" y="18"/>
                </a:cubicBezTo>
                <a:cubicBezTo>
                  <a:pt x="9" y="18"/>
                  <a:pt x="9" y="18"/>
                  <a:pt x="9" y="18"/>
                </a:cubicBezTo>
                <a:moveTo>
                  <a:pt x="9" y="18"/>
                </a:moveTo>
                <a:cubicBezTo>
                  <a:pt x="9" y="18"/>
                  <a:pt x="9" y="18"/>
                  <a:pt x="9" y="18"/>
                </a:cubicBezTo>
                <a:cubicBezTo>
                  <a:pt x="9" y="18"/>
                  <a:pt x="9" y="18"/>
                  <a:pt x="9" y="18"/>
                </a:cubicBezTo>
                <a:moveTo>
                  <a:pt x="11" y="0"/>
                </a:moveTo>
                <a:cubicBezTo>
                  <a:pt x="10" y="5"/>
                  <a:pt x="10" y="11"/>
                  <a:pt x="9" y="18"/>
                </a:cubicBezTo>
                <a:cubicBezTo>
                  <a:pt x="10" y="11"/>
                  <a:pt x="10" y="5"/>
                  <a:pt x="11" y="0"/>
                </a:cubicBezTo>
                <a:moveTo>
                  <a:pt x="11" y="0"/>
                </a:moveTo>
                <a:cubicBezTo>
                  <a:pt x="11" y="0"/>
                  <a:pt x="11" y="0"/>
                  <a:pt x="11" y="0"/>
                </a:cubicBezTo>
                <a:cubicBezTo>
                  <a:pt x="11" y="0"/>
                  <a:pt x="11" y="0"/>
                  <a:pt x="11" y="0"/>
                </a:cubicBezTo>
              </a:path>
            </a:pathLst>
          </a:custGeom>
          <a:solidFill>
            <a:srgbClr val="F19700"/>
          </a:solidFill>
        </p:spPr>
        <p:txBody>
          <a:bodyPr vert="horz" wrap="square" lIns="91440" tIns="45720" rIns="91440" bIns="45720" anchor="ctr">
            <a:normAutofit/>
          </a:bodyPr>
          <a:lstStyle/>
          <a:p>
            <a:pPr marL="0" algn="ctr"/>
            <a:endParaRPr/>
          </a:p>
        </p:txBody>
      </p:sp>
      <p:sp>
        <p:nvSpPr>
          <p:cNvPr id="35" name="Freeform 35"/>
          <p:cNvSpPr/>
          <p:nvPr/>
        </p:nvSpPr>
        <p:spPr>
          <a:xfrm rot="607256">
            <a:off x="5876915" y="3707290"/>
            <a:ext cx="223576" cy="419777"/>
          </a:xfrm>
          <a:custGeom>
            <a:avLst/>
            <a:gdLst/>
            <a:ahLst/>
            <a:cxnLst/>
            <a:rect l="l" t="t" r="r" b="b"/>
            <a:pathLst>
              <a:path w="21" h="39">
                <a:moveTo>
                  <a:pt x="0" y="39"/>
                </a:moveTo>
                <a:cubicBezTo>
                  <a:pt x="0" y="39"/>
                  <a:pt x="0" y="39"/>
                  <a:pt x="0" y="39"/>
                </a:cubicBezTo>
                <a:cubicBezTo>
                  <a:pt x="0" y="39"/>
                  <a:pt x="0" y="39"/>
                  <a:pt x="0" y="39"/>
                </a:cubicBezTo>
                <a:moveTo>
                  <a:pt x="0" y="39"/>
                </a:moveTo>
                <a:cubicBezTo>
                  <a:pt x="0" y="39"/>
                  <a:pt x="0" y="39"/>
                  <a:pt x="0" y="39"/>
                </a:cubicBezTo>
                <a:cubicBezTo>
                  <a:pt x="0" y="39"/>
                  <a:pt x="0" y="39"/>
                  <a:pt x="0" y="39"/>
                </a:cubicBezTo>
                <a:moveTo>
                  <a:pt x="11" y="23"/>
                </a:moveTo>
                <a:cubicBezTo>
                  <a:pt x="8" y="28"/>
                  <a:pt x="4" y="33"/>
                  <a:pt x="0" y="39"/>
                </a:cubicBezTo>
                <a:cubicBezTo>
                  <a:pt x="4" y="33"/>
                  <a:pt x="8" y="28"/>
                  <a:pt x="11" y="23"/>
                </a:cubicBezTo>
                <a:moveTo>
                  <a:pt x="11" y="22"/>
                </a:moveTo>
                <a:cubicBezTo>
                  <a:pt x="11" y="22"/>
                  <a:pt x="11" y="23"/>
                  <a:pt x="11" y="23"/>
                </a:cubicBezTo>
                <a:cubicBezTo>
                  <a:pt x="11" y="23"/>
                  <a:pt x="11" y="22"/>
                  <a:pt x="11" y="22"/>
                </a:cubicBezTo>
                <a:moveTo>
                  <a:pt x="11" y="22"/>
                </a:moveTo>
                <a:cubicBezTo>
                  <a:pt x="11" y="22"/>
                  <a:pt x="11" y="22"/>
                  <a:pt x="11" y="22"/>
                </a:cubicBezTo>
                <a:cubicBezTo>
                  <a:pt x="11" y="22"/>
                  <a:pt x="11" y="22"/>
                  <a:pt x="11" y="22"/>
                </a:cubicBezTo>
                <a:moveTo>
                  <a:pt x="11" y="22"/>
                </a:moveTo>
                <a:cubicBezTo>
                  <a:pt x="11" y="22"/>
                  <a:pt x="11" y="22"/>
                  <a:pt x="11" y="22"/>
                </a:cubicBezTo>
                <a:cubicBezTo>
                  <a:pt x="11" y="22"/>
                  <a:pt x="11" y="22"/>
                  <a:pt x="11" y="22"/>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moveTo>
                  <a:pt x="21" y="0"/>
                </a:moveTo>
                <a:cubicBezTo>
                  <a:pt x="21" y="0"/>
                  <a:pt x="21" y="0"/>
                  <a:pt x="21" y="0"/>
                </a:cubicBezTo>
                <a:cubicBezTo>
                  <a:pt x="21" y="0"/>
                  <a:pt x="21" y="0"/>
                  <a:pt x="21" y="0"/>
                </a:cubicBezTo>
              </a:path>
            </a:pathLst>
          </a:custGeom>
          <a:solidFill>
            <a:srgbClr val="005F93"/>
          </a:solidFill>
        </p:spPr>
        <p:txBody>
          <a:bodyPr vert="horz" wrap="square" lIns="91440" tIns="45720" rIns="91440" bIns="45720" anchor="ctr">
            <a:normAutofit/>
          </a:bodyPr>
          <a:lstStyle/>
          <a:p>
            <a:pPr marL="0" algn="ctr"/>
            <a:endParaRPr/>
          </a:p>
        </p:txBody>
      </p:sp>
      <p:sp>
        <p:nvSpPr>
          <p:cNvPr id="36" name="Freeform 36"/>
          <p:cNvSpPr/>
          <p:nvPr/>
        </p:nvSpPr>
        <p:spPr>
          <a:xfrm rot="607256">
            <a:off x="5785869" y="4521810"/>
            <a:ext cx="13688" cy="0"/>
          </a:xfrm>
          <a:custGeom>
            <a:avLst/>
            <a:gdLst/>
            <a:ahLst/>
            <a:cxnLst/>
            <a:rect l="l" t="t" r="r" b="b"/>
            <a:pathLst>
              <a:path w="1">
                <a:moveTo>
                  <a:pt x="1" y="0"/>
                </a:moveTo>
                <a:cubicBezTo>
                  <a:pt x="1" y="0"/>
                  <a:pt x="1" y="0"/>
                  <a:pt x="0" y="0"/>
                </a:cubicBezTo>
                <a:cubicBezTo>
                  <a:pt x="1" y="0"/>
                  <a:pt x="1" y="0"/>
                  <a:pt x="1" y="0"/>
                </a:cubicBezTo>
              </a:path>
            </a:pathLst>
          </a:custGeom>
          <a:solidFill>
            <a:srgbClr val="FCFDF2"/>
          </a:solidFill>
        </p:spPr>
        <p:txBody>
          <a:bodyPr vert="horz" wrap="square" lIns="91440" tIns="45720" rIns="91440" bIns="45720" anchor="ctr">
            <a:normAutofit/>
          </a:bodyPr>
          <a:lstStyle/>
          <a:p>
            <a:pPr marL="0" algn="ctr"/>
            <a:endParaRPr/>
          </a:p>
        </p:txBody>
      </p:sp>
      <p:sp>
        <p:nvSpPr>
          <p:cNvPr id="37" name="Freeform 37"/>
          <p:cNvSpPr/>
          <p:nvPr/>
        </p:nvSpPr>
        <p:spPr>
          <a:xfrm rot="607256">
            <a:off x="5788178" y="4495731"/>
            <a:ext cx="77567" cy="31939"/>
          </a:xfrm>
          <a:custGeom>
            <a:avLst/>
            <a:gdLst/>
            <a:ahLst/>
            <a:cxnLst/>
            <a:rect l="l" t="t" r="r" b="b"/>
            <a:pathLst>
              <a:path w="7" h="3">
                <a:moveTo>
                  <a:pt x="7" y="0"/>
                </a:moveTo>
                <a:cubicBezTo>
                  <a:pt x="5" y="1"/>
                  <a:pt x="2" y="2"/>
                  <a:pt x="0" y="3"/>
                </a:cubicBezTo>
                <a:cubicBezTo>
                  <a:pt x="0" y="3"/>
                  <a:pt x="0" y="3"/>
                  <a:pt x="0" y="3"/>
                </a:cubicBezTo>
                <a:cubicBezTo>
                  <a:pt x="1" y="3"/>
                  <a:pt x="1" y="3"/>
                  <a:pt x="1" y="3"/>
                </a:cubicBezTo>
                <a:cubicBezTo>
                  <a:pt x="3" y="2"/>
                  <a:pt x="5" y="1"/>
                  <a:pt x="7" y="0"/>
                </a:cubicBezTo>
              </a:path>
            </a:pathLst>
          </a:custGeom>
          <a:solidFill>
            <a:srgbClr val="006494"/>
          </a:solidFill>
        </p:spPr>
        <p:txBody>
          <a:bodyPr vert="horz" wrap="square" lIns="91440" tIns="45720" rIns="91440" bIns="45720" anchor="ctr">
            <a:normAutofit/>
          </a:bodyPr>
          <a:lstStyle/>
          <a:p>
            <a:pPr marL="0" algn="ctr"/>
            <a:endParaRPr/>
          </a:p>
        </p:txBody>
      </p:sp>
      <p:sp>
        <p:nvSpPr>
          <p:cNvPr id="38" name="Freeform 38"/>
          <p:cNvSpPr/>
          <p:nvPr/>
        </p:nvSpPr>
        <p:spPr>
          <a:xfrm rot="607256">
            <a:off x="5937139" y="4474727"/>
            <a:ext cx="13688" cy="9126"/>
          </a:xfrm>
          <a:custGeom>
            <a:avLst/>
            <a:gdLst/>
            <a:ahLst/>
            <a:cxnLst/>
            <a:rect l="l" t="t" r="r" b="b"/>
            <a:pathLst>
              <a:path w="1" h="1">
                <a:moveTo>
                  <a:pt x="1" y="0"/>
                </a:moveTo>
                <a:cubicBezTo>
                  <a:pt x="0" y="0"/>
                  <a:pt x="0" y="0"/>
                  <a:pt x="0" y="1"/>
                </a:cubicBezTo>
                <a:cubicBezTo>
                  <a:pt x="0" y="1"/>
                  <a:pt x="0" y="1"/>
                  <a:pt x="0" y="1"/>
                </a:cubicBezTo>
                <a:cubicBezTo>
                  <a:pt x="0" y="0"/>
                  <a:pt x="0" y="0"/>
                  <a:pt x="1" y="0"/>
                </a:cubicBezTo>
              </a:path>
            </a:pathLst>
          </a:custGeom>
          <a:solidFill>
            <a:srgbClr val="FCFDF2"/>
          </a:solidFill>
        </p:spPr>
        <p:txBody>
          <a:bodyPr vert="horz" wrap="square" lIns="91440" tIns="45720" rIns="91440" bIns="45720" anchor="ctr">
            <a:normAutofit/>
          </a:bodyPr>
          <a:lstStyle/>
          <a:p>
            <a:pPr marL="0" algn="ctr"/>
            <a:endParaRPr/>
          </a:p>
        </p:txBody>
      </p:sp>
      <p:sp>
        <p:nvSpPr>
          <p:cNvPr id="39" name="Freeform 39"/>
          <p:cNvSpPr/>
          <p:nvPr/>
        </p:nvSpPr>
        <p:spPr>
          <a:xfrm rot="607256">
            <a:off x="5927389" y="4481777"/>
            <a:ext cx="9126" cy="0"/>
          </a:xfrm>
          <a:custGeom>
            <a:avLst/>
            <a:gdLst/>
            <a:ahLst/>
            <a:cxnLst/>
            <a:rect l="l" t="t" r="r" b="b"/>
            <a:pathLst>
              <a:path w="1">
                <a:moveTo>
                  <a:pt x="1" y="0"/>
                </a:moveTo>
                <a:cubicBezTo>
                  <a:pt x="0" y="0"/>
                  <a:pt x="0" y="0"/>
                  <a:pt x="0" y="0"/>
                </a:cubicBezTo>
                <a:cubicBezTo>
                  <a:pt x="0" y="0"/>
                  <a:pt x="0" y="0"/>
                  <a:pt x="0" y="0"/>
                </a:cubicBezTo>
                <a:cubicBezTo>
                  <a:pt x="0" y="0"/>
                  <a:pt x="0" y="0"/>
                  <a:pt x="1" y="0"/>
                </a:cubicBezTo>
                <a:cubicBezTo>
                  <a:pt x="1" y="0"/>
                  <a:pt x="1" y="0"/>
                  <a:pt x="1" y="0"/>
                </a:cubicBezTo>
              </a:path>
            </a:pathLst>
          </a:custGeom>
          <a:solidFill>
            <a:srgbClr val="EEEFE5"/>
          </a:solidFill>
        </p:spPr>
        <p:txBody>
          <a:bodyPr vert="horz" wrap="square" lIns="91440" tIns="45720" rIns="91440" bIns="45720" anchor="ctr">
            <a:normAutofit/>
          </a:bodyPr>
          <a:lstStyle/>
          <a:p>
            <a:pPr marL="0" algn="ctr"/>
            <a:endParaRPr/>
          </a:p>
        </p:txBody>
      </p:sp>
      <p:sp>
        <p:nvSpPr>
          <p:cNvPr id="40" name="Freeform 40"/>
          <p:cNvSpPr/>
          <p:nvPr/>
        </p:nvSpPr>
        <p:spPr>
          <a:xfrm rot="607256">
            <a:off x="5870328" y="4475916"/>
            <a:ext cx="54752" cy="31939"/>
          </a:xfrm>
          <a:custGeom>
            <a:avLst/>
            <a:gdLst/>
            <a:ahLst/>
            <a:cxnLst/>
            <a:rect l="l" t="t" r="r" b="b"/>
            <a:pathLst>
              <a:path w="5" h="3">
                <a:moveTo>
                  <a:pt x="5" y="0"/>
                </a:moveTo>
                <a:cubicBezTo>
                  <a:pt x="3" y="1"/>
                  <a:pt x="2" y="2"/>
                  <a:pt x="0" y="3"/>
                </a:cubicBezTo>
                <a:cubicBezTo>
                  <a:pt x="2" y="2"/>
                  <a:pt x="3" y="1"/>
                  <a:pt x="5" y="0"/>
                </a:cubicBezTo>
                <a:cubicBezTo>
                  <a:pt x="5" y="0"/>
                  <a:pt x="5" y="0"/>
                  <a:pt x="5" y="0"/>
                </a:cubicBezTo>
              </a:path>
            </a:pathLst>
          </a:custGeom>
          <a:solidFill>
            <a:srgbClr val="006494"/>
          </a:solidFill>
        </p:spPr>
        <p:txBody>
          <a:bodyPr vert="horz" wrap="square" lIns="91440" tIns="45720" rIns="91440" bIns="45720" anchor="ctr">
            <a:normAutofit/>
          </a:bodyPr>
          <a:lstStyle/>
          <a:p>
            <a:pPr marL="0" algn="ctr"/>
            <a:endParaRPr/>
          </a:p>
        </p:txBody>
      </p:sp>
      <p:sp>
        <p:nvSpPr>
          <p:cNvPr id="41" name="Freeform 41"/>
          <p:cNvSpPr/>
          <p:nvPr/>
        </p:nvSpPr>
        <p:spPr>
          <a:xfrm rot="607256">
            <a:off x="7779344" y="2155743"/>
            <a:ext cx="0" cy="0"/>
          </a:xfrm>
          <a:custGeom>
            <a:avLst/>
            <a:gdLst/>
            <a:ahLst/>
            <a:cxnLst/>
            <a:rect l="l" t="t" r="r" b="b"/>
            <a:pathLst>
              <a:path>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path>
            </a:pathLst>
          </a:custGeom>
          <a:solidFill>
            <a:srgbClr val="FFA000"/>
          </a:solidFill>
        </p:spPr>
        <p:txBody>
          <a:bodyPr vert="horz" wrap="square" lIns="91440" tIns="45720" rIns="91440" bIns="45720" anchor="ctr">
            <a:normAutofit/>
          </a:bodyPr>
          <a:lstStyle/>
          <a:p>
            <a:pPr marL="0" algn="ctr"/>
            <a:endParaRPr/>
          </a:p>
        </p:txBody>
      </p:sp>
      <p:sp>
        <p:nvSpPr>
          <p:cNvPr id="42" name="Freeform 42"/>
          <p:cNvSpPr/>
          <p:nvPr/>
        </p:nvSpPr>
        <p:spPr>
          <a:xfrm rot="607256">
            <a:off x="7266432" y="2110324"/>
            <a:ext cx="442590" cy="839551"/>
          </a:xfrm>
          <a:custGeom>
            <a:avLst/>
            <a:gdLst/>
            <a:ahLst/>
            <a:cxnLst/>
            <a:rect l="l" t="t" r="r" b="b"/>
            <a:pathLst>
              <a:path w="41" h="78">
                <a:moveTo>
                  <a:pt x="30" y="77"/>
                </a:moveTo>
                <a:cubicBezTo>
                  <a:pt x="30" y="77"/>
                  <a:pt x="30" y="77"/>
                  <a:pt x="30" y="77"/>
                </a:cubicBezTo>
                <a:cubicBezTo>
                  <a:pt x="30" y="77"/>
                  <a:pt x="30" y="77"/>
                  <a:pt x="30" y="77"/>
                </a:cubicBezTo>
                <a:moveTo>
                  <a:pt x="30" y="77"/>
                </a:moveTo>
                <a:cubicBezTo>
                  <a:pt x="30" y="77"/>
                  <a:pt x="30" y="77"/>
                  <a:pt x="30" y="77"/>
                </a:cubicBezTo>
                <a:cubicBezTo>
                  <a:pt x="30" y="77"/>
                  <a:pt x="30" y="77"/>
                  <a:pt x="30" y="77"/>
                </a:cubicBezTo>
                <a:moveTo>
                  <a:pt x="0" y="56"/>
                </a:moveTo>
                <a:cubicBezTo>
                  <a:pt x="0" y="56"/>
                  <a:pt x="0" y="56"/>
                  <a:pt x="0" y="56"/>
                </a:cubicBezTo>
                <a:cubicBezTo>
                  <a:pt x="30" y="78"/>
                  <a:pt x="30" y="78"/>
                  <a:pt x="30" y="78"/>
                </a:cubicBezTo>
                <a:cubicBezTo>
                  <a:pt x="0" y="56"/>
                  <a:pt x="0" y="56"/>
                  <a:pt x="0" y="56"/>
                </a:cubicBezTo>
                <a:moveTo>
                  <a:pt x="39" y="31"/>
                </a:moveTo>
                <a:cubicBezTo>
                  <a:pt x="37" y="43"/>
                  <a:pt x="35" y="59"/>
                  <a:pt x="30" y="77"/>
                </a:cubicBezTo>
                <a:cubicBezTo>
                  <a:pt x="35" y="59"/>
                  <a:pt x="37" y="43"/>
                  <a:pt x="39" y="31"/>
                </a:cubicBezTo>
                <a:moveTo>
                  <a:pt x="39" y="30"/>
                </a:moveTo>
                <a:cubicBezTo>
                  <a:pt x="39" y="30"/>
                  <a:pt x="39" y="31"/>
                  <a:pt x="39" y="31"/>
                </a:cubicBezTo>
                <a:cubicBezTo>
                  <a:pt x="39" y="31"/>
                  <a:pt x="39" y="30"/>
                  <a:pt x="39" y="30"/>
                </a:cubicBezTo>
                <a:moveTo>
                  <a:pt x="39" y="30"/>
                </a:moveTo>
                <a:cubicBezTo>
                  <a:pt x="39" y="30"/>
                  <a:pt x="39" y="30"/>
                  <a:pt x="39" y="30"/>
                </a:cubicBezTo>
                <a:cubicBezTo>
                  <a:pt x="39" y="30"/>
                  <a:pt x="39" y="30"/>
                  <a:pt x="39" y="30"/>
                </a:cubicBezTo>
                <a:moveTo>
                  <a:pt x="39" y="30"/>
                </a:moveTo>
                <a:cubicBezTo>
                  <a:pt x="39" y="30"/>
                  <a:pt x="39" y="30"/>
                  <a:pt x="39" y="30"/>
                </a:cubicBezTo>
                <a:cubicBezTo>
                  <a:pt x="39" y="30"/>
                  <a:pt x="39" y="30"/>
                  <a:pt x="39" y="30"/>
                </a:cubicBezTo>
                <a:moveTo>
                  <a:pt x="39" y="30"/>
                </a:moveTo>
                <a:cubicBezTo>
                  <a:pt x="39" y="30"/>
                  <a:pt x="39" y="30"/>
                  <a:pt x="39" y="30"/>
                </a:cubicBezTo>
                <a:cubicBezTo>
                  <a:pt x="39" y="30"/>
                  <a:pt x="39" y="30"/>
                  <a:pt x="39" y="30"/>
                </a:cubicBezTo>
                <a:moveTo>
                  <a:pt x="41" y="12"/>
                </a:moveTo>
                <a:cubicBezTo>
                  <a:pt x="41" y="12"/>
                  <a:pt x="41" y="12"/>
                  <a:pt x="41" y="12"/>
                </a:cubicBezTo>
                <a:cubicBezTo>
                  <a:pt x="41" y="12"/>
                  <a:pt x="41" y="12"/>
                  <a:pt x="41" y="12"/>
                </a:cubicBezTo>
                <a:moveTo>
                  <a:pt x="41" y="2"/>
                </a:moveTo>
                <a:cubicBezTo>
                  <a:pt x="41" y="4"/>
                  <a:pt x="41" y="7"/>
                  <a:pt x="41" y="12"/>
                </a:cubicBezTo>
                <a:cubicBezTo>
                  <a:pt x="41" y="8"/>
                  <a:pt x="41" y="5"/>
                  <a:pt x="41" y="3"/>
                </a:cubicBezTo>
                <a:cubicBezTo>
                  <a:pt x="41" y="3"/>
                  <a:pt x="41" y="3"/>
                  <a:pt x="41" y="3"/>
                </a:cubicBezTo>
                <a:cubicBezTo>
                  <a:pt x="41" y="3"/>
                  <a:pt x="41" y="3"/>
                  <a:pt x="41" y="3"/>
                </a:cubicBezTo>
                <a:cubicBezTo>
                  <a:pt x="41" y="3"/>
                  <a:pt x="41" y="2"/>
                  <a:pt x="41" y="2"/>
                </a:cubicBezTo>
                <a:moveTo>
                  <a:pt x="41" y="0"/>
                </a:moveTo>
                <a:cubicBezTo>
                  <a:pt x="41" y="0"/>
                  <a:pt x="41" y="0"/>
                  <a:pt x="41" y="1"/>
                </a:cubicBezTo>
                <a:cubicBezTo>
                  <a:pt x="41" y="0"/>
                  <a:pt x="41" y="0"/>
                  <a:pt x="41" y="0"/>
                </a:cubicBezTo>
                <a:cubicBezTo>
                  <a:pt x="41" y="0"/>
                  <a:pt x="41" y="0"/>
                  <a:pt x="41" y="0"/>
                </a:cubicBezTo>
                <a:cubicBezTo>
                  <a:pt x="41" y="0"/>
                  <a:pt x="41" y="0"/>
                  <a:pt x="41" y="0"/>
                </a:cubicBezTo>
                <a:moveTo>
                  <a:pt x="41" y="0"/>
                </a:moveTo>
                <a:cubicBezTo>
                  <a:pt x="41" y="0"/>
                  <a:pt x="41" y="0"/>
                  <a:pt x="41" y="0"/>
                </a:cubicBezTo>
                <a:cubicBezTo>
                  <a:pt x="41" y="0"/>
                  <a:pt x="41" y="0"/>
                  <a:pt x="41" y="0"/>
                </a:cubicBezTo>
                <a:cubicBezTo>
                  <a:pt x="41" y="0"/>
                  <a:pt x="41" y="0"/>
                  <a:pt x="41" y="0"/>
                </a:cubicBezTo>
                <a:moveTo>
                  <a:pt x="41" y="0"/>
                </a:moveTo>
                <a:cubicBezTo>
                  <a:pt x="41" y="0"/>
                  <a:pt x="41" y="0"/>
                  <a:pt x="41" y="0"/>
                </a:cubicBezTo>
                <a:cubicBezTo>
                  <a:pt x="41" y="0"/>
                  <a:pt x="41" y="0"/>
                  <a:pt x="41" y="0"/>
                </a:cubicBezTo>
              </a:path>
            </a:pathLst>
          </a:custGeom>
          <a:solidFill>
            <a:srgbClr val="F19700"/>
          </a:solidFill>
        </p:spPr>
        <p:txBody>
          <a:bodyPr vert="horz" wrap="square" lIns="91440" tIns="45720" rIns="91440" bIns="45720" anchor="ctr">
            <a:normAutofit/>
          </a:bodyPr>
          <a:lstStyle/>
          <a:p>
            <a:pPr marL="0" algn="ctr"/>
            <a:endParaRPr/>
          </a:p>
        </p:txBody>
      </p:sp>
      <p:sp>
        <p:nvSpPr>
          <p:cNvPr id="43" name="Freeform 43"/>
          <p:cNvSpPr/>
          <p:nvPr/>
        </p:nvSpPr>
        <p:spPr>
          <a:xfrm rot="607256">
            <a:off x="7266432" y="2110324"/>
            <a:ext cx="442590" cy="839551"/>
          </a:xfrm>
          <a:custGeom>
            <a:avLst/>
            <a:gdLst/>
            <a:ahLst/>
            <a:cxnLst/>
            <a:rect l="l" t="t" r="r" b="b"/>
            <a:pathLst>
              <a:path w="41" h="78">
                <a:moveTo>
                  <a:pt x="41" y="0"/>
                </a:moveTo>
                <a:cubicBezTo>
                  <a:pt x="41" y="0"/>
                  <a:pt x="41" y="0"/>
                  <a:pt x="41" y="0"/>
                </a:cubicBezTo>
                <a:cubicBezTo>
                  <a:pt x="41" y="0"/>
                  <a:pt x="41" y="0"/>
                  <a:pt x="41" y="0"/>
                </a:cubicBezTo>
                <a:cubicBezTo>
                  <a:pt x="0" y="56"/>
                  <a:pt x="0" y="56"/>
                  <a:pt x="0" y="56"/>
                </a:cubicBezTo>
                <a:cubicBezTo>
                  <a:pt x="30" y="78"/>
                  <a:pt x="30" y="78"/>
                  <a:pt x="30" y="78"/>
                </a:cubicBezTo>
                <a:cubicBezTo>
                  <a:pt x="30" y="77"/>
                  <a:pt x="30" y="77"/>
                  <a:pt x="30" y="77"/>
                </a:cubicBezTo>
                <a:cubicBezTo>
                  <a:pt x="30" y="77"/>
                  <a:pt x="30" y="77"/>
                  <a:pt x="30" y="77"/>
                </a:cubicBezTo>
                <a:cubicBezTo>
                  <a:pt x="30" y="77"/>
                  <a:pt x="30" y="77"/>
                  <a:pt x="30" y="77"/>
                </a:cubicBezTo>
                <a:cubicBezTo>
                  <a:pt x="30" y="77"/>
                  <a:pt x="30" y="77"/>
                  <a:pt x="30" y="77"/>
                </a:cubicBezTo>
                <a:cubicBezTo>
                  <a:pt x="30" y="77"/>
                  <a:pt x="30" y="77"/>
                  <a:pt x="30" y="77"/>
                </a:cubicBezTo>
                <a:cubicBezTo>
                  <a:pt x="35" y="59"/>
                  <a:pt x="37" y="43"/>
                  <a:pt x="39" y="31"/>
                </a:cubicBezTo>
                <a:cubicBezTo>
                  <a:pt x="39" y="31"/>
                  <a:pt x="39" y="31"/>
                  <a:pt x="39" y="31"/>
                </a:cubicBezTo>
                <a:cubicBezTo>
                  <a:pt x="39" y="31"/>
                  <a:pt x="39" y="30"/>
                  <a:pt x="39" y="30"/>
                </a:cubicBezTo>
                <a:cubicBezTo>
                  <a:pt x="39" y="30"/>
                  <a:pt x="39" y="30"/>
                  <a:pt x="39" y="30"/>
                </a:cubicBezTo>
                <a:cubicBezTo>
                  <a:pt x="39" y="30"/>
                  <a:pt x="39" y="30"/>
                  <a:pt x="39" y="30"/>
                </a:cubicBezTo>
                <a:cubicBezTo>
                  <a:pt x="39" y="30"/>
                  <a:pt x="39" y="30"/>
                  <a:pt x="39" y="30"/>
                </a:cubicBezTo>
                <a:cubicBezTo>
                  <a:pt x="39" y="30"/>
                  <a:pt x="39" y="30"/>
                  <a:pt x="39" y="30"/>
                </a:cubicBezTo>
                <a:cubicBezTo>
                  <a:pt x="39" y="30"/>
                  <a:pt x="39" y="30"/>
                  <a:pt x="39" y="30"/>
                </a:cubicBezTo>
                <a:cubicBezTo>
                  <a:pt x="39" y="30"/>
                  <a:pt x="39" y="30"/>
                  <a:pt x="39" y="30"/>
                </a:cubicBezTo>
                <a:cubicBezTo>
                  <a:pt x="40" y="23"/>
                  <a:pt x="40" y="17"/>
                  <a:pt x="41" y="12"/>
                </a:cubicBezTo>
                <a:cubicBezTo>
                  <a:pt x="41" y="12"/>
                  <a:pt x="41" y="12"/>
                  <a:pt x="41" y="12"/>
                </a:cubicBezTo>
                <a:cubicBezTo>
                  <a:pt x="41" y="12"/>
                  <a:pt x="41" y="12"/>
                  <a:pt x="41" y="12"/>
                </a:cubicBezTo>
                <a:cubicBezTo>
                  <a:pt x="41" y="7"/>
                  <a:pt x="41" y="4"/>
                  <a:pt x="41" y="2"/>
                </a:cubicBezTo>
                <a:cubicBezTo>
                  <a:pt x="41" y="2"/>
                  <a:pt x="41" y="1"/>
                  <a:pt x="41" y="1"/>
                </a:cubicBezTo>
                <a:cubicBezTo>
                  <a:pt x="41" y="1"/>
                  <a:pt x="41" y="1"/>
                  <a:pt x="41" y="1"/>
                </a:cubicBezTo>
                <a:cubicBezTo>
                  <a:pt x="41" y="1"/>
                  <a:pt x="41" y="1"/>
                  <a:pt x="41" y="1"/>
                </a:cubicBezTo>
                <a:cubicBezTo>
                  <a:pt x="41" y="1"/>
                  <a:pt x="41" y="1"/>
                  <a:pt x="41" y="1"/>
                </a:cubicBezTo>
                <a:cubicBezTo>
                  <a:pt x="41" y="0"/>
                  <a:pt x="41" y="0"/>
                  <a:pt x="41" y="0"/>
                </a:cubicBezTo>
                <a:cubicBezTo>
                  <a:pt x="41" y="0"/>
                  <a:pt x="41" y="0"/>
                  <a:pt x="41" y="0"/>
                </a:cubicBezTo>
                <a:cubicBezTo>
                  <a:pt x="41" y="0"/>
                  <a:pt x="41" y="0"/>
                  <a:pt x="41" y="0"/>
                </a:cubicBezTo>
                <a:cubicBezTo>
                  <a:pt x="41" y="0"/>
                  <a:pt x="41" y="0"/>
                  <a:pt x="41" y="0"/>
                </a:cubicBezTo>
                <a:cubicBezTo>
                  <a:pt x="41" y="0"/>
                  <a:pt x="41" y="0"/>
                  <a:pt x="41" y="0"/>
                </a:cubicBezTo>
                <a:cubicBezTo>
                  <a:pt x="41" y="0"/>
                  <a:pt x="41" y="0"/>
                  <a:pt x="41" y="0"/>
                </a:cubicBezTo>
                <a:cubicBezTo>
                  <a:pt x="41" y="0"/>
                  <a:pt x="41" y="0"/>
                  <a:pt x="41" y="0"/>
                </a:cubicBezTo>
              </a:path>
            </a:pathLst>
          </a:custGeom>
          <a:solidFill>
            <a:srgbClr val="000000">
              <a:lumMod val="50000"/>
              <a:lumOff val="50000"/>
            </a:srgbClr>
          </a:solidFill>
        </p:spPr>
        <p:txBody>
          <a:bodyPr vert="horz" wrap="square" lIns="91440" tIns="45720" rIns="91440" bIns="45720" anchor="ctr">
            <a:normAutofit/>
          </a:bodyPr>
          <a:lstStyle/>
          <a:p>
            <a:pPr marL="0" algn="ctr"/>
            <a:endParaRPr/>
          </a:p>
        </p:txBody>
      </p:sp>
      <p:sp>
        <p:nvSpPr>
          <p:cNvPr id="44" name="Freeform 44"/>
          <p:cNvSpPr/>
          <p:nvPr/>
        </p:nvSpPr>
        <p:spPr>
          <a:xfrm rot="607256">
            <a:off x="6596004" y="3264340"/>
            <a:ext cx="392398" cy="118633"/>
          </a:xfrm>
          <a:custGeom>
            <a:avLst/>
            <a:gdLst/>
            <a:ahLst/>
            <a:cxnLst/>
            <a:rect l="l" t="t" r="r" b="b"/>
            <a:pathLst>
              <a:path w="36" h="11">
                <a:moveTo>
                  <a:pt x="15" y="11"/>
                </a:moveTo>
                <a:cubicBezTo>
                  <a:pt x="15" y="11"/>
                  <a:pt x="15" y="11"/>
                  <a:pt x="15" y="11"/>
                </a:cubicBezTo>
                <a:cubicBezTo>
                  <a:pt x="15" y="11"/>
                  <a:pt x="15" y="11"/>
                  <a:pt x="15" y="11"/>
                </a:cubicBezTo>
                <a:cubicBezTo>
                  <a:pt x="15" y="11"/>
                  <a:pt x="15" y="11"/>
                  <a:pt x="15" y="11"/>
                </a:cubicBezTo>
                <a:moveTo>
                  <a:pt x="0" y="6"/>
                </a:moveTo>
                <a:cubicBezTo>
                  <a:pt x="0" y="6"/>
                  <a:pt x="0" y="6"/>
                  <a:pt x="0" y="6"/>
                </a:cubicBezTo>
                <a:cubicBezTo>
                  <a:pt x="0" y="6"/>
                  <a:pt x="0" y="6"/>
                  <a:pt x="0" y="6"/>
                </a:cubicBezTo>
                <a:moveTo>
                  <a:pt x="36" y="0"/>
                </a:moveTo>
                <a:cubicBezTo>
                  <a:pt x="31" y="7"/>
                  <a:pt x="23" y="11"/>
                  <a:pt x="15" y="11"/>
                </a:cubicBezTo>
                <a:cubicBezTo>
                  <a:pt x="23" y="11"/>
                  <a:pt x="31" y="7"/>
                  <a:pt x="36" y="0"/>
                </a:cubicBezTo>
                <a:moveTo>
                  <a:pt x="36" y="0"/>
                </a:moveTo>
                <a:cubicBezTo>
                  <a:pt x="36" y="0"/>
                  <a:pt x="36" y="0"/>
                  <a:pt x="36" y="0"/>
                </a:cubicBezTo>
                <a:cubicBezTo>
                  <a:pt x="36" y="0"/>
                  <a:pt x="36" y="0"/>
                  <a:pt x="36" y="0"/>
                </a:cubicBezTo>
              </a:path>
            </a:pathLst>
          </a:custGeom>
          <a:solidFill>
            <a:srgbClr val="F19700"/>
          </a:solidFill>
        </p:spPr>
        <p:txBody>
          <a:bodyPr vert="horz" wrap="square" lIns="91440" tIns="45720" rIns="91440" bIns="45720" anchor="ctr">
            <a:normAutofit/>
          </a:bodyPr>
          <a:lstStyle/>
          <a:p>
            <a:pPr marL="0" algn="ctr"/>
            <a:endParaRPr/>
          </a:p>
        </p:txBody>
      </p:sp>
      <p:sp>
        <p:nvSpPr>
          <p:cNvPr id="45" name="Freeform 45"/>
          <p:cNvSpPr/>
          <p:nvPr/>
        </p:nvSpPr>
        <p:spPr>
          <a:xfrm rot="607256">
            <a:off x="6630893" y="2870350"/>
            <a:ext cx="442590" cy="520157"/>
          </a:xfrm>
          <a:custGeom>
            <a:avLst/>
            <a:gdLst/>
            <a:ahLst/>
            <a:cxnLst/>
            <a:rect l="l" t="t" r="r" b="b"/>
            <a:pathLst>
              <a:path w="41" h="48">
                <a:moveTo>
                  <a:pt x="30" y="0"/>
                </a:moveTo>
                <a:cubicBezTo>
                  <a:pt x="26" y="6"/>
                  <a:pt x="26" y="6"/>
                  <a:pt x="26" y="6"/>
                </a:cubicBezTo>
                <a:cubicBezTo>
                  <a:pt x="32" y="10"/>
                  <a:pt x="34" y="16"/>
                  <a:pt x="34" y="21"/>
                </a:cubicBezTo>
                <a:cubicBezTo>
                  <a:pt x="34" y="25"/>
                  <a:pt x="33" y="29"/>
                  <a:pt x="31" y="33"/>
                </a:cubicBezTo>
                <a:cubicBezTo>
                  <a:pt x="27" y="38"/>
                  <a:pt x="21" y="41"/>
                  <a:pt x="15" y="41"/>
                </a:cubicBezTo>
                <a:cubicBezTo>
                  <a:pt x="11" y="41"/>
                  <a:pt x="7" y="40"/>
                  <a:pt x="4" y="37"/>
                </a:cubicBezTo>
                <a:cubicBezTo>
                  <a:pt x="4" y="37"/>
                  <a:pt x="4" y="37"/>
                  <a:pt x="4" y="37"/>
                </a:cubicBezTo>
                <a:cubicBezTo>
                  <a:pt x="0" y="43"/>
                  <a:pt x="0" y="43"/>
                  <a:pt x="0" y="43"/>
                </a:cubicBezTo>
                <a:cubicBezTo>
                  <a:pt x="0" y="43"/>
                  <a:pt x="0" y="43"/>
                  <a:pt x="0" y="43"/>
                </a:cubicBezTo>
                <a:cubicBezTo>
                  <a:pt x="0" y="43"/>
                  <a:pt x="0" y="43"/>
                  <a:pt x="0" y="43"/>
                </a:cubicBezTo>
                <a:cubicBezTo>
                  <a:pt x="0" y="43"/>
                  <a:pt x="0" y="43"/>
                  <a:pt x="0" y="43"/>
                </a:cubicBezTo>
                <a:cubicBezTo>
                  <a:pt x="0" y="43"/>
                  <a:pt x="0" y="43"/>
                  <a:pt x="0" y="43"/>
                </a:cubicBezTo>
                <a:cubicBezTo>
                  <a:pt x="4" y="46"/>
                  <a:pt x="10" y="48"/>
                  <a:pt x="15" y="48"/>
                </a:cubicBezTo>
                <a:cubicBezTo>
                  <a:pt x="15" y="48"/>
                  <a:pt x="15" y="48"/>
                  <a:pt x="15" y="48"/>
                </a:cubicBezTo>
                <a:cubicBezTo>
                  <a:pt x="15" y="48"/>
                  <a:pt x="15" y="48"/>
                  <a:pt x="15" y="48"/>
                </a:cubicBezTo>
                <a:cubicBezTo>
                  <a:pt x="15" y="48"/>
                  <a:pt x="15" y="48"/>
                  <a:pt x="15" y="48"/>
                </a:cubicBezTo>
                <a:cubicBezTo>
                  <a:pt x="15" y="48"/>
                  <a:pt x="15" y="48"/>
                  <a:pt x="15" y="48"/>
                </a:cubicBezTo>
                <a:cubicBezTo>
                  <a:pt x="15" y="48"/>
                  <a:pt x="15" y="48"/>
                  <a:pt x="15" y="48"/>
                </a:cubicBezTo>
                <a:cubicBezTo>
                  <a:pt x="23" y="48"/>
                  <a:pt x="31" y="44"/>
                  <a:pt x="36" y="37"/>
                </a:cubicBezTo>
                <a:cubicBezTo>
                  <a:pt x="36" y="37"/>
                  <a:pt x="36" y="37"/>
                  <a:pt x="36" y="37"/>
                </a:cubicBezTo>
                <a:cubicBezTo>
                  <a:pt x="36" y="37"/>
                  <a:pt x="36" y="37"/>
                  <a:pt x="36" y="37"/>
                </a:cubicBezTo>
                <a:cubicBezTo>
                  <a:pt x="36" y="37"/>
                  <a:pt x="36" y="37"/>
                  <a:pt x="36" y="37"/>
                </a:cubicBezTo>
                <a:cubicBezTo>
                  <a:pt x="36" y="37"/>
                  <a:pt x="36" y="37"/>
                  <a:pt x="36" y="37"/>
                </a:cubicBezTo>
                <a:cubicBezTo>
                  <a:pt x="36" y="37"/>
                  <a:pt x="36" y="37"/>
                  <a:pt x="36" y="37"/>
                </a:cubicBezTo>
                <a:cubicBezTo>
                  <a:pt x="36" y="37"/>
                  <a:pt x="36" y="37"/>
                  <a:pt x="36" y="37"/>
                </a:cubicBezTo>
                <a:cubicBezTo>
                  <a:pt x="40" y="32"/>
                  <a:pt x="41" y="27"/>
                  <a:pt x="41" y="21"/>
                </a:cubicBezTo>
                <a:cubicBezTo>
                  <a:pt x="41" y="13"/>
                  <a:pt x="37" y="5"/>
                  <a:pt x="30" y="0"/>
                </a:cubicBezTo>
                <a:cubicBezTo>
                  <a:pt x="30" y="0"/>
                  <a:pt x="30" y="0"/>
                  <a:pt x="30" y="0"/>
                </a:cubicBezTo>
              </a:path>
            </a:pathLst>
          </a:custGeom>
          <a:solidFill>
            <a:srgbClr val="FFFFFF">
              <a:lumMod val="75000"/>
            </a:srgbClr>
          </a:solidFill>
        </p:spPr>
        <p:txBody>
          <a:bodyPr vert="horz" wrap="square" lIns="91440" tIns="45720" rIns="91440" bIns="45720" anchor="ctr">
            <a:normAutofit/>
          </a:bodyPr>
          <a:lstStyle/>
          <a:p>
            <a:pPr marL="0" algn="ctr"/>
            <a:endParaRPr/>
          </a:p>
        </p:txBody>
      </p:sp>
      <p:sp>
        <p:nvSpPr>
          <p:cNvPr id="46" name="TextBox 46"/>
          <p:cNvSpPr txBox="1"/>
          <p:nvPr/>
        </p:nvSpPr>
        <p:spPr>
          <a:xfrm>
            <a:off x="714357" y="3626024"/>
            <a:ext cx="3493961" cy="1346522"/>
          </a:xfrm>
          <a:prstGeom prst="rect">
            <a:avLst/>
          </a:prstGeom>
          <a:noFill/>
        </p:spPr>
        <p:txBody>
          <a:bodyPr vert="horz" wrap="square" lIns="91440" tIns="45720" rIns="91440" bIns="45720" rtlCol="0" anchor="t">
            <a:spAutoFit/>
          </a:bodyPr>
          <a:lstStyle/>
          <a:p>
            <a:pPr marL="0" algn="l">
              <a:lnSpc>
                <a:spcPct val="150000"/>
              </a:lnSpc>
              <a:defRPr/>
            </a:pPr>
            <a:r>
              <a:rPr lang="zh-CN" altLang="en-US" sz="1400" b="0" i="0" u="none" baseline="0">
                <a:solidFill>
                  <a:srgbClr val="000000"/>
                </a:solidFill>
                <a:latin typeface="微软雅黑"/>
                <a:ea typeface="微软雅黑"/>
              </a:rPr>
              <a:t>Pemeliharaan berkelanjutan mencakup pembaruan fitur dan keamanan sesuai dengan perkembangan teknologi dan umpan balik pengguna. Ini memastikan aplikasi tetap relevan dan aman.</a:t>
            </a:r>
            <a:endParaRPr lang="en-US" sz="1100"/>
          </a:p>
        </p:txBody>
      </p:sp>
      <p:sp>
        <p:nvSpPr>
          <p:cNvPr id="47" name="AutoShape 47"/>
          <p:cNvSpPr/>
          <p:nvPr/>
        </p:nvSpPr>
        <p:spPr>
          <a:xfrm>
            <a:off x="714357" y="2846174"/>
            <a:ext cx="3493961" cy="576941"/>
          </a:xfrm>
          <a:prstGeom prst="rect">
            <a:avLst/>
          </a:prstGeom>
          <a:solidFill>
            <a:srgbClr val="FFFFFF">
              <a:lumMod val="50000"/>
            </a:srgbClr>
          </a:solidFill>
        </p:spPr>
        <p:txBody>
          <a:bodyPr vert="horz" wrap="square" lIns="91440" tIns="45720" rIns="91440" bIns="45720" anchor="ctr">
            <a:noAutofit/>
          </a:bodyPr>
          <a:lstStyle/>
          <a:p>
            <a:pPr marL="0" algn="l">
              <a:spcBef>
                <a:spcPct val="0"/>
              </a:spcBef>
            </a:pPr>
            <a:r>
              <a:rPr lang="zh-CN" altLang="en-US" sz="1600" b="1" i="0" u="none" baseline="0">
                <a:solidFill>
                  <a:srgbClr val="000000"/>
                </a:solidFill>
                <a:latin typeface="微软雅黑"/>
                <a:ea typeface="微软雅黑"/>
              </a:rPr>
              <a:t>Updating Features</a:t>
            </a:r>
          </a:p>
        </p:txBody>
      </p:sp>
      <p:sp>
        <p:nvSpPr>
          <p:cNvPr id="48" name="Freeform 48"/>
          <p:cNvSpPr/>
          <p:nvPr/>
        </p:nvSpPr>
        <p:spPr>
          <a:xfrm>
            <a:off x="3818191" y="3027992"/>
            <a:ext cx="280735" cy="255914"/>
          </a:xfrm>
          <a:custGeom>
            <a:avLst/>
            <a:gdLst/>
            <a:ahLst/>
            <a:cxnLst/>
            <a:rect l="l" t="t" r="r" b="b"/>
            <a:pathLst>
              <a:path w="7671" h="7004">
                <a:moveTo>
                  <a:pt x="7585" y="2716"/>
                </a:moveTo>
                <a:lnTo>
                  <a:pt x="6499" y="2383"/>
                </a:lnTo>
                <a:lnTo>
                  <a:pt x="6499" y="1573"/>
                </a:lnTo>
                <a:cubicBezTo>
                  <a:pt x="6499" y="1527"/>
                  <a:pt x="6473" y="1485"/>
                  <a:pt x="6432" y="1465"/>
                </a:cubicBezTo>
                <a:lnTo>
                  <a:pt x="3498" y="13"/>
                </a:lnTo>
                <a:cubicBezTo>
                  <a:pt x="3497" y="13"/>
                  <a:pt x="3497" y="13"/>
                  <a:pt x="3495" y="13"/>
                </a:cubicBezTo>
                <a:cubicBezTo>
                  <a:pt x="3490" y="10"/>
                  <a:pt x="3468" y="0"/>
                  <a:pt x="3436" y="2"/>
                </a:cubicBezTo>
                <a:cubicBezTo>
                  <a:pt x="3403" y="4"/>
                  <a:pt x="3379" y="20"/>
                  <a:pt x="3374" y="23"/>
                </a:cubicBezTo>
                <a:lnTo>
                  <a:pt x="3374" y="23"/>
                </a:lnTo>
                <a:lnTo>
                  <a:pt x="1282" y="1515"/>
                </a:lnTo>
                <a:cubicBezTo>
                  <a:pt x="1250" y="1538"/>
                  <a:pt x="1231" y="1574"/>
                  <a:pt x="1231" y="1613"/>
                </a:cubicBezTo>
                <a:lnTo>
                  <a:pt x="1231" y="2655"/>
                </a:lnTo>
                <a:lnTo>
                  <a:pt x="842" y="2609"/>
                </a:lnTo>
                <a:cubicBezTo>
                  <a:pt x="842" y="2609"/>
                  <a:pt x="841" y="2609"/>
                  <a:pt x="839" y="2609"/>
                </a:cubicBezTo>
                <a:cubicBezTo>
                  <a:pt x="834" y="2609"/>
                  <a:pt x="822" y="2608"/>
                  <a:pt x="811" y="2610"/>
                </a:cubicBezTo>
                <a:cubicBezTo>
                  <a:pt x="797" y="2612"/>
                  <a:pt x="785" y="2616"/>
                  <a:pt x="780" y="2618"/>
                </a:cubicBezTo>
                <a:cubicBezTo>
                  <a:pt x="780" y="2618"/>
                  <a:pt x="779" y="2618"/>
                  <a:pt x="779" y="2618"/>
                </a:cubicBezTo>
                <a:lnTo>
                  <a:pt x="72" y="2932"/>
                </a:lnTo>
                <a:cubicBezTo>
                  <a:pt x="28" y="2951"/>
                  <a:pt x="0" y="2994"/>
                  <a:pt x="0" y="3042"/>
                </a:cubicBezTo>
                <a:lnTo>
                  <a:pt x="0" y="5060"/>
                </a:lnTo>
                <a:cubicBezTo>
                  <a:pt x="0" y="5105"/>
                  <a:pt x="24" y="5145"/>
                  <a:pt x="63" y="5166"/>
                </a:cubicBezTo>
                <a:lnTo>
                  <a:pt x="772" y="5555"/>
                </a:lnTo>
                <a:cubicBezTo>
                  <a:pt x="772" y="5555"/>
                  <a:pt x="790" y="5566"/>
                  <a:pt x="813" y="5568"/>
                </a:cubicBezTo>
                <a:cubicBezTo>
                  <a:pt x="833" y="5571"/>
                  <a:pt x="847" y="5568"/>
                  <a:pt x="847" y="5568"/>
                </a:cubicBezTo>
                <a:lnTo>
                  <a:pt x="1231" y="5513"/>
                </a:lnTo>
                <a:lnTo>
                  <a:pt x="1231" y="5735"/>
                </a:lnTo>
                <a:cubicBezTo>
                  <a:pt x="1231" y="5779"/>
                  <a:pt x="1255" y="5820"/>
                  <a:pt x="1294" y="5841"/>
                </a:cubicBezTo>
                <a:lnTo>
                  <a:pt x="3386" y="6987"/>
                </a:lnTo>
                <a:cubicBezTo>
                  <a:pt x="3386" y="6987"/>
                  <a:pt x="3409" y="7001"/>
                  <a:pt x="3440" y="7002"/>
                </a:cubicBezTo>
                <a:cubicBezTo>
                  <a:pt x="3463" y="7004"/>
                  <a:pt x="3486" y="6995"/>
                  <a:pt x="3486" y="6995"/>
                </a:cubicBezTo>
                <a:lnTo>
                  <a:pt x="3486" y="6994"/>
                </a:lnTo>
                <a:lnTo>
                  <a:pt x="3486" y="6994"/>
                </a:lnTo>
                <a:lnTo>
                  <a:pt x="6420" y="5879"/>
                </a:lnTo>
                <a:lnTo>
                  <a:pt x="7592" y="5433"/>
                </a:lnTo>
                <a:cubicBezTo>
                  <a:pt x="7639" y="5416"/>
                  <a:pt x="7670" y="5371"/>
                  <a:pt x="7670" y="5321"/>
                </a:cubicBezTo>
                <a:lnTo>
                  <a:pt x="7670" y="2832"/>
                </a:lnTo>
                <a:cubicBezTo>
                  <a:pt x="7671" y="2779"/>
                  <a:pt x="7636" y="2732"/>
                  <a:pt x="7585" y="2716"/>
                </a:cubicBezTo>
                <a:close/>
                <a:moveTo>
                  <a:pt x="337" y="4559"/>
                </a:moveTo>
                <a:cubicBezTo>
                  <a:pt x="337" y="4571"/>
                  <a:pt x="331" y="4583"/>
                  <a:pt x="321" y="4591"/>
                </a:cubicBezTo>
                <a:cubicBezTo>
                  <a:pt x="313" y="4596"/>
                  <a:pt x="305" y="4599"/>
                  <a:pt x="296" y="4599"/>
                </a:cubicBezTo>
                <a:cubicBezTo>
                  <a:pt x="293" y="4599"/>
                  <a:pt x="289" y="4598"/>
                  <a:pt x="286" y="4597"/>
                </a:cubicBezTo>
                <a:lnTo>
                  <a:pt x="151" y="4560"/>
                </a:lnTo>
                <a:cubicBezTo>
                  <a:pt x="134" y="4555"/>
                  <a:pt x="122" y="4539"/>
                  <a:pt x="122" y="4521"/>
                </a:cubicBezTo>
                <a:lnTo>
                  <a:pt x="122" y="4147"/>
                </a:lnTo>
                <a:cubicBezTo>
                  <a:pt x="122" y="4136"/>
                  <a:pt x="126" y="4125"/>
                  <a:pt x="135" y="4117"/>
                </a:cubicBezTo>
                <a:cubicBezTo>
                  <a:pt x="143" y="4109"/>
                  <a:pt x="155" y="4106"/>
                  <a:pt x="166" y="4107"/>
                </a:cubicBezTo>
                <a:lnTo>
                  <a:pt x="300" y="4120"/>
                </a:lnTo>
                <a:cubicBezTo>
                  <a:pt x="321" y="4122"/>
                  <a:pt x="336" y="4139"/>
                  <a:pt x="336" y="4160"/>
                </a:cubicBezTo>
                <a:lnTo>
                  <a:pt x="336" y="4559"/>
                </a:lnTo>
                <a:lnTo>
                  <a:pt x="337" y="4559"/>
                </a:lnTo>
                <a:close/>
                <a:moveTo>
                  <a:pt x="337" y="3761"/>
                </a:moveTo>
                <a:cubicBezTo>
                  <a:pt x="337" y="3782"/>
                  <a:pt x="321" y="3800"/>
                  <a:pt x="300" y="3802"/>
                </a:cubicBezTo>
                <a:lnTo>
                  <a:pt x="165" y="3813"/>
                </a:lnTo>
                <a:lnTo>
                  <a:pt x="162" y="3813"/>
                </a:lnTo>
                <a:cubicBezTo>
                  <a:pt x="152" y="3813"/>
                  <a:pt x="142" y="3809"/>
                  <a:pt x="135" y="3802"/>
                </a:cubicBezTo>
                <a:cubicBezTo>
                  <a:pt x="126" y="3795"/>
                  <a:pt x="122" y="3784"/>
                  <a:pt x="122" y="3773"/>
                </a:cubicBezTo>
                <a:lnTo>
                  <a:pt x="122" y="3398"/>
                </a:lnTo>
                <a:cubicBezTo>
                  <a:pt x="122" y="3380"/>
                  <a:pt x="134" y="3364"/>
                  <a:pt x="152" y="3359"/>
                </a:cubicBezTo>
                <a:lnTo>
                  <a:pt x="286" y="3324"/>
                </a:lnTo>
                <a:cubicBezTo>
                  <a:pt x="298" y="3321"/>
                  <a:pt x="311" y="3323"/>
                  <a:pt x="321" y="3331"/>
                </a:cubicBezTo>
                <a:cubicBezTo>
                  <a:pt x="331" y="3339"/>
                  <a:pt x="337" y="3350"/>
                  <a:pt x="337" y="3363"/>
                </a:cubicBezTo>
                <a:lnTo>
                  <a:pt x="337" y="3761"/>
                </a:lnTo>
                <a:lnTo>
                  <a:pt x="337" y="3761"/>
                </a:lnTo>
                <a:close/>
                <a:moveTo>
                  <a:pt x="729" y="4668"/>
                </a:moveTo>
                <a:cubicBezTo>
                  <a:pt x="729" y="4680"/>
                  <a:pt x="723" y="4692"/>
                  <a:pt x="714" y="4700"/>
                </a:cubicBezTo>
                <a:cubicBezTo>
                  <a:pt x="706" y="4705"/>
                  <a:pt x="698" y="4708"/>
                  <a:pt x="689" y="4708"/>
                </a:cubicBezTo>
                <a:cubicBezTo>
                  <a:pt x="686" y="4708"/>
                  <a:pt x="682" y="4707"/>
                  <a:pt x="678" y="4706"/>
                </a:cubicBezTo>
                <a:lnTo>
                  <a:pt x="494" y="4655"/>
                </a:lnTo>
                <a:cubicBezTo>
                  <a:pt x="477" y="4651"/>
                  <a:pt x="465" y="4635"/>
                  <a:pt x="465" y="4617"/>
                </a:cubicBezTo>
                <a:lnTo>
                  <a:pt x="465" y="4180"/>
                </a:lnTo>
                <a:cubicBezTo>
                  <a:pt x="465" y="4169"/>
                  <a:pt x="470" y="4158"/>
                  <a:pt x="478" y="4150"/>
                </a:cubicBezTo>
                <a:cubicBezTo>
                  <a:pt x="486" y="4143"/>
                  <a:pt x="498" y="4139"/>
                  <a:pt x="509" y="4140"/>
                </a:cubicBezTo>
                <a:lnTo>
                  <a:pt x="693" y="4158"/>
                </a:lnTo>
                <a:cubicBezTo>
                  <a:pt x="714" y="4160"/>
                  <a:pt x="729" y="4178"/>
                  <a:pt x="729" y="4198"/>
                </a:cubicBezTo>
                <a:lnTo>
                  <a:pt x="729" y="4668"/>
                </a:lnTo>
                <a:lnTo>
                  <a:pt x="729" y="4668"/>
                </a:lnTo>
                <a:close/>
                <a:moveTo>
                  <a:pt x="729" y="3729"/>
                </a:moveTo>
                <a:cubicBezTo>
                  <a:pt x="729" y="3750"/>
                  <a:pt x="713" y="3767"/>
                  <a:pt x="692" y="3769"/>
                </a:cubicBezTo>
                <a:lnTo>
                  <a:pt x="508" y="3784"/>
                </a:lnTo>
                <a:lnTo>
                  <a:pt x="505" y="3784"/>
                </a:lnTo>
                <a:cubicBezTo>
                  <a:pt x="495" y="3784"/>
                  <a:pt x="485" y="3781"/>
                  <a:pt x="478" y="3774"/>
                </a:cubicBezTo>
                <a:cubicBezTo>
                  <a:pt x="469" y="3766"/>
                  <a:pt x="465" y="3756"/>
                  <a:pt x="465" y="3744"/>
                </a:cubicBezTo>
                <a:lnTo>
                  <a:pt x="465" y="3308"/>
                </a:lnTo>
                <a:cubicBezTo>
                  <a:pt x="465" y="3290"/>
                  <a:pt x="477" y="3274"/>
                  <a:pt x="495" y="3269"/>
                </a:cubicBezTo>
                <a:lnTo>
                  <a:pt x="679" y="3221"/>
                </a:lnTo>
                <a:cubicBezTo>
                  <a:pt x="691" y="3217"/>
                  <a:pt x="704" y="3220"/>
                  <a:pt x="714" y="3228"/>
                </a:cubicBezTo>
                <a:cubicBezTo>
                  <a:pt x="723" y="3235"/>
                  <a:pt x="729" y="3247"/>
                  <a:pt x="729" y="3260"/>
                </a:cubicBezTo>
                <a:lnTo>
                  <a:pt x="729" y="3729"/>
                </a:lnTo>
                <a:close/>
                <a:moveTo>
                  <a:pt x="1737" y="4948"/>
                </a:moveTo>
                <a:cubicBezTo>
                  <a:pt x="1737" y="4960"/>
                  <a:pt x="1731" y="4972"/>
                  <a:pt x="1721" y="4980"/>
                </a:cubicBezTo>
                <a:cubicBezTo>
                  <a:pt x="1714" y="4985"/>
                  <a:pt x="1706" y="4988"/>
                  <a:pt x="1697" y="4988"/>
                </a:cubicBezTo>
                <a:cubicBezTo>
                  <a:pt x="1693" y="4988"/>
                  <a:pt x="1690" y="4987"/>
                  <a:pt x="1686" y="4986"/>
                </a:cubicBezTo>
                <a:lnTo>
                  <a:pt x="1449" y="4920"/>
                </a:lnTo>
                <a:cubicBezTo>
                  <a:pt x="1431" y="4916"/>
                  <a:pt x="1419" y="4900"/>
                  <a:pt x="1419" y="4882"/>
                </a:cubicBezTo>
                <a:lnTo>
                  <a:pt x="1419" y="4274"/>
                </a:lnTo>
                <a:cubicBezTo>
                  <a:pt x="1419" y="4262"/>
                  <a:pt x="1424" y="4251"/>
                  <a:pt x="1432" y="4244"/>
                </a:cubicBezTo>
                <a:cubicBezTo>
                  <a:pt x="1441" y="4236"/>
                  <a:pt x="1452" y="4232"/>
                  <a:pt x="1463" y="4233"/>
                </a:cubicBezTo>
                <a:lnTo>
                  <a:pt x="1701" y="4257"/>
                </a:lnTo>
                <a:cubicBezTo>
                  <a:pt x="1721" y="4259"/>
                  <a:pt x="1737" y="4276"/>
                  <a:pt x="1737" y="4297"/>
                </a:cubicBezTo>
                <a:lnTo>
                  <a:pt x="1737" y="4948"/>
                </a:lnTo>
                <a:close/>
                <a:moveTo>
                  <a:pt x="1737" y="3646"/>
                </a:moveTo>
                <a:cubicBezTo>
                  <a:pt x="1737" y="3667"/>
                  <a:pt x="1721" y="3684"/>
                  <a:pt x="1700" y="3686"/>
                </a:cubicBezTo>
                <a:lnTo>
                  <a:pt x="1463" y="3705"/>
                </a:lnTo>
                <a:cubicBezTo>
                  <a:pt x="1462" y="3706"/>
                  <a:pt x="1461" y="3706"/>
                  <a:pt x="1459" y="3706"/>
                </a:cubicBezTo>
                <a:cubicBezTo>
                  <a:pt x="1449" y="3706"/>
                  <a:pt x="1440" y="3702"/>
                  <a:pt x="1432" y="3695"/>
                </a:cubicBezTo>
                <a:cubicBezTo>
                  <a:pt x="1424" y="3687"/>
                  <a:pt x="1419" y="3677"/>
                  <a:pt x="1419" y="3665"/>
                </a:cubicBezTo>
                <a:lnTo>
                  <a:pt x="1419" y="3057"/>
                </a:lnTo>
                <a:cubicBezTo>
                  <a:pt x="1419" y="3039"/>
                  <a:pt x="1432" y="3023"/>
                  <a:pt x="1449" y="3018"/>
                </a:cubicBezTo>
                <a:lnTo>
                  <a:pt x="1687" y="2956"/>
                </a:lnTo>
                <a:cubicBezTo>
                  <a:pt x="1699" y="2953"/>
                  <a:pt x="1712" y="2955"/>
                  <a:pt x="1721" y="2963"/>
                </a:cubicBezTo>
                <a:cubicBezTo>
                  <a:pt x="1731" y="2970"/>
                  <a:pt x="1737" y="2982"/>
                  <a:pt x="1737" y="2995"/>
                </a:cubicBezTo>
                <a:lnTo>
                  <a:pt x="1737" y="3646"/>
                </a:lnTo>
                <a:close/>
                <a:moveTo>
                  <a:pt x="1737" y="2344"/>
                </a:moveTo>
                <a:cubicBezTo>
                  <a:pt x="1737" y="2360"/>
                  <a:pt x="1728" y="2374"/>
                  <a:pt x="1713" y="2381"/>
                </a:cubicBezTo>
                <a:lnTo>
                  <a:pt x="1476" y="2486"/>
                </a:lnTo>
                <a:cubicBezTo>
                  <a:pt x="1471" y="2488"/>
                  <a:pt x="1465" y="2489"/>
                  <a:pt x="1460" y="2489"/>
                </a:cubicBezTo>
                <a:cubicBezTo>
                  <a:pt x="1452" y="2489"/>
                  <a:pt x="1444" y="2487"/>
                  <a:pt x="1437" y="2483"/>
                </a:cubicBezTo>
                <a:cubicBezTo>
                  <a:pt x="1426" y="2475"/>
                  <a:pt x="1419" y="2463"/>
                  <a:pt x="1419" y="2449"/>
                </a:cubicBezTo>
                <a:lnTo>
                  <a:pt x="1419" y="1841"/>
                </a:lnTo>
                <a:cubicBezTo>
                  <a:pt x="1419" y="1827"/>
                  <a:pt x="1426" y="1814"/>
                  <a:pt x="1438" y="1807"/>
                </a:cubicBezTo>
                <a:lnTo>
                  <a:pt x="1676" y="1659"/>
                </a:lnTo>
                <a:cubicBezTo>
                  <a:pt x="1688" y="1651"/>
                  <a:pt x="1704" y="1651"/>
                  <a:pt x="1716" y="1658"/>
                </a:cubicBezTo>
                <a:cubicBezTo>
                  <a:pt x="1729" y="1665"/>
                  <a:pt x="1737" y="1678"/>
                  <a:pt x="1737" y="1693"/>
                </a:cubicBezTo>
                <a:lnTo>
                  <a:pt x="1737" y="2344"/>
                </a:lnTo>
                <a:lnTo>
                  <a:pt x="1737" y="2344"/>
                </a:lnTo>
                <a:close/>
                <a:moveTo>
                  <a:pt x="2329" y="5112"/>
                </a:moveTo>
                <a:cubicBezTo>
                  <a:pt x="2329" y="5124"/>
                  <a:pt x="2323" y="5136"/>
                  <a:pt x="2313" y="5144"/>
                </a:cubicBezTo>
                <a:cubicBezTo>
                  <a:pt x="2306" y="5149"/>
                  <a:pt x="2297" y="5152"/>
                  <a:pt x="2289" y="5152"/>
                </a:cubicBezTo>
                <a:cubicBezTo>
                  <a:pt x="2285" y="5152"/>
                  <a:pt x="2281" y="5152"/>
                  <a:pt x="2278" y="5151"/>
                </a:cubicBezTo>
                <a:lnTo>
                  <a:pt x="1960" y="5062"/>
                </a:lnTo>
                <a:cubicBezTo>
                  <a:pt x="1942" y="5058"/>
                  <a:pt x="1930" y="5042"/>
                  <a:pt x="1930" y="5024"/>
                </a:cubicBezTo>
                <a:lnTo>
                  <a:pt x="1930" y="4323"/>
                </a:lnTo>
                <a:cubicBezTo>
                  <a:pt x="1930" y="4312"/>
                  <a:pt x="1935" y="4301"/>
                  <a:pt x="1943" y="4293"/>
                </a:cubicBezTo>
                <a:cubicBezTo>
                  <a:pt x="1952" y="4286"/>
                  <a:pt x="1963" y="4282"/>
                  <a:pt x="1974" y="4283"/>
                </a:cubicBezTo>
                <a:lnTo>
                  <a:pt x="2292" y="4314"/>
                </a:lnTo>
                <a:cubicBezTo>
                  <a:pt x="2313" y="4316"/>
                  <a:pt x="2329" y="4334"/>
                  <a:pt x="2329" y="4354"/>
                </a:cubicBezTo>
                <a:lnTo>
                  <a:pt x="2329" y="5112"/>
                </a:lnTo>
                <a:close/>
                <a:moveTo>
                  <a:pt x="2329" y="3597"/>
                </a:moveTo>
                <a:cubicBezTo>
                  <a:pt x="2329" y="3618"/>
                  <a:pt x="2313" y="3635"/>
                  <a:pt x="2292" y="3637"/>
                </a:cubicBezTo>
                <a:lnTo>
                  <a:pt x="1974" y="3663"/>
                </a:lnTo>
                <a:cubicBezTo>
                  <a:pt x="1973" y="3663"/>
                  <a:pt x="1971" y="3664"/>
                  <a:pt x="1970" y="3664"/>
                </a:cubicBezTo>
                <a:cubicBezTo>
                  <a:pt x="1960" y="3664"/>
                  <a:pt x="1951" y="3660"/>
                  <a:pt x="1943" y="3653"/>
                </a:cubicBezTo>
                <a:cubicBezTo>
                  <a:pt x="1935" y="3645"/>
                  <a:pt x="1930" y="3634"/>
                  <a:pt x="1930" y="3623"/>
                </a:cubicBezTo>
                <a:lnTo>
                  <a:pt x="1930" y="2923"/>
                </a:lnTo>
                <a:cubicBezTo>
                  <a:pt x="1930" y="2905"/>
                  <a:pt x="1942" y="2889"/>
                  <a:pt x="1960" y="2884"/>
                </a:cubicBezTo>
                <a:lnTo>
                  <a:pt x="2278" y="2800"/>
                </a:lnTo>
                <a:cubicBezTo>
                  <a:pt x="2290" y="2797"/>
                  <a:pt x="2303" y="2800"/>
                  <a:pt x="2313" y="2807"/>
                </a:cubicBezTo>
                <a:cubicBezTo>
                  <a:pt x="2323" y="2815"/>
                  <a:pt x="2329" y="2827"/>
                  <a:pt x="2329" y="2839"/>
                </a:cubicBezTo>
                <a:lnTo>
                  <a:pt x="2329" y="3597"/>
                </a:lnTo>
                <a:lnTo>
                  <a:pt x="2329" y="3597"/>
                </a:lnTo>
                <a:close/>
                <a:moveTo>
                  <a:pt x="2329" y="2082"/>
                </a:moveTo>
                <a:cubicBezTo>
                  <a:pt x="2329" y="2098"/>
                  <a:pt x="2319" y="2112"/>
                  <a:pt x="2305" y="2119"/>
                </a:cubicBezTo>
                <a:lnTo>
                  <a:pt x="1987" y="2260"/>
                </a:lnTo>
                <a:cubicBezTo>
                  <a:pt x="1982" y="2262"/>
                  <a:pt x="1976" y="2263"/>
                  <a:pt x="1970" y="2263"/>
                </a:cubicBezTo>
                <a:cubicBezTo>
                  <a:pt x="1963" y="2263"/>
                  <a:pt x="1955" y="2261"/>
                  <a:pt x="1949" y="2257"/>
                </a:cubicBezTo>
                <a:cubicBezTo>
                  <a:pt x="1937" y="2249"/>
                  <a:pt x="1930" y="2236"/>
                  <a:pt x="1930" y="2223"/>
                </a:cubicBezTo>
                <a:lnTo>
                  <a:pt x="1930" y="1523"/>
                </a:lnTo>
                <a:cubicBezTo>
                  <a:pt x="1930" y="1509"/>
                  <a:pt x="1938" y="1496"/>
                  <a:pt x="1949" y="1489"/>
                </a:cubicBezTo>
                <a:lnTo>
                  <a:pt x="2267" y="1290"/>
                </a:lnTo>
                <a:cubicBezTo>
                  <a:pt x="2280" y="1282"/>
                  <a:pt x="2295" y="1282"/>
                  <a:pt x="2308" y="1289"/>
                </a:cubicBezTo>
                <a:cubicBezTo>
                  <a:pt x="2321" y="1296"/>
                  <a:pt x="2329" y="1310"/>
                  <a:pt x="2329" y="1324"/>
                </a:cubicBezTo>
                <a:lnTo>
                  <a:pt x="2329" y="2082"/>
                </a:lnTo>
                <a:lnTo>
                  <a:pt x="2329" y="2082"/>
                </a:lnTo>
                <a:close/>
                <a:moveTo>
                  <a:pt x="3152" y="5341"/>
                </a:moveTo>
                <a:cubicBezTo>
                  <a:pt x="3152" y="5352"/>
                  <a:pt x="3147" y="5364"/>
                  <a:pt x="3139" y="5372"/>
                </a:cubicBezTo>
                <a:cubicBezTo>
                  <a:pt x="3124" y="5387"/>
                  <a:pt x="3104" y="5387"/>
                  <a:pt x="3098" y="5387"/>
                </a:cubicBezTo>
                <a:lnTo>
                  <a:pt x="3097" y="5387"/>
                </a:lnTo>
                <a:cubicBezTo>
                  <a:pt x="3018" y="5387"/>
                  <a:pt x="2710" y="5276"/>
                  <a:pt x="2650" y="5254"/>
                </a:cubicBezTo>
                <a:cubicBezTo>
                  <a:pt x="2634" y="5248"/>
                  <a:pt x="2623" y="5233"/>
                  <a:pt x="2623" y="5216"/>
                </a:cubicBezTo>
                <a:lnTo>
                  <a:pt x="2623" y="4391"/>
                </a:lnTo>
                <a:cubicBezTo>
                  <a:pt x="2623" y="4380"/>
                  <a:pt x="2628" y="4369"/>
                  <a:pt x="2636" y="4361"/>
                </a:cubicBezTo>
                <a:cubicBezTo>
                  <a:pt x="2645" y="4354"/>
                  <a:pt x="2656" y="4350"/>
                  <a:pt x="2667" y="4351"/>
                </a:cubicBezTo>
                <a:lnTo>
                  <a:pt x="3115" y="4395"/>
                </a:lnTo>
                <a:cubicBezTo>
                  <a:pt x="3136" y="4397"/>
                  <a:pt x="3152" y="4414"/>
                  <a:pt x="3152" y="4435"/>
                </a:cubicBezTo>
                <a:cubicBezTo>
                  <a:pt x="3152" y="4444"/>
                  <a:pt x="3152" y="5302"/>
                  <a:pt x="3152" y="5341"/>
                </a:cubicBezTo>
                <a:close/>
                <a:moveTo>
                  <a:pt x="3152" y="3529"/>
                </a:moveTo>
                <a:cubicBezTo>
                  <a:pt x="3152" y="3550"/>
                  <a:pt x="3136" y="3567"/>
                  <a:pt x="3115" y="3569"/>
                </a:cubicBezTo>
                <a:lnTo>
                  <a:pt x="2667" y="3606"/>
                </a:lnTo>
                <a:cubicBezTo>
                  <a:pt x="2665" y="3606"/>
                  <a:pt x="2664" y="3606"/>
                  <a:pt x="2663" y="3606"/>
                </a:cubicBezTo>
                <a:cubicBezTo>
                  <a:pt x="2653" y="3606"/>
                  <a:pt x="2643" y="3602"/>
                  <a:pt x="2636" y="3595"/>
                </a:cubicBezTo>
                <a:cubicBezTo>
                  <a:pt x="2628" y="3588"/>
                  <a:pt x="2623" y="3577"/>
                  <a:pt x="2623" y="3566"/>
                </a:cubicBezTo>
                <a:lnTo>
                  <a:pt x="2623" y="2741"/>
                </a:lnTo>
                <a:cubicBezTo>
                  <a:pt x="2623" y="2722"/>
                  <a:pt x="2635" y="2706"/>
                  <a:pt x="2653" y="2702"/>
                </a:cubicBezTo>
                <a:lnTo>
                  <a:pt x="3101" y="2584"/>
                </a:lnTo>
                <a:cubicBezTo>
                  <a:pt x="3113" y="2581"/>
                  <a:pt x="3126" y="2583"/>
                  <a:pt x="3136" y="2591"/>
                </a:cubicBezTo>
                <a:cubicBezTo>
                  <a:pt x="3146" y="2599"/>
                  <a:pt x="3152" y="2610"/>
                  <a:pt x="3152" y="2623"/>
                </a:cubicBezTo>
                <a:lnTo>
                  <a:pt x="3152" y="3529"/>
                </a:lnTo>
                <a:lnTo>
                  <a:pt x="3152" y="3529"/>
                </a:lnTo>
                <a:close/>
                <a:moveTo>
                  <a:pt x="3152" y="1717"/>
                </a:moveTo>
                <a:cubicBezTo>
                  <a:pt x="3152" y="1733"/>
                  <a:pt x="3142" y="1748"/>
                  <a:pt x="3128" y="1754"/>
                </a:cubicBezTo>
                <a:lnTo>
                  <a:pt x="2680" y="1953"/>
                </a:lnTo>
                <a:cubicBezTo>
                  <a:pt x="2674" y="1955"/>
                  <a:pt x="2669" y="1956"/>
                  <a:pt x="2663" y="1956"/>
                </a:cubicBezTo>
                <a:cubicBezTo>
                  <a:pt x="2656" y="1956"/>
                  <a:pt x="2648" y="1954"/>
                  <a:pt x="2641" y="1950"/>
                </a:cubicBezTo>
                <a:cubicBezTo>
                  <a:pt x="2630" y="1942"/>
                  <a:pt x="2623" y="1930"/>
                  <a:pt x="2623" y="1916"/>
                </a:cubicBezTo>
                <a:lnTo>
                  <a:pt x="2623" y="1091"/>
                </a:lnTo>
                <a:cubicBezTo>
                  <a:pt x="2623" y="1077"/>
                  <a:pt x="2630" y="1064"/>
                  <a:pt x="2642" y="1057"/>
                </a:cubicBezTo>
                <a:lnTo>
                  <a:pt x="3090" y="777"/>
                </a:lnTo>
                <a:cubicBezTo>
                  <a:pt x="3103" y="769"/>
                  <a:pt x="3118" y="769"/>
                  <a:pt x="3131" y="776"/>
                </a:cubicBezTo>
                <a:cubicBezTo>
                  <a:pt x="3144" y="783"/>
                  <a:pt x="3152" y="797"/>
                  <a:pt x="3152" y="811"/>
                </a:cubicBezTo>
                <a:lnTo>
                  <a:pt x="3152" y="1717"/>
                </a:lnTo>
                <a:lnTo>
                  <a:pt x="3152" y="1717"/>
                </a:lnTo>
                <a:close/>
                <a:moveTo>
                  <a:pt x="4934" y="1266"/>
                </a:moveTo>
                <a:cubicBezTo>
                  <a:pt x="4934" y="1252"/>
                  <a:pt x="4941" y="1240"/>
                  <a:pt x="4952" y="1232"/>
                </a:cubicBezTo>
                <a:cubicBezTo>
                  <a:pt x="4963" y="1225"/>
                  <a:pt x="4978" y="1224"/>
                  <a:pt x="4990" y="1229"/>
                </a:cubicBezTo>
                <a:lnTo>
                  <a:pt x="5469" y="1436"/>
                </a:lnTo>
                <a:cubicBezTo>
                  <a:pt x="5483" y="1442"/>
                  <a:pt x="5493" y="1457"/>
                  <a:pt x="5493" y="1473"/>
                </a:cubicBezTo>
                <a:lnTo>
                  <a:pt x="5493" y="2187"/>
                </a:lnTo>
                <a:cubicBezTo>
                  <a:pt x="5493" y="2200"/>
                  <a:pt x="5487" y="2212"/>
                  <a:pt x="5477" y="2220"/>
                </a:cubicBezTo>
                <a:cubicBezTo>
                  <a:pt x="5470" y="2225"/>
                  <a:pt x="5461" y="2228"/>
                  <a:pt x="5453" y="2228"/>
                </a:cubicBezTo>
                <a:cubicBezTo>
                  <a:pt x="5449" y="2228"/>
                  <a:pt x="5445" y="2227"/>
                  <a:pt x="5441" y="2226"/>
                </a:cubicBezTo>
                <a:lnTo>
                  <a:pt x="4963" y="2079"/>
                </a:lnTo>
                <a:cubicBezTo>
                  <a:pt x="4946" y="2074"/>
                  <a:pt x="4934" y="2058"/>
                  <a:pt x="4934" y="2040"/>
                </a:cubicBezTo>
                <a:lnTo>
                  <a:pt x="4934" y="1266"/>
                </a:lnTo>
                <a:lnTo>
                  <a:pt x="4934" y="1266"/>
                </a:lnTo>
                <a:close/>
                <a:moveTo>
                  <a:pt x="4934" y="2815"/>
                </a:moveTo>
                <a:cubicBezTo>
                  <a:pt x="4934" y="2803"/>
                  <a:pt x="4939" y="2791"/>
                  <a:pt x="4948" y="2784"/>
                </a:cubicBezTo>
                <a:cubicBezTo>
                  <a:pt x="4958" y="2776"/>
                  <a:pt x="4970" y="2773"/>
                  <a:pt x="4981" y="2775"/>
                </a:cubicBezTo>
                <a:lnTo>
                  <a:pt x="5460" y="2862"/>
                </a:lnTo>
                <a:cubicBezTo>
                  <a:pt x="5479" y="2866"/>
                  <a:pt x="5493" y="2882"/>
                  <a:pt x="5493" y="2902"/>
                </a:cubicBezTo>
                <a:lnTo>
                  <a:pt x="5493" y="3623"/>
                </a:lnTo>
                <a:cubicBezTo>
                  <a:pt x="5493" y="3634"/>
                  <a:pt x="5488" y="3645"/>
                  <a:pt x="5480" y="3653"/>
                </a:cubicBezTo>
                <a:cubicBezTo>
                  <a:pt x="5473" y="3660"/>
                  <a:pt x="5463" y="3664"/>
                  <a:pt x="5453" y="3664"/>
                </a:cubicBezTo>
                <a:cubicBezTo>
                  <a:pt x="5452" y="3664"/>
                  <a:pt x="5451" y="3663"/>
                  <a:pt x="5450" y="3663"/>
                </a:cubicBezTo>
                <a:lnTo>
                  <a:pt x="4971" y="3629"/>
                </a:lnTo>
                <a:cubicBezTo>
                  <a:pt x="4950" y="3628"/>
                  <a:pt x="4934" y="3610"/>
                  <a:pt x="4934" y="3589"/>
                </a:cubicBezTo>
                <a:lnTo>
                  <a:pt x="4934" y="2815"/>
                </a:lnTo>
                <a:close/>
                <a:moveTo>
                  <a:pt x="3688" y="727"/>
                </a:moveTo>
                <a:cubicBezTo>
                  <a:pt x="3688" y="714"/>
                  <a:pt x="3695" y="701"/>
                  <a:pt x="3706" y="694"/>
                </a:cubicBezTo>
                <a:cubicBezTo>
                  <a:pt x="3718" y="686"/>
                  <a:pt x="3732" y="685"/>
                  <a:pt x="3744" y="690"/>
                </a:cubicBezTo>
                <a:lnTo>
                  <a:pt x="4424" y="984"/>
                </a:lnTo>
                <a:cubicBezTo>
                  <a:pt x="4439" y="991"/>
                  <a:pt x="4449" y="1005"/>
                  <a:pt x="4449" y="1021"/>
                </a:cubicBezTo>
                <a:lnTo>
                  <a:pt x="4449" y="1867"/>
                </a:lnTo>
                <a:cubicBezTo>
                  <a:pt x="4449" y="1879"/>
                  <a:pt x="4442" y="1891"/>
                  <a:pt x="4432" y="1899"/>
                </a:cubicBezTo>
                <a:cubicBezTo>
                  <a:pt x="4425" y="1904"/>
                  <a:pt x="4417" y="1907"/>
                  <a:pt x="4408" y="1907"/>
                </a:cubicBezTo>
                <a:cubicBezTo>
                  <a:pt x="4404" y="1907"/>
                  <a:pt x="4400" y="1906"/>
                  <a:pt x="4396" y="1905"/>
                </a:cubicBezTo>
                <a:lnTo>
                  <a:pt x="3717" y="1696"/>
                </a:lnTo>
                <a:cubicBezTo>
                  <a:pt x="3700" y="1691"/>
                  <a:pt x="3688" y="1675"/>
                  <a:pt x="3688" y="1658"/>
                </a:cubicBezTo>
                <a:lnTo>
                  <a:pt x="3688" y="727"/>
                </a:lnTo>
                <a:lnTo>
                  <a:pt x="3688" y="727"/>
                </a:lnTo>
                <a:close/>
                <a:moveTo>
                  <a:pt x="3688" y="3518"/>
                </a:moveTo>
                <a:lnTo>
                  <a:pt x="3688" y="2588"/>
                </a:lnTo>
                <a:cubicBezTo>
                  <a:pt x="3688" y="2576"/>
                  <a:pt x="3694" y="2564"/>
                  <a:pt x="3703" y="2557"/>
                </a:cubicBezTo>
                <a:cubicBezTo>
                  <a:pt x="3712" y="2549"/>
                  <a:pt x="3724" y="2546"/>
                  <a:pt x="3736" y="2548"/>
                </a:cubicBezTo>
                <a:lnTo>
                  <a:pt x="4415" y="2672"/>
                </a:lnTo>
                <a:cubicBezTo>
                  <a:pt x="4434" y="2676"/>
                  <a:pt x="4448" y="2692"/>
                  <a:pt x="4448" y="2712"/>
                </a:cubicBezTo>
                <a:lnTo>
                  <a:pt x="4448" y="3557"/>
                </a:lnTo>
                <a:cubicBezTo>
                  <a:pt x="4448" y="3568"/>
                  <a:pt x="4444" y="3579"/>
                  <a:pt x="4436" y="3586"/>
                </a:cubicBezTo>
                <a:cubicBezTo>
                  <a:pt x="4428" y="3593"/>
                  <a:pt x="4418" y="3597"/>
                  <a:pt x="4408" y="3597"/>
                </a:cubicBezTo>
                <a:cubicBezTo>
                  <a:pt x="4407" y="3597"/>
                  <a:pt x="4407" y="3597"/>
                  <a:pt x="4406" y="3597"/>
                </a:cubicBezTo>
                <a:lnTo>
                  <a:pt x="3726" y="3558"/>
                </a:lnTo>
                <a:cubicBezTo>
                  <a:pt x="3705" y="3557"/>
                  <a:pt x="3688" y="3539"/>
                  <a:pt x="3688" y="3518"/>
                </a:cubicBezTo>
                <a:close/>
                <a:moveTo>
                  <a:pt x="5014" y="6300"/>
                </a:moveTo>
                <a:cubicBezTo>
                  <a:pt x="5014" y="6317"/>
                  <a:pt x="5004" y="6331"/>
                  <a:pt x="4989" y="6338"/>
                </a:cubicBezTo>
                <a:lnTo>
                  <a:pt x="4099" y="6676"/>
                </a:lnTo>
                <a:cubicBezTo>
                  <a:pt x="4094" y="6677"/>
                  <a:pt x="4089" y="6678"/>
                  <a:pt x="4085" y="6678"/>
                </a:cubicBezTo>
                <a:cubicBezTo>
                  <a:pt x="4077" y="6678"/>
                  <a:pt x="4069" y="6676"/>
                  <a:pt x="4062" y="6671"/>
                </a:cubicBezTo>
                <a:cubicBezTo>
                  <a:pt x="4051" y="6664"/>
                  <a:pt x="4045" y="6651"/>
                  <a:pt x="4045" y="6638"/>
                </a:cubicBezTo>
                <a:lnTo>
                  <a:pt x="4045" y="4424"/>
                </a:lnTo>
                <a:cubicBezTo>
                  <a:pt x="4045" y="4403"/>
                  <a:pt x="4061" y="4385"/>
                  <a:pt x="4082" y="4384"/>
                </a:cubicBezTo>
                <a:lnTo>
                  <a:pt x="4972" y="4323"/>
                </a:lnTo>
                <a:cubicBezTo>
                  <a:pt x="4983" y="4323"/>
                  <a:pt x="4994" y="4327"/>
                  <a:pt x="5002" y="4334"/>
                </a:cubicBezTo>
                <a:cubicBezTo>
                  <a:pt x="5010" y="4342"/>
                  <a:pt x="5015" y="4352"/>
                  <a:pt x="5015" y="4364"/>
                </a:cubicBezTo>
                <a:lnTo>
                  <a:pt x="5015" y="6300"/>
                </a:lnTo>
                <a:lnTo>
                  <a:pt x="5014" y="6300"/>
                </a:lnTo>
                <a:close/>
                <a:moveTo>
                  <a:pt x="6087" y="5892"/>
                </a:moveTo>
                <a:cubicBezTo>
                  <a:pt x="6087" y="5909"/>
                  <a:pt x="6076" y="5924"/>
                  <a:pt x="6061" y="5930"/>
                </a:cubicBezTo>
                <a:lnTo>
                  <a:pt x="5467" y="6156"/>
                </a:lnTo>
                <a:cubicBezTo>
                  <a:pt x="5462" y="6157"/>
                  <a:pt x="5458" y="6158"/>
                  <a:pt x="5453" y="6158"/>
                </a:cubicBezTo>
                <a:cubicBezTo>
                  <a:pt x="5445" y="6158"/>
                  <a:pt x="5437" y="6156"/>
                  <a:pt x="5430" y="6151"/>
                </a:cubicBezTo>
                <a:cubicBezTo>
                  <a:pt x="5419" y="6144"/>
                  <a:pt x="5413" y="6131"/>
                  <a:pt x="5413" y="6118"/>
                </a:cubicBezTo>
                <a:lnTo>
                  <a:pt x="5413" y="4331"/>
                </a:lnTo>
                <a:cubicBezTo>
                  <a:pt x="5413" y="4310"/>
                  <a:pt x="5429" y="4293"/>
                  <a:pt x="5450" y="4291"/>
                </a:cubicBezTo>
                <a:lnTo>
                  <a:pt x="6044" y="4251"/>
                </a:lnTo>
                <a:cubicBezTo>
                  <a:pt x="6055" y="4250"/>
                  <a:pt x="6066" y="4254"/>
                  <a:pt x="6074" y="4262"/>
                </a:cubicBezTo>
                <a:cubicBezTo>
                  <a:pt x="6082" y="4269"/>
                  <a:pt x="6087" y="4280"/>
                  <a:pt x="6087" y="4291"/>
                </a:cubicBezTo>
                <a:lnTo>
                  <a:pt x="6087" y="5892"/>
                </a:lnTo>
                <a:close/>
                <a:moveTo>
                  <a:pt x="6258" y="3660"/>
                </a:moveTo>
                <a:cubicBezTo>
                  <a:pt x="6258" y="3671"/>
                  <a:pt x="6253" y="3682"/>
                  <a:pt x="6245" y="3690"/>
                </a:cubicBezTo>
                <a:cubicBezTo>
                  <a:pt x="6238" y="3697"/>
                  <a:pt x="6228" y="3701"/>
                  <a:pt x="6218" y="3701"/>
                </a:cubicBezTo>
                <a:lnTo>
                  <a:pt x="6215" y="3701"/>
                </a:lnTo>
                <a:lnTo>
                  <a:pt x="5860" y="3680"/>
                </a:lnTo>
                <a:cubicBezTo>
                  <a:pt x="5839" y="3679"/>
                  <a:pt x="5822" y="3662"/>
                  <a:pt x="5822" y="3640"/>
                </a:cubicBezTo>
                <a:lnTo>
                  <a:pt x="5822" y="2977"/>
                </a:lnTo>
                <a:cubicBezTo>
                  <a:pt x="5822" y="2965"/>
                  <a:pt x="5828" y="2953"/>
                  <a:pt x="5837" y="2946"/>
                </a:cubicBezTo>
                <a:cubicBezTo>
                  <a:pt x="5846" y="2938"/>
                  <a:pt x="5858" y="2935"/>
                  <a:pt x="5870" y="2937"/>
                </a:cubicBezTo>
                <a:lnTo>
                  <a:pt x="6225" y="3002"/>
                </a:lnTo>
                <a:cubicBezTo>
                  <a:pt x="6244" y="3005"/>
                  <a:pt x="6258" y="3022"/>
                  <a:pt x="6258" y="3041"/>
                </a:cubicBezTo>
                <a:lnTo>
                  <a:pt x="6258" y="3660"/>
                </a:lnTo>
                <a:lnTo>
                  <a:pt x="6258" y="3660"/>
                </a:lnTo>
                <a:close/>
                <a:moveTo>
                  <a:pt x="6258" y="2422"/>
                </a:moveTo>
                <a:cubicBezTo>
                  <a:pt x="6258" y="2435"/>
                  <a:pt x="6252" y="2447"/>
                  <a:pt x="6242" y="2455"/>
                </a:cubicBezTo>
                <a:cubicBezTo>
                  <a:pt x="6235" y="2460"/>
                  <a:pt x="6226" y="2463"/>
                  <a:pt x="6218" y="2463"/>
                </a:cubicBezTo>
                <a:cubicBezTo>
                  <a:pt x="6214" y="2463"/>
                  <a:pt x="6210" y="2462"/>
                  <a:pt x="6206" y="2461"/>
                </a:cubicBezTo>
                <a:lnTo>
                  <a:pt x="5851" y="2352"/>
                </a:lnTo>
                <a:cubicBezTo>
                  <a:pt x="5834" y="2346"/>
                  <a:pt x="5823" y="2331"/>
                  <a:pt x="5823" y="2313"/>
                </a:cubicBezTo>
                <a:lnTo>
                  <a:pt x="5823" y="1650"/>
                </a:lnTo>
                <a:cubicBezTo>
                  <a:pt x="5823" y="1636"/>
                  <a:pt x="5829" y="1624"/>
                  <a:pt x="5841" y="1616"/>
                </a:cubicBezTo>
                <a:cubicBezTo>
                  <a:pt x="5852" y="1609"/>
                  <a:pt x="5866" y="1608"/>
                  <a:pt x="5879" y="1613"/>
                </a:cubicBezTo>
                <a:lnTo>
                  <a:pt x="6234" y="1766"/>
                </a:lnTo>
                <a:cubicBezTo>
                  <a:pt x="6249" y="1773"/>
                  <a:pt x="6258" y="1787"/>
                  <a:pt x="6258" y="1803"/>
                </a:cubicBezTo>
                <a:lnTo>
                  <a:pt x="6258" y="2422"/>
                </a:lnTo>
                <a:lnTo>
                  <a:pt x="6258" y="2422"/>
                </a:lnTo>
                <a:close/>
                <a:moveTo>
                  <a:pt x="6968" y="4762"/>
                </a:moveTo>
                <a:cubicBezTo>
                  <a:pt x="6968" y="4781"/>
                  <a:pt x="6954" y="4798"/>
                  <a:pt x="6935" y="4801"/>
                </a:cubicBezTo>
                <a:lnTo>
                  <a:pt x="6677" y="4851"/>
                </a:lnTo>
                <a:cubicBezTo>
                  <a:pt x="6674" y="4852"/>
                  <a:pt x="6672" y="4852"/>
                  <a:pt x="6669" y="4852"/>
                </a:cubicBezTo>
                <a:cubicBezTo>
                  <a:pt x="6660" y="4852"/>
                  <a:pt x="6651" y="4848"/>
                  <a:pt x="6644" y="4842"/>
                </a:cubicBezTo>
                <a:cubicBezTo>
                  <a:pt x="6635" y="4835"/>
                  <a:pt x="6629" y="4824"/>
                  <a:pt x="6629" y="4812"/>
                </a:cubicBezTo>
                <a:lnTo>
                  <a:pt x="6629" y="4249"/>
                </a:lnTo>
                <a:cubicBezTo>
                  <a:pt x="6629" y="4228"/>
                  <a:pt x="6646" y="4210"/>
                  <a:pt x="6667" y="4209"/>
                </a:cubicBezTo>
                <a:lnTo>
                  <a:pt x="6925" y="4191"/>
                </a:lnTo>
                <a:cubicBezTo>
                  <a:pt x="6936" y="4191"/>
                  <a:pt x="6947" y="4195"/>
                  <a:pt x="6955" y="4202"/>
                </a:cubicBezTo>
                <a:cubicBezTo>
                  <a:pt x="6963" y="4210"/>
                  <a:pt x="6968" y="4220"/>
                  <a:pt x="6968" y="4232"/>
                </a:cubicBezTo>
                <a:lnTo>
                  <a:pt x="6968" y="4762"/>
                </a:lnTo>
                <a:lnTo>
                  <a:pt x="6968" y="4762"/>
                </a:lnTo>
                <a:close/>
                <a:moveTo>
                  <a:pt x="6968" y="3701"/>
                </a:moveTo>
                <a:cubicBezTo>
                  <a:pt x="6968" y="3712"/>
                  <a:pt x="6963" y="3723"/>
                  <a:pt x="6955" y="3730"/>
                </a:cubicBezTo>
                <a:cubicBezTo>
                  <a:pt x="6947" y="3737"/>
                  <a:pt x="6938" y="3741"/>
                  <a:pt x="6927" y="3741"/>
                </a:cubicBezTo>
                <a:lnTo>
                  <a:pt x="6925" y="3741"/>
                </a:lnTo>
                <a:lnTo>
                  <a:pt x="6667" y="3726"/>
                </a:lnTo>
                <a:cubicBezTo>
                  <a:pt x="6646" y="3725"/>
                  <a:pt x="6629" y="3708"/>
                  <a:pt x="6629" y="3686"/>
                </a:cubicBezTo>
                <a:lnTo>
                  <a:pt x="6629" y="3124"/>
                </a:lnTo>
                <a:cubicBezTo>
                  <a:pt x="6629" y="3112"/>
                  <a:pt x="6634" y="3101"/>
                  <a:pt x="6644" y="3093"/>
                </a:cubicBezTo>
                <a:cubicBezTo>
                  <a:pt x="6653" y="3085"/>
                  <a:pt x="6665" y="3082"/>
                  <a:pt x="6677" y="3084"/>
                </a:cubicBezTo>
                <a:lnTo>
                  <a:pt x="6934" y="3131"/>
                </a:lnTo>
                <a:cubicBezTo>
                  <a:pt x="6953" y="3135"/>
                  <a:pt x="6967" y="3151"/>
                  <a:pt x="6967" y="3171"/>
                </a:cubicBezTo>
                <a:lnTo>
                  <a:pt x="6967" y="3701"/>
                </a:lnTo>
                <a:lnTo>
                  <a:pt x="6968" y="3701"/>
                </a:lnTo>
                <a:close/>
                <a:moveTo>
                  <a:pt x="7404" y="4678"/>
                </a:moveTo>
                <a:cubicBezTo>
                  <a:pt x="7404" y="4697"/>
                  <a:pt x="7390" y="4714"/>
                  <a:pt x="7371" y="4717"/>
                </a:cubicBezTo>
                <a:lnTo>
                  <a:pt x="7165" y="4757"/>
                </a:lnTo>
                <a:cubicBezTo>
                  <a:pt x="7162" y="4757"/>
                  <a:pt x="7160" y="4758"/>
                  <a:pt x="7157" y="4758"/>
                </a:cubicBezTo>
                <a:cubicBezTo>
                  <a:pt x="7148" y="4758"/>
                  <a:pt x="7139" y="4754"/>
                  <a:pt x="7132" y="4748"/>
                </a:cubicBezTo>
                <a:cubicBezTo>
                  <a:pt x="7122" y="4741"/>
                  <a:pt x="7117" y="4729"/>
                  <a:pt x="7117" y="4717"/>
                </a:cubicBezTo>
                <a:lnTo>
                  <a:pt x="7117" y="4216"/>
                </a:lnTo>
                <a:cubicBezTo>
                  <a:pt x="7117" y="4195"/>
                  <a:pt x="7134" y="4177"/>
                  <a:pt x="7155" y="4176"/>
                </a:cubicBezTo>
                <a:lnTo>
                  <a:pt x="7361" y="4162"/>
                </a:lnTo>
                <a:cubicBezTo>
                  <a:pt x="7372" y="4161"/>
                  <a:pt x="7383" y="4165"/>
                  <a:pt x="7391" y="4172"/>
                </a:cubicBezTo>
                <a:cubicBezTo>
                  <a:pt x="7399" y="4180"/>
                  <a:pt x="7404" y="4191"/>
                  <a:pt x="7404" y="4202"/>
                </a:cubicBezTo>
                <a:lnTo>
                  <a:pt x="7404" y="4678"/>
                </a:lnTo>
                <a:lnTo>
                  <a:pt x="7404" y="4678"/>
                </a:lnTo>
                <a:close/>
                <a:moveTo>
                  <a:pt x="7404" y="3726"/>
                </a:moveTo>
                <a:cubicBezTo>
                  <a:pt x="7404" y="3737"/>
                  <a:pt x="7399" y="3748"/>
                  <a:pt x="7391" y="3755"/>
                </a:cubicBezTo>
                <a:cubicBezTo>
                  <a:pt x="7384" y="3762"/>
                  <a:pt x="7374" y="3766"/>
                  <a:pt x="7364" y="3766"/>
                </a:cubicBezTo>
                <a:cubicBezTo>
                  <a:pt x="7363" y="3766"/>
                  <a:pt x="7362" y="3766"/>
                  <a:pt x="7361" y="3766"/>
                </a:cubicBezTo>
                <a:lnTo>
                  <a:pt x="7155" y="3754"/>
                </a:lnTo>
                <a:cubicBezTo>
                  <a:pt x="7134" y="3753"/>
                  <a:pt x="7117" y="3736"/>
                  <a:pt x="7117" y="3714"/>
                </a:cubicBezTo>
                <a:lnTo>
                  <a:pt x="7117" y="3219"/>
                </a:lnTo>
                <a:cubicBezTo>
                  <a:pt x="7117" y="3207"/>
                  <a:pt x="7122" y="3196"/>
                  <a:pt x="7131" y="3188"/>
                </a:cubicBezTo>
                <a:cubicBezTo>
                  <a:pt x="7140" y="3181"/>
                  <a:pt x="7152" y="3177"/>
                  <a:pt x="7164" y="3179"/>
                </a:cubicBezTo>
                <a:lnTo>
                  <a:pt x="7370" y="3210"/>
                </a:lnTo>
                <a:cubicBezTo>
                  <a:pt x="7390" y="3213"/>
                  <a:pt x="7404" y="3230"/>
                  <a:pt x="7404" y="3250"/>
                </a:cubicBezTo>
                <a:lnTo>
                  <a:pt x="7404" y="3726"/>
                </a:lnTo>
                <a:lnTo>
                  <a:pt x="7404" y="3726"/>
                </a:lnTo>
                <a:close/>
              </a:path>
            </a:pathLst>
          </a:custGeom>
          <a:solidFill>
            <a:srgbClr val="FFFFFF"/>
          </a:solidFill>
        </p:spPr>
        <p:txBody>
          <a:bodyPr vert="horz" wrap="square" lIns="91440" tIns="45720" rIns="91440" bIns="45720" anchor="t">
            <a:normAutofit/>
          </a:bodyPr>
          <a:lstStyle/>
          <a:p>
            <a:pPr marL="0" algn="l"/>
            <a:endParaRPr/>
          </a:p>
        </p:txBody>
      </p:sp>
      <p:sp>
        <p:nvSpPr>
          <p:cNvPr id="49" name="TextBox 49"/>
          <p:cNvSpPr txBox="1"/>
          <p:nvPr/>
        </p:nvSpPr>
        <p:spPr>
          <a:xfrm>
            <a:off x="8066197" y="2155404"/>
            <a:ext cx="3493961" cy="1346522"/>
          </a:xfrm>
          <a:prstGeom prst="rect">
            <a:avLst/>
          </a:prstGeom>
          <a:noFill/>
        </p:spPr>
        <p:txBody>
          <a:bodyPr vert="horz" wrap="square" lIns="91440" tIns="45720" rIns="91440" bIns="45720" rtlCol="0" anchor="t">
            <a:spAutoFit/>
          </a:bodyPr>
          <a:lstStyle/>
          <a:p>
            <a:pPr marL="0" algn="l">
              <a:lnSpc>
                <a:spcPct val="150000"/>
              </a:lnSpc>
              <a:defRPr/>
            </a:pPr>
            <a:r>
              <a:rPr lang="zh-CN" altLang="en-US" sz="1400" b="0" i="0" u="none" baseline="0">
                <a:solidFill>
                  <a:srgbClr val="000000"/>
                </a:solidFill>
                <a:latin typeface="微软雅黑"/>
                <a:ea typeface="微软雅黑"/>
              </a:rPr>
              <a:t>Memantau performa aplikasi secara teratur membantu dalam identifikasi masalah dan pengoptimalan. Alat analitik dapat digunakan untuk menganalisis lalu lintas pengguna dan kinerja sistem secara keseluruhan.</a:t>
            </a:r>
            <a:endParaRPr lang="en-US" sz="1100"/>
          </a:p>
        </p:txBody>
      </p:sp>
      <p:sp>
        <p:nvSpPr>
          <p:cNvPr id="50" name="AutoShape 50"/>
          <p:cNvSpPr/>
          <p:nvPr/>
        </p:nvSpPr>
        <p:spPr>
          <a:xfrm>
            <a:off x="8066197" y="1375554"/>
            <a:ext cx="3493961" cy="576941"/>
          </a:xfrm>
          <a:prstGeom prst="rect">
            <a:avLst/>
          </a:prstGeom>
          <a:solidFill>
            <a:schemeClr val="accent1"/>
          </a:solidFill>
        </p:spPr>
        <p:txBody>
          <a:bodyPr vert="horz" wrap="square" lIns="91440" tIns="45720" rIns="91440" bIns="45720" anchor="ctr">
            <a:noAutofit/>
          </a:bodyPr>
          <a:lstStyle/>
          <a:p>
            <a:pPr marL="0" algn="l">
              <a:spcBef>
                <a:spcPct val="0"/>
              </a:spcBef>
            </a:pPr>
            <a:r>
              <a:rPr lang="zh-CN" altLang="en-US" sz="1600" b="1" i="0" u="none" baseline="0">
                <a:solidFill>
                  <a:srgbClr val="000000"/>
                </a:solidFill>
                <a:latin typeface="微软雅黑"/>
                <a:ea typeface="微软雅黑"/>
              </a:rPr>
              <a:t>Performance Monitoring</a:t>
            </a:r>
          </a:p>
        </p:txBody>
      </p:sp>
      <p:sp>
        <p:nvSpPr>
          <p:cNvPr id="51" name="Freeform 51"/>
          <p:cNvSpPr/>
          <p:nvPr/>
        </p:nvSpPr>
        <p:spPr>
          <a:xfrm>
            <a:off x="11170031" y="1557372"/>
            <a:ext cx="280735" cy="255914"/>
          </a:xfrm>
          <a:custGeom>
            <a:avLst/>
            <a:gdLst/>
            <a:ahLst/>
            <a:cxnLst/>
            <a:rect l="l" t="t" r="r" b="b"/>
            <a:pathLst>
              <a:path w="7671" h="7004">
                <a:moveTo>
                  <a:pt x="7585" y="2716"/>
                </a:moveTo>
                <a:lnTo>
                  <a:pt x="6499" y="2383"/>
                </a:lnTo>
                <a:lnTo>
                  <a:pt x="6499" y="1573"/>
                </a:lnTo>
                <a:cubicBezTo>
                  <a:pt x="6499" y="1527"/>
                  <a:pt x="6473" y="1485"/>
                  <a:pt x="6432" y="1465"/>
                </a:cubicBezTo>
                <a:lnTo>
                  <a:pt x="3498" y="13"/>
                </a:lnTo>
                <a:cubicBezTo>
                  <a:pt x="3497" y="13"/>
                  <a:pt x="3497" y="13"/>
                  <a:pt x="3495" y="13"/>
                </a:cubicBezTo>
                <a:cubicBezTo>
                  <a:pt x="3490" y="10"/>
                  <a:pt x="3468" y="0"/>
                  <a:pt x="3436" y="2"/>
                </a:cubicBezTo>
                <a:cubicBezTo>
                  <a:pt x="3403" y="4"/>
                  <a:pt x="3379" y="20"/>
                  <a:pt x="3374" y="23"/>
                </a:cubicBezTo>
                <a:lnTo>
                  <a:pt x="3374" y="23"/>
                </a:lnTo>
                <a:lnTo>
                  <a:pt x="1282" y="1515"/>
                </a:lnTo>
                <a:cubicBezTo>
                  <a:pt x="1250" y="1538"/>
                  <a:pt x="1231" y="1574"/>
                  <a:pt x="1231" y="1613"/>
                </a:cubicBezTo>
                <a:lnTo>
                  <a:pt x="1231" y="2655"/>
                </a:lnTo>
                <a:lnTo>
                  <a:pt x="842" y="2609"/>
                </a:lnTo>
                <a:cubicBezTo>
                  <a:pt x="842" y="2609"/>
                  <a:pt x="841" y="2609"/>
                  <a:pt x="839" y="2609"/>
                </a:cubicBezTo>
                <a:cubicBezTo>
                  <a:pt x="834" y="2609"/>
                  <a:pt x="822" y="2608"/>
                  <a:pt x="811" y="2610"/>
                </a:cubicBezTo>
                <a:cubicBezTo>
                  <a:pt x="797" y="2612"/>
                  <a:pt x="785" y="2616"/>
                  <a:pt x="780" y="2618"/>
                </a:cubicBezTo>
                <a:cubicBezTo>
                  <a:pt x="780" y="2618"/>
                  <a:pt x="779" y="2618"/>
                  <a:pt x="779" y="2618"/>
                </a:cubicBezTo>
                <a:lnTo>
                  <a:pt x="72" y="2932"/>
                </a:lnTo>
                <a:cubicBezTo>
                  <a:pt x="28" y="2951"/>
                  <a:pt x="0" y="2994"/>
                  <a:pt x="0" y="3042"/>
                </a:cubicBezTo>
                <a:lnTo>
                  <a:pt x="0" y="5060"/>
                </a:lnTo>
                <a:cubicBezTo>
                  <a:pt x="0" y="5105"/>
                  <a:pt x="24" y="5145"/>
                  <a:pt x="63" y="5166"/>
                </a:cubicBezTo>
                <a:lnTo>
                  <a:pt x="772" y="5555"/>
                </a:lnTo>
                <a:cubicBezTo>
                  <a:pt x="772" y="5555"/>
                  <a:pt x="790" y="5566"/>
                  <a:pt x="813" y="5568"/>
                </a:cubicBezTo>
                <a:cubicBezTo>
                  <a:pt x="833" y="5571"/>
                  <a:pt x="847" y="5568"/>
                  <a:pt x="847" y="5568"/>
                </a:cubicBezTo>
                <a:lnTo>
                  <a:pt x="1231" y="5513"/>
                </a:lnTo>
                <a:lnTo>
                  <a:pt x="1231" y="5735"/>
                </a:lnTo>
                <a:cubicBezTo>
                  <a:pt x="1231" y="5779"/>
                  <a:pt x="1255" y="5820"/>
                  <a:pt x="1294" y="5841"/>
                </a:cubicBezTo>
                <a:lnTo>
                  <a:pt x="3386" y="6987"/>
                </a:lnTo>
                <a:cubicBezTo>
                  <a:pt x="3386" y="6987"/>
                  <a:pt x="3409" y="7001"/>
                  <a:pt x="3440" y="7002"/>
                </a:cubicBezTo>
                <a:cubicBezTo>
                  <a:pt x="3463" y="7004"/>
                  <a:pt x="3486" y="6995"/>
                  <a:pt x="3486" y="6995"/>
                </a:cubicBezTo>
                <a:lnTo>
                  <a:pt x="3486" y="6994"/>
                </a:lnTo>
                <a:lnTo>
                  <a:pt x="3486" y="6994"/>
                </a:lnTo>
                <a:lnTo>
                  <a:pt x="6420" y="5879"/>
                </a:lnTo>
                <a:lnTo>
                  <a:pt x="7592" y="5433"/>
                </a:lnTo>
                <a:cubicBezTo>
                  <a:pt x="7639" y="5416"/>
                  <a:pt x="7670" y="5371"/>
                  <a:pt x="7670" y="5321"/>
                </a:cubicBezTo>
                <a:lnTo>
                  <a:pt x="7670" y="2832"/>
                </a:lnTo>
                <a:cubicBezTo>
                  <a:pt x="7671" y="2779"/>
                  <a:pt x="7636" y="2732"/>
                  <a:pt x="7585" y="2716"/>
                </a:cubicBezTo>
                <a:close/>
                <a:moveTo>
                  <a:pt x="337" y="4559"/>
                </a:moveTo>
                <a:cubicBezTo>
                  <a:pt x="337" y="4571"/>
                  <a:pt x="331" y="4583"/>
                  <a:pt x="321" y="4591"/>
                </a:cubicBezTo>
                <a:cubicBezTo>
                  <a:pt x="313" y="4596"/>
                  <a:pt x="305" y="4599"/>
                  <a:pt x="296" y="4599"/>
                </a:cubicBezTo>
                <a:cubicBezTo>
                  <a:pt x="293" y="4599"/>
                  <a:pt x="289" y="4598"/>
                  <a:pt x="286" y="4597"/>
                </a:cubicBezTo>
                <a:lnTo>
                  <a:pt x="151" y="4560"/>
                </a:lnTo>
                <a:cubicBezTo>
                  <a:pt x="134" y="4555"/>
                  <a:pt x="122" y="4539"/>
                  <a:pt x="122" y="4521"/>
                </a:cubicBezTo>
                <a:lnTo>
                  <a:pt x="122" y="4147"/>
                </a:lnTo>
                <a:cubicBezTo>
                  <a:pt x="122" y="4136"/>
                  <a:pt x="126" y="4125"/>
                  <a:pt x="135" y="4117"/>
                </a:cubicBezTo>
                <a:cubicBezTo>
                  <a:pt x="143" y="4109"/>
                  <a:pt x="155" y="4106"/>
                  <a:pt x="166" y="4107"/>
                </a:cubicBezTo>
                <a:lnTo>
                  <a:pt x="300" y="4120"/>
                </a:lnTo>
                <a:cubicBezTo>
                  <a:pt x="321" y="4122"/>
                  <a:pt x="336" y="4139"/>
                  <a:pt x="336" y="4160"/>
                </a:cubicBezTo>
                <a:lnTo>
                  <a:pt x="336" y="4559"/>
                </a:lnTo>
                <a:lnTo>
                  <a:pt x="337" y="4559"/>
                </a:lnTo>
                <a:close/>
                <a:moveTo>
                  <a:pt x="337" y="3761"/>
                </a:moveTo>
                <a:cubicBezTo>
                  <a:pt x="337" y="3782"/>
                  <a:pt x="321" y="3800"/>
                  <a:pt x="300" y="3802"/>
                </a:cubicBezTo>
                <a:lnTo>
                  <a:pt x="165" y="3813"/>
                </a:lnTo>
                <a:lnTo>
                  <a:pt x="162" y="3813"/>
                </a:lnTo>
                <a:cubicBezTo>
                  <a:pt x="152" y="3813"/>
                  <a:pt x="142" y="3809"/>
                  <a:pt x="135" y="3802"/>
                </a:cubicBezTo>
                <a:cubicBezTo>
                  <a:pt x="126" y="3795"/>
                  <a:pt x="122" y="3784"/>
                  <a:pt x="122" y="3773"/>
                </a:cubicBezTo>
                <a:lnTo>
                  <a:pt x="122" y="3398"/>
                </a:lnTo>
                <a:cubicBezTo>
                  <a:pt x="122" y="3380"/>
                  <a:pt x="134" y="3364"/>
                  <a:pt x="152" y="3359"/>
                </a:cubicBezTo>
                <a:lnTo>
                  <a:pt x="286" y="3324"/>
                </a:lnTo>
                <a:cubicBezTo>
                  <a:pt x="298" y="3321"/>
                  <a:pt x="311" y="3323"/>
                  <a:pt x="321" y="3331"/>
                </a:cubicBezTo>
                <a:cubicBezTo>
                  <a:pt x="331" y="3339"/>
                  <a:pt x="337" y="3350"/>
                  <a:pt x="337" y="3363"/>
                </a:cubicBezTo>
                <a:lnTo>
                  <a:pt x="337" y="3761"/>
                </a:lnTo>
                <a:lnTo>
                  <a:pt x="337" y="3761"/>
                </a:lnTo>
                <a:close/>
                <a:moveTo>
                  <a:pt x="729" y="4668"/>
                </a:moveTo>
                <a:cubicBezTo>
                  <a:pt x="729" y="4680"/>
                  <a:pt x="723" y="4692"/>
                  <a:pt x="714" y="4700"/>
                </a:cubicBezTo>
                <a:cubicBezTo>
                  <a:pt x="706" y="4705"/>
                  <a:pt x="698" y="4708"/>
                  <a:pt x="689" y="4708"/>
                </a:cubicBezTo>
                <a:cubicBezTo>
                  <a:pt x="686" y="4708"/>
                  <a:pt x="682" y="4707"/>
                  <a:pt x="678" y="4706"/>
                </a:cubicBezTo>
                <a:lnTo>
                  <a:pt x="494" y="4655"/>
                </a:lnTo>
                <a:cubicBezTo>
                  <a:pt x="477" y="4651"/>
                  <a:pt x="465" y="4635"/>
                  <a:pt x="465" y="4617"/>
                </a:cubicBezTo>
                <a:lnTo>
                  <a:pt x="465" y="4180"/>
                </a:lnTo>
                <a:cubicBezTo>
                  <a:pt x="465" y="4169"/>
                  <a:pt x="470" y="4158"/>
                  <a:pt x="478" y="4150"/>
                </a:cubicBezTo>
                <a:cubicBezTo>
                  <a:pt x="486" y="4143"/>
                  <a:pt x="498" y="4139"/>
                  <a:pt x="509" y="4140"/>
                </a:cubicBezTo>
                <a:lnTo>
                  <a:pt x="693" y="4158"/>
                </a:lnTo>
                <a:cubicBezTo>
                  <a:pt x="714" y="4160"/>
                  <a:pt x="729" y="4178"/>
                  <a:pt x="729" y="4198"/>
                </a:cubicBezTo>
                <a:lnTo>
                  <a:pt x="729" y="4668"/>
                </a:lnTo>
                <a:lnTo>
                  <a:pt x="729" y="4668"/>
                </a:lnTo>
                <a:close/>
                <a:moveTo>
                  <a:pt x="729" y="3729"/>
                </a:moveTo>
                <a:cubicBezTo>
                  <a:pt x="729" y="3750"/>
                  <a:pt x="713" y="3767"/>
                  <a:pt x="692" y="3769"/>
                </a:cubicBezTo>
                <a:lnTo>
                  <a:pt x="508" y="3784"/>
                </a:lnTo>
                <a:lnTo>
                  <a:pt x="505" y="3784"/>
                </a:lnTo>
                <a:cubicBezTo>
                  <a:pt x="495" y="3784"/>
                  <a:pt x="485" y="3781"/>
                  <a:pt x="478" y="3774"/>
                </a:cubicBezTo>
                <a:cubicBezTo>
                  <a:pt x="469" y="3766"/>
                  <a:pt x="465" y="3756"/>
                  <a:pt x="465" y="3744"/>
                </a:cubicBezTo>
                <a:lnTo>
                  <a:pt x="465" y="3308"/>
                </a:lnTo>
                <a:cubicBezTo>
                  <a:pt x="465" y="3290"/>
                  <a:pt x="477" y="3274"/>
                  <a:pt x="495" y="3269"/>
                </a:cubicBezTo>
                <a:lnTo>
                  <a:pt x="679" y="3221"/>
                </a:lnTo>
                <a:cubicBezTo>
                  <a:pt x="691" y="3217"/>
                  <a:pt x="704" y="3220"/>
                  <a:pt x="714" y="3228"/>
                </a:cubicBezTo>
                <a:cubicBezTo>
                  <a:pt x="723" y="3235"/>
                  <a:pt x="729" y="3247"/>
                  <a:pt x="729" y="3260"/>
                </a:cubicBezTo>
                <a:lnTo>
                  <a:pt x="729" y="3729"/>
                </a:lnTo>
                <a:close/>
                <a:moveTo>
                  <a:pt x="1737" y="4948"/>
                </a:moveTo>
                <a:cubicBezTo>
                  <a:pt x="1737" y="4960"/>
                  <a:pt x="1731" y="4972"/>
                  <a:pt x="1721" y="4980"/>
                </a:cubicBezTo>
                <a:cubicBezTo>
                  <a:pt x="1714" y="4985"/>
                  <a:pt x="1706" y="4988"/>
                  <a:pt x="1697" y="4988"/>
                </a:cubicBezTo>
                <a:cubicBezTo>
                  <a:pt x="1693" y="4988"/>
                  <a:pt x="1690" y="4987"/>
                  <a:pt x="1686" y="4986"/>
                </a:cubicBezTo>
                <a:lnTo>
                  <a:pt x="1449" y="4920"/>
                </a:lnTo>
                <a:cubicBezTo>
                  <a:pt x="1431" y="4916"/>
                  <a:pt x="1419" y="4900"/>
                  <a:pt x="1419" y="4882"/>
                </a:cubicBezTo>
                <a:lnTo>
                  <a:pt x="1419" y="4274"/>
                </a:lnTo>
                <a:cubicBezTo>
                  <a:pt x="1419" y="4262"/>
                  <a:pt x="1424" y="4251"/>
                  <a:pt x="1432" y="4244"/>
                </a:cubicBezTo>
                <a:cubicBezTo>
                  <a:pt x="1441" y="4236"/>
                  <a:pt x="1452" y="4232"/>
                  <a:pt x="1463" y="4233"/>
                </a:cubicBezTo>
                <a:lnTo>
                  <a:pt x="1701" y="4257"/>
                </a:lnTo>
                <a:cubicBezTo>
                  <a:pt x="1721" y="4259"/>
                  <a:pt x="1737" y="4276"/>
                  <a:pt x="1737" y="4297"/>
                </a:cubicBezTo>
                <a:lnTo>
                  <a:pt x="1737" y="4948"/>
                </a:lnTo>
                <a:close/>
                <a:moveTo>
                  <a:pt x="1737" y="3646"/>
                </a:moveTo>
                <a:cubicBezTo>
                  <a:pt x="1737" y="3667"/>
                  <a:pt x="1721" y="3684"/>
                  <a:pt x="1700" y="3686"/>
                </a:cubicBezTo>
                <a:lnTo>
                  <a:pt x="1463" y="3705"/>
                </a:lnTo>
                <a:cubicBezTo>
                  <a:pt x="1462" y="3706"/>
                  <a:pt x="1461" y="3706"/>
                  <a:pt x="1459" y="3706"/>
                </a:cubicBezTo>
                <a:cubicBezTo>
                  <a:pt x="1449" y="3706"/>
                  <a:pt x="1440" y="3702"/>
                  <a:pt x="1432" y="3695"/>
                </a:cubicBezTo>
                <a:cubicBezTo>
                  <a:pt x="1424" y="3687"/>
                  <a:pt x="1419" y="3677"/>
                  <a:pt x="1419" y="3665"/>
                </a:cubicBezTo>
                <a:lnTo>
                  <a:pt x="1419" y="3057"/>
                </a:lnTo>
                <a:cubicBezTo>
                  <a:pt x="1419" y="3039"/>
                  <a:pt x="1432" y="3023"/>
                  <a:pt x="1449" y="3018"/>
                </a:cubicBezTo>
                <a:lnTo>
                  <a:pt x="1687" y="2956"/>
                </a:lnTo>
                <a:cubicBezTo>
                  <a:pt x="1699" y="2953"/>
                  <a:pt x="1712" y="2955"/>
                  <a:pt x="1721" y="2963"/>
                </a:cubicBezTo>
                <a:cubicBezTo>
                  <a:pt x="1731" y="2970"/>
                  <a:pt x="1737" y="2982"/>
                  <a:pt x="1737" y="2995"/>
                </a:cubicBezTo>
                <a:lnTo>
                  <a:pt x="1737" y="3646"/>
                </a:lnTo>
                <a:close/>
                <a:moveTo>
                  <a:pt x="1737" y="2344"/>
                </a:moveTo>
                <a:cubicBezTo>
                  <a:pt x="1737" y="2360"/>
                  <a:pt x="1728" y="2374"/>
                  <a:pt x="1713" y="2381"/>
                </a:cubicBezTo>
                <a:lnTo>
                  <a:pt x="1476" y="2486"/>
                </a:lnTo>
                <a:cubicBezTo>
                  <a:pt x="1471" y="2488"/>
                  <a:pt x="1465" y="2489"/>
                  <a:pt x="1460" y="2489"/>
                </a:cubicBezTo>
                <a:cubicBezTo>
                  <a:pt x="1452" y="2489"/>
                  <a:pt x="1444" y="2487"/>
                  <a:pt x="1437" y="2483"/>
                </a:cubicBezTo>
                <a:cubicBezTo>
                  <a:pt x="1426" y="2475"/>
                  <a:pt x="1419" y="2463"/>
                  <a:pt x="1419" y="2449"/>
                </a:cubicBezTo>
                <a:lnTo>
                  <a:pt x="1419" y="1841"/>
                </a:lnTo>
                <a:cubicBezTo>
                  <a:pt x="1419" y="1827"/>
                  <a:pt x="1426" y="1814"/>
                  <a:pt x="1438" y="1807"/>
                </a:cubicBezTo>
                <a:lnTo>
                  <a:pt x="1676" y="1659"/>
                </a:lnTo>
                <a:cubicBezTo>
                  <a:pt x="1688" y="1651"/>
                  <a:pt x="1704" y="1651"/>
                  <a:pt x="1716" y="1658"/>
                </a:cubicBezTo>
                <a:cubicBezTo>
                  <a:pt x="1729" y="1665"/>
                  <a:pt x="1737" y="1678"/>
                  <a:pt x="1737" y="1693"/>
                </a:cubicBezTo>
                <a:lnTo>
                  <a:pt x="1737" y="2344"/>
                </a:lnTo>
                <a:lnTo>
                  <a:pt x="1737" y="2344"/>
                </a:lnTo>
                <a:close/>
                <a:moveTo>
                  <a:pt x="2329" y="5112"/>
                </a:moveTo>
                <a:cubicBezTo>
                  <a:pt x="2329" y="5124"/>
                  <a:pt x="2323" y="5136"/>
                  <a:pt x="2313" y="5144"/>
                </a:cubicBezTo>
                <a:cubicBezTo>
                  <a:pt x="2306" y="5149"/>
                  <a:pt x="2297" y="5152"/>
                  <a:pt x="2289" y="5152"/>
                </a:cubicBezTo>
                <a:cubicBezTo>
                  <a:pt x="2285" y="5152"/>
                  <a:pt x="2281" y="5152"/>
                  <a:pt x="2278" y="5151"/>
                </a:cubicBezTo>
                <a:lnTo>
                  <a:pt x="1960" y="5062"/>
                </a:lnTo>
                <a:cubicBezTo>
                  <a:pt x="1942" y="5058"/>
                  <a:pt x="1930" y="5042"/>
                  <a:pt x="1930" y="5024"/>
                </a:cubicBezTo>
                <a:lnTo>
                  <a:pt x="1930" y="4323"/>
                </a:lnTo>
                <a:cubicBezTo>
                  <a:pt x="1930" y="4312"/>
                  <a:pt x="1935" y="4301"/>
                  <a:pt x="1943" y="4293"/>
                </a:cubicBezTo>
                <a:cubicBezTo>
                  <a:pt x="1952" y="4286"/>
                  <a:pt x="1963" y="4282"/>
                  <a:pt x="1974" y="4283"/>
                </a:cubicBezTo>
                <a:lnTo>
                  <a:pt x="2292" y="4314"/>
                </a:lnTo>
                <a:cubicBezTo>
                  <a:pt x="2313" y="4316"/>
                  <a:pt x="2329" y="4334"/>
                  <a:pt x="2329" y="4354"/>
                </a:cubicBezTo>
                <a:lnTo>
                  <a:pt x="2329" y="5112"/>
                </a:lnTo>
                <a:close/>
                <a:moveTo>
                  <a:pt x="2329" y="3597"/>
                </a:moveTo>
                <a:cubicBezTo>
                  <a:pt x="2329" y="3618"/>
                  <a:pt x="2313" y="3635"/>
                  <a:pt x="2292" y="3637"/>
                </a:cubicBezTo>
                <a:lnTo>
                  <a:pt x="1974" y="3663"/>
                </a:lnTo>
                <a:cubicBezTo>
                  <a:pt x="1973" y="3663"/>
                  <a:pt x="1971" y="3664"/>
                  <a:pt x="1970" y="3664"/>
                </a:cubicBezTo>
                <a:cubicBezTo>
                  <a:pt x="1960" y="3664"/>
                  <a:pt x="1951" y="3660"/>
                  <a:pt x="1943" y="3653"/>
                </a:cubicBezTo>
                <a:cubicBezTo>
                  <a:pt x="1935" y="3645"/>
                  <a:pt x="1930" y="3634"/>
                  <a:pt x="1930" y="3623"/>
                </a:cubicBezTo>
                <a:lnTo>
                  <a:pt x="1930" y="2923"/>
                </a:lnTo>
                <a:cubicBezTo>
                  <a:pt x="1930" y="2905"/>
                  <a:pt x="1942" y="2889"/>
                  <a:pt x="1960" y="2884"/>
                </a:cubicBezTo>
                <a:lnTo>
                  <a:pt x="2278" y="2800"/>
                </a:lnTo>
                <a:cubicBezTo>
                  <a:pt x="2290" y="2797"/>
                  <a:pt x="2303" y="2800"/>
                  <a:pt x="2313" y="2807"/>
                </a:cubicBezTo>
                <a:cubicBezTo>
                  <a:pt x="2323" y="2815"/>
                  <a:pt x="2329" y="2827"/>
                  <a:pt x="2329" y="2839"/>
                </a:cubicBezTo>
                <a:lnTo>
                  <a:pt x="2329" y="3597"/>
                </a:lnTo>
                <a:lnTo>
                  <a:pt x="2329" y="3597"/>
                </a:lnTo>
                <a:close/>
                <a:moveTo>
                  <a:pt x="2329" y="2082"/>
                </a:moveTo>
                <a:cubicBezTo>
                  <a:pt x="2329" y="2098"/>
                  <a:pt x="2319" y="2112"/>
                  <a:pt x="2305" y="2119"/>
                </a:cubicBezTo>
                <a:lnTo>
                  <a:pt x="1987" y="2260"/>
                </a:lnTo>
                <a:cubicBezTo>
                  <a:pt x="1982" y="2262"/>
                  <a:pt x="1976" y="2263"/>
                  <a:pt x="1970" y="2263"/>
                </a:cubicBezTo>
                <a:cubicBezTo>
                  <a:pt x="1963" y="2263"/>
                  <a:pt x="1955" y="2261"/>
                  <a:pt x="1949" y="2257"/>
                </a:cubicBezTo>
                <a:cubicBezTo>
                  <a:pt x="1937" y="2249"/>
                  <a:pt x="1930" y="2236"/>
                  <a:pt x="1930" y="2223"/>
                </a:cubicBezTo>
                <a:lnTo>
                  <a:pt x="1930" y="1523"/>
                </a:lnTo>
                <a:cubicBezTo>
                  <a:pt x="1930" y="1509"/>
                  <a:pt x="1938" y="1496"/>
                  <a:pt x="1949" y="1489"/>
                </a:cubicBezTo>
                <a:lnTo>
                  <a:pt x="2267" y="1290"/>
                </a:lnTo>
                <a:cubicBezTo>
                  <a:pt x="2280" y="1282"/>
                  <a:pt x="2295" y="1282"/>
                  <a:pt x="2308" y="1289"/>
                </a:cubicBezTo>
                <a:cubicBezTo>
                  <a:pt x="2321" y="1296"/>
                  <a:pt x="2329" y="1310"/>
                  <a:pt x="2329" y="1324"/>
                </a:cubicBezTo>
                <a:lnTo>
                  <a:pt x="2329" y="2082"/>
                </a:lnTo>
                <a:lnTo>
                  <a:pt x="2329" y="2082"/>
                </a:lnTo>
                <a:close/>
                <a:moveTo>
                  <a:pt x="3152" y="5341"/>
                </a:moveTo>
                <a:cubicBezTo>
                  <a:pt x="3152" y="5352"/>
                  <a:pt x="3147" y="5364"/>
                  <a:pt x="3139" y="5372"/>
                </a:cubicBezTo>
                <a:cubicBezTo>
                  <a:pt x="3124" y="5387"/>
                  <a:pt x="3104" y="5387"/>
                  <a:pt x="3098" y="5387"/>
                </a:cubicBezTo>
                <a:lnTo>
                  <a:pt x="3097" y="5387"/>
                </a:lnTo>
                <a:cubicBezTo>
                  <a:pt x="3018" y="5387"/>
                  <a:pt x="2710" y="5276"/>
                  <a:pt x="2650" y="5254"/>
                </a:cubicBezTo>
                <a:cubicBezTo>
                  <a:pt x="2634" y="5248"/>
                  <a:pt x="2623" y="5233"/>
                  <a:pt x="2623" y="5216"/>
                </a:cubicBezTo>
                <a:lnTo>
                  <a:pt x="2623" y="4391"/>
                </a:lnTo>
                <a:cubicBezTo>
                  <a:pt x="2623" y="4380"/>
                  <a:pt x="2628" y="4369"/>
                  <a:pt x="2636" y="4361"/>
                </a:cubicBezTo>
                <a:cubicBezTo>
                  <a:pt x="2645" y="4354"/>
                  <a:pt x="2656" y="4350"/>
                  <a:pt x="2667" y="4351"/>
                </a:cubicBezTo>
                <a:lnTo>
                  <a:pt x="3115" y="4395"/>
                </a:lnTo>
                <a:cubicBezTo>
                  <a:pt x="3136" y="4397"/>
                  <a:pt x="3152" y="4414"/>
                  <a:pt x="3152" y="4435"/>
                </a:cubicBezTo>
                <a:cubicBezTo>
                  <a:pt x="3152" y="4444"/>
                  <a:pt x="3152" y="5302"/>
                  <a:pt x="3152" y="5341"/>
                </a:cubicBezTo>
                <a:close/>
                <a:moveTo>
                  <a:pt x="3152" y="3529"/>
                </a:moveTo>
                <a:cubicBezTo>
                  <a:pt x="3152" y="3550"/>
                  <a:pt x="3136" y="3567"/>
                  <a:pt x="3115" y="3569"/>
                </a:cubicBezTo>
                <a:lnTo>
                  <a:pt x="2667" y="3606"/>
                </a:lnTo>
                <a:cubicBezTo>
                  <a:pt x="2665" y="3606"/>
                  <a:pt x="2664" y="3606"/>
                  <a:pt x="2663" y="3606"/>
                </a:cubicBezTo>
                <a:cubicBezTo>
                  <a:pt x="2653" y="3606"/>
                  <a:pt x="2643" y="3602"/>
                  <a:pt x="2636" y="3595"/>
                </a:cubicBezTo>
                <a:cubicBezTo>
                  <a:pt x="2628" y="3588"/>
                  <a:pt x="2623" y="3577"/>
                  <a:pt x="2623" y="3566"/>
                </a:cubicBezTo>
                <a:lnTo>
                  <a:pt x="2623" y="2741"/>
                </a:lnTo>
                <a:cubicBezTo>
                  <a:pt x="2623" y="2722"/>
                  <a:pt x="2635" y="2706"/>
                  <a:pt x="2653" y="2702"/>
                </a:cubicBezTo>
                <a:lnTo>
                  <a:pt x="3101" y="2584"/>
                </a:lnTo>
                <a:cubicBezTo>
                  <a:pt x="3113" y="2581"/>
                  <a:pt x="3126" y="2583"/>
                  <a:pt x="3136" y="2591"/>
                </a:cubicBezTo>
                <a:cubicBezTo>
                  <a:pt x="3146" y="2599"/>
                  <a:pt x="3152" y="2610"/>
                  <a:pt x="3152" y="2623"/>
                </a:cubicBezTo>
                <a:lnTo>
                  <a:pt x="3152" y="3529"/>
                </a:lnTo>
                <a:lnTo>
                  <a:pt x="3152" y="3529"/>
                </a:lnTo>
                <a:close/>
                <a:moveTo>
                  <a:pt x="3152" y="1717"/>
                </a:moveTo>
                <a:cubicBezTo>
                  <a:pt x="3152" y="1733"/>
                  <a:pt x="3142" y="1748"/>
                  <a:pt x="3128" y="1754"/>
                </a:cubicBezTo>
                <a:lnTo>
                  <a:pt x="2680" y="1953"/>
                </a:lnTo>
                <a:cubicBezTo>
                  <a:pt x="2674" y="1955"/>
                  <a:pt x="2669" y="1956"/>
                  <a:pt x="2663" y="1956"/>
                </a:cubicBezTo>
                <a:cubicBezTo>
                  <a:pt x="2656" y="1956"/>
                  <a:pt x="2648" y="1954"/>
                  <a:pt x="2641" y="1950"/>
                </a:cubicBezTo>
                <a:cubicBezTo>
                  <a:pt x="2630" y="1942"/>
                  <a:pt x="2623" y="1930"/>
                  <a:pt x="2623" y="1916"/>
                </a:cubicBezTo>
                <a:lnTo>
                  <a:pt x="2623" y="1091"/>
                </a:lnTo>
                <a:cubicBezTo>
                  <a:pt x="2623" y="1077"/>
                  <a:pt x="2630" y="1064"/>
                  <a:pt x="2642" y="1057"/>
                </a:cubicBezTo>
                <a:lnTo>
                  <a:pt x="3090" y="777"/>
                </a:lnTo>
                <a:cubicBezTo>
                  <a:pt x="3103" y="769"/>
                  <a:pt x="3118" y="769"/>
                  <a:pt x="3131" y="776"/>
                </a:cubicBezTo>
                <a:cubicBezTo>
                  <a:pt x="3144" y="783"/>
                  <a:pt x="3152" y="797"/>
                  <a:pt x="3152" y="811"/>
                </a:cubicBezTo>
                <a:lnTo>
                  <a:pt x="3152" y="1717"/>
                </a:lnTo>
                <a:lnTo>
                  <a:pt x="3152" y="1717"/>
                </a:lnTo>
                <a:close/>
                <a:moveTo>
                  <a:pt x="4934" y="1266"/>
                </a:moveTo>
                <a:cubicBezTo>
                  <a:pt x="4934" y="1252"/>
                  <a:pt x="4941" y="1240"/>
                  <a:pt x="4952" y="1232"/>
                </a:cubicBezTo>
                <a:cubicBezTo>
                  <a:pt x="4963" y="1225"/>
                  <a:pt x="4978" y="1224"/>
                  <a:pt x="4990" y="1229"/>
                </a:cubicBezTo>
                <a:lnTo>
                  <a:pt x="5469" y="1436"/>
                </a:lnTo>
                <a:cubicBezTo>
                  <a:pt x="5483" y="1442"/>
                  <a:pt x="5493" y="1457"/>
                  <a:pt x="5493" y="1473"/>
                </a:cubicBezTo>
                <a:lnTo>
                  <a:pt x="5493" y="2187"/>
                </a:lnTo>
                <a:cubicBezTo>
                  <a:pt x="5493" y="2200"/>
                  <a:pt x="5487" y="2212"/>
                  <a:pt x="5477" y="2220"/>
                </a:cubicBezTo>
                <a:cubicBezTo>
                  <a:pt x="5470" y="2225"/>
                  <a:pt x="5461" y="2228"/>
                  <a:pt x="5453" y="2228"/>
                </a:cubicBezTo>
                <a:cubicBezTo>
                  <a:pt x="5449" y="2228"/>
                  <a:pt x="5445" y="2227"/>
                  <a:pt x="5441" y="2226"/>
                </a:cubicBezTo>
                <a:lnTo>
                  <a:pt x="4963" y="2079"/>
                </a:lnTo>
                <a:cubicBezTo>
                  <a:pt x="4946" y="2074"/>
                  <a:pt x="4934" y="2058"/>
                  <a:pt x="4934" y="2040"/>
                </a:cubicBezTo>
                <a:lnTo>
                  <a:pt x="4934" y="1266"/>
                </a:lnTo>
                <a:lnTo>
                  <a:pt x="4934" y="1266"/>
                </a:lnTo>
                <a:close/>
                <a:moveTo>
                  <a:pt x="4934" y="2815"/>
                </a:moveTo>
                <a:cubicBezTo>
                  <a:pt x="4934" y="2803"/>
                  <a:pt x="4939" y="2791"/>
                  <a:pt x="4948" y="2784"/>
                </a:cubicBezTo>
                <a:cubicBezTo>
                  <a:pt x="4958" y="2776"/>
                  <a:pt x="4970" y="2773"/>
                  <a:pt x="4981" y="2775"/>
                </a:cubicBezTo>
                <a:lnTo>
                  <a:pt x="5460" y="2862"/>
                </a:lnTo>
                <a:cubicBezTo>
                  <a:pt x="5479" y="2866"/>
                  <a:pt x="5493" y="2882"/>
                  <a:pt x="5493" y="2902"/>
                </a:cubicBezTo>
                <a:lnTo>
                  <a:pt x="5493" y="3623"/>
                </a:lnTo>
                <a:cubicBezTo>
                  <a:pt x="5493" y="3634"/>
                  <a:pt x="5488" y="3645"/>
                  <a:pt x="5480" y="3653"/>
                </a:cubicBezTo>
                <a:cubicBezTo>
                  <a:pt x="5473" y="3660"/>
                  <a:pt x="5463" y="3664"/>
                  <a:pt x="5453" y="3664"/>
                </a:cubicBezTo>
                <a:cubicBezTo>
                  <a:pt x="5452" y="3664"/>
                  <a:pt x="5451" y="3663"/>
                  <a:pt x="5450" y="3663"/>
                </a:cubicBezTo>
                <a:lnTo>
                  <a:pt x="4971" y="3629"/>
                </a:lnTo>
                <a:cubicBezTo>
                  <a:pt x="4950" y="3628"/>
                  <a:pt x="4934" y="3610"/>
                  <a:pt x="4934" y="3589"/>
                </a:cubicBezTo>
                <a:lnTo>
                  <a:pt x="4934" y="2815"/>
                </a:lnTo>
                <a:close/>
                <a:moveTo>
                  <a:pt x="3688" y="727"/>
                </a:moveTo>
                <a:cubicBezTo>
                  <a:pt x="3688" y="714"/>
                  <a:pt x="3695" y="701"/>
                  <a:pt x="3706" y="694"/>
                </a:cubicBezTo>
                <a:cubicBezTo>
                  <a:pt x="3718" y="686"/>
                  <a:pt x="3732" y="685"/>
                  <a:pt x="3744" y="690"/>
                </a:cubicBezTo>
                <a:lnTo>
                  <a:pt x="4424" y="984"/>
                </a:lnTo>
                <a:cubicBezTo>
                  <a:pt x="4439" y="991"/>
                  <a:pt x="4449" y="1005"/>
                  <a:pt x="4449" y="1021"/>
                </a:cubicBezTo>
                <a:lnTo>
                  <a:pt x="4449" y="1867"/>
                </a:lnTo>
                <a:cubicBezTo>
                  <a:pt x="4449" y="1879"/>
                  <a:pt x="4442" y="1891"/>
                  <a:pt x="4432" y="1899"/>
                </a:cubicBezTo>
                <a:cubicBezTo>
                  <a:pt x="4425" y="1904"/>
                  <a:pt x="4417" y="1907"/>
                  <a:pt x="4408" y="1907"/>
                </a:cubicBezTo>
                <a:cubicBezTo>
                  <a:pt x="4404" y="1907"/>
                  <a:pt x="4400" y="1906"/>
                  <a:pt x="4396" y="1905"/>
                </a:cubicBezTo>
                <a:lnTo>
                  <a:pt x="3717" y="1696"/>
                </a:lnTo>
                <a:cubicBezTo>
                  <a:pt x="3700" y="1691"/>
                  <a:pt x="3688" y="1675"/>
                  <a:pt x="3688" y="1658"/>
                </a:cubicBezTo>
                <a:lnTo>
                  <a:pt x="3688" y="727"/>
                </a:lnTo>
                <a:lnTo>
                  <a:pt x="3688" y="727"/>
                </a:lnTo>
                <a:close/>
                <a:moveTo>
                  <a:pt x="3688" y="3518"/>
                </a:moveTo>
                <a:lnTo>
                  <a:pt x="3688" y="2588"/>
                </a:lnTo>
                <a:cubicBezTo>
                  <a:pt x="3688" y="2576"/>
                  <a:pt x="3694" y="2564"/>
                  <a:pt x="3703" y="2557"/>
                </a:cubicBezTo>
                <a:cubicBezTo>
                  <a:pt x="3712" y="2549"/>
                  <a:pt x="3724" y="2546"/>
                  <a:pt x="3736" y="2548"/>
                </a:cubicBezTo>
                <a:lnTo>
                  <a:pt x="4415" y="2672"/>
                </a:lnTo>
                <a:cubicBezTo>
                  <a:pt x="4434" y="2676"/>
                  <a:pt x="4448" y="2692"/>
                  <a:pt x="4448" y="2712"/>
                </a:cubicBezTo>
                <a:lnTo>
                  <a:pt x="4448" y="3557"/>
                </a:lnTo>
                <a:cubicBezTo>
                  <a:pt x="4448" y="3568"/>
                  <a:pt x="4444" y="3579"/>
                  <a:pt x="4436" y="3586"/>
                </a:cubicBezTo>
                <a:cubicBezTo>
                  <a:pt x="4428" y="3593"/>
                  <a:pt x="4418" y="3597"/>
                  <a:pt x="4408" y="3597"/>
                </a:cubicBezTo>
                <a:cubicBezTo>
                  <a:pt x="4407" y="3597"/>
                  <a:pt x="4407" y="3597"/>
                  <a:pt x="4406" y="3597"/>
                </a:cubicBezTo>
                <a:lnTo>
                  <a:pt x="3726" y="3558"/>
                </a:lnTo>
                <a:cubicBezTo>
                  <a:pt x="3705" y="3557"/>
                  <a:pt x="3688" y="3539"/>
                  <a:pt x="3688" y="3518"/>
                </a:cubicBezTo>
                <a:close/>
                <a:moveTo>
                  <a:pt x="5014" y="6300"/>
                </a:moveTo>
                <a:cubicBezTo>
                  <a:pt x="5014" y="6317"/>
                  <a:pt x="5004" y="6331"/>
                  <a:pt x="4989" y="6338"/>
                </a:cubicBezTo>
                <a:lnTo>
                  <a:pt x="4099" y="6676"/>
                </a:lnTo>
                <a:cubicBezTo>
                  <a:pt x="4094" y="6677"/>
                  <a:pt x="4089" y="6678"/>
                  <a:pt x="4085" y="6678"/>
                </a:cubicBezTo>
                <a:cubicBezTo>
                  <a:pt x="4077" y="6678"/>
                  <a:pt x="4069" y="6676"/>
                  <a:pt x="4062" y="6671"/>
                </a:cubicBezTo>
                <a:cubicBezTo>
                  <a:pt x="4051" y="6664"/>
                  <a:pt x="4045" y="6651"/>
                  <a:pt x="4045" y="6638"/>
                </a:cubicBezTo>
                <a:lnTo>
                  <a:pt x="4045" y="4424"/>
                </a:lnTo>
                <a:cubicBezTo>
                  <a:pt x="4045" y="4403"/>
                  <a:pt x="4061" y="4385"/>
                  <a:pt x="4082" y="4384"/>
                </a:cubicBezTo>
                <a:lnTo>
                  <a:pt x="4972" y="4323"/>
                </a:lnTo>
                <a:cubicBezTo>
                  <a:pt x="4983" y="4323"/>
                  <a:pt x="4994" y="4327"/>
                  <a:pt x="5002" y="4334"/>
                </a:cubicBezTo>
                <a:cubicBezTo>
                  <a:pt x="5010" y="4342"/>
                  <a:pt x="5015" y="4352"/>
                  <a:pt x="5015" y="4364"/>
                </a:cubicBezTo>
                <a:lnTo>
                  <a:pt x="5015" y="6300"/>
                </a:lnTo>
                <a:lnTo>
                  <a:pt x="5014" y="6300"/>
                </a:lnTo>
                <a:close/>
                <a:moveTo>
                  <a:pt x="6087" y="5892"/>
                </a:moveTo>
                <a:cubicBezTo>
                  <a:pt x="6087" y="5909"/>
                  <a:pt x="6076" y="5924"/>
                  <a:pt x="6061" y="5930"/>
                </a:cubicBezTo>
                <a:lnTo>
                  <a:pt x="5467" y="6156"/>
                </a:lnTo>
                <a:cubicBezTo>
                  <a:pt x="5462" y="6157"/>
                  <a:pt x="5458" y="6158"/>
                  <a:pt x="5453" y="6158"/>
                </a:cubicBezTo>
                <a:cubicBezTo>
                  <a:pt x="5445" y="6158"/>
                  <a:pt x="5437" y="6156"/>
                  <a:pt x="5430" y="6151"/>
                </a:cubicBezTo>
                <a:cubicBezTo>
                  <a:pt x="5419" y="6144"/>
                  <a:pt x="5413" y="6131"/>
                  <a:pt x="5413" y="6118"/>
                </a:cubicBezTo>
                <a:lnTo>
                  <a:pt x="5413" y="4331"/>
                </a:lnTo>
                <a:cubicBezTo>
                  <a:pt x="5413" y="4310"/>
                  <a:pt x="5429" y="4293"/>
                  <a:pt x="5450" y="4291"/>
                </a:cubicBezTo>
                <a:lnTo>
                  <a:pt x="6044" y="4251"/>
                </a:lnTo>
                <a:cubicBezTo>
                  <a:pt x="6055" y="4250"/>
                  <a:pt x="6066" y="4254"/>
                  <a:pt x="6074" y="4262"/>
                </a:cubicBezTo>
                <a:cubicBezTo>
                  <a:pt x="6082" y="4269"/>
                  <a:pt x="6087" y="4280"/>
                  <a:pt x="6087" y="4291"/>
                </a:cubicBezTo>
                <a:lnTo>
                  <a:pt x="6087" y="5892"/>
                </a:lnTo>
                <a:close/>
                <a:moveTo>
                  <a:pt x="6258" y="3660"/>
                </a:moveTo>
                <a:cubicBezTo>
                  <a:pt x="6258" y="3671"/>
                  <a:pt x="6253" y="3682"/>
                  <a:pt x="6245" y="3690"/>
                </a:cubicBezTo>
                <a:cubicBezTo>
                  <a:pt x="6238" y="3697"/>
                  <a:pt x="6228" y="3701"/>
                  <a:pt x="6218" y="3701"/>
                </a:cubicBezTo>
                <a:lnTo>
                  <a:pt x="6215" y="3701"/>
                </a:lnTo>
                <a:lnTo>
                  <a:pt x="5860" y="3680"/>
                </a:lnTo>
                <a:cubicBezTo>
                  <a:pt x="5839" y="3679"/>
                  <a:pt x="5822" y="3662"/>
                  <a:pt x="5822" y="3640"/>
                </a:cubicBezTo>
                <a:lnTo>
                  <a:pt x="5822" y="2977"/>
                </a:lnTo>
                <a:cubicBezTo>
                  <a:pt x="5822" y="2965"/>
                  <a:pt x="5828" y="2953"/>
                  <a:pt x="5837" y="2946"/>
                </a:cubicBezTo>
                <a:cubicBezTo>
                  <a:pt x="5846" y="2938"/>
                  <a:pt x="5858" y="2935"/>
                  <a:pt x="5870" y="2937"/>
                </a:cubicBezTo>
                <a:lnTo>
                  <a:pt x="6225" y="3002"/>
                </a:lnTo>
                <a:cubicBezTo>
                  <a:pt x="6244" y="3005"/>
                  <a:pt x="6258" y="3022"/>
                  <a:pt x="6258" y="3041"/>
                </a:cubicBezTo>
                <a:lnTo>
                  <a:pt x="6258" y="3660"/>
                </a:lnTo>
                <a:lnTo>
                  <a:pt x="6258" y="3660"/>
                </a:lnTo>
                <a:close/>
                <a:moveTo>
                  <a:pt x="6258" y="2422"/>
                </a:moveTo>
                <a:cubicBezTo>
                  <a:pt x="6258" y="2435"/>
                  <a:pt x="6252" y="2447"/>
                  <a:pt x="6242" y="2455"/>
                </a:cubicBezTo>
                <a:cubicBezTo>
                  <a:pt x="6235" y="2460"/>
                  <a:pt x="6226" y="2463"/>
                  <a:pt x="6218" y="2463"/>
                </a:cubicBezTo>
                <a:cubicBezTo>
                  <a:pt x="6214" y="2463"/>
                  <a:pt x="6210" y="2462"/>
                  <a:pt x="6206" y="2461"/>
                </a:cubicBezTo>
                <a:lnTo>
                  <a:pt x="5851" y="2352"/>
                </a:lnTo>
                <a:cubicBezTo>
                  <a:pt x="5834" y="2346"/>
                  <a:pt x="5823" y="2331"/>
                  <a:pt x="5823" y="2313"/>
                </a:cubicBezTo>
                <a:lnTo>
                  <a:pt x="5823" y="1650"/>
                </a:lnTo>
                <a:cubicBezTo>
                  <a:pt x="5823" y="1636"/>
                  <a:pt x="5829" y="1624"/>
                  <a:pt x="5841" y="1616"/>
                </a:cubicBezTo>
                <a:cubicBezTo>
                  <a:pt x="5852" y="1609"/>
                  <a:pt x="5866" y="1608"/>
                  <a:pt x="5879" y="1613"/>
                </a:cubicBezTo>
                <a:lnTo>
                  <a:pt x="6234" y="1766"/>
                </a:lnTo>
                <a:cubicBezTo>
                  <a:pt x="6249" y="1773"/>
                  <a:pt x="6258" y="1787"/>
                  <a:pt x="6258" y="1803"/>
                </a:cubicBezTo>
                <a:lnTo>
                  <a:pt x="6258" y="2422"/>
                </a:lnTo>
                <a:lnTo>
                  <a:pt x="6258" y="2422"/>
                </a:lnTo>
                <a:close/>
                <a:moveTo>
                  <a:pt x="6968" y="4762"/>
                </a:moveTo>
                <a:cubicBezTo>
                  <a:pt x="6968" y="4781"/>
                  <a:pt x="6954" y="4798"/>
                  <a:pt x="6935" y="4801"/>
                </a:cubicBezTo>
                <a:lnTo>
                  <a:pt x="6677" y="4851"/>
                </a:lnTo>
                <a:cubicBezTo>
                  <a:pt x="6674" y="4852"/>
                  <a:pt x="6672" y="4852"/>
                  <a:pt x="6669" y="4852"/>
                </a:cubicBezTo>
                <a:cubicBezTo>
                  <a:pt x="6660" y="4852"/>
                  <a:pt x="6651" y="4848"/>
                  <a:pt x="6644" y="4842"/>
                </a:cubicBezTo>
                <a:cubicBezTo>
                  <a:pt x="6635" y="4835"/>
                  <a:pt x="6629" y="4824"/>
                  <a:pt x="6629" y="4812"/>
                </a:cubicBezTo>
                <a:lnTo>
                  <a:pt x="6629" y="4249"/>
                </a:lnTo>
                <a:cubicBezTo>
                  <a:pt x="6629" y="4228"/>
                  <a:pt x="6646" y="4210"/>
                  <a:pt x="6667" y="4209"/>
                </a:cubicBezTo>
                <a:lnTo>
                  <a:pt x="6925" y="4191"/>
                </a:lnTo>
                <a:cubicBezTo>
                  <a:pt x="6936" y="4191"/>
                  <a:pt x="6947" y="4195"/>
                  <a:pt x="6955" y="4202"/>
                </a:cubicBezTo>
                <a:cubicBezTo>
                  <a:pt x="6963" y="4210"/>
                  <a:pt x="6968" y="4220"/>
                  <a:pt x="6968" y="4232"/>
                </a:cubicBezTo>
                <a:lnTo>
                  <a:pt x="6968" y="4762"/>
                </a:lnTo>
                <a:lnTo>
                  <a:pt x="6968" y="4762"/>
                </a:lnTo>
                <a:close/>
                <a:moveTo>
                  <a:pt x="6968" y="3701"/>
                </a:moveTo>
                <a:cubicBezTo>
                  <a:pt x="6968" y="3712"/>
                  <a:pt x="6963" y="3723"/>
                  <a:pt x="6955" y="3730"/>
                </a:cubicBezTo>
                <a:cubicBezTo>
                  <a:pt x="6947" y="3737"/>
                  <a:pt x="6938" y="3741"/>
                  <a:pt x="6927" y="3741"/>
                </a:cubicBezTo>
                <a:lnTo>
                  <a:pt x="6925" y="3741"/>
                </a:lnTo>
                <a:lnTo>
                  <a:pt x="6667" y="3726"/>
                </a:lnTo>
                <a:cubicBezTo>
                  <a:pt x="6646" y="3725"/>
                  <a:pt x="6629" y="3708"/>
                  <a:pt x="6629" y="3686"/>
                </a:cubicBezTo>
                <a:lnTo>
                  <a:pt x="6629" y="3124"/>
                </a:lnTo>
                <a:cubicBezTo>
                  <a:pt x="6629" y="3112"/>
                  <a:pt x="6634" y="3101"/>
                  <a:pt x="6644" y="3093"/>
                </a:cubicBezTo>
                <a:cubicBezTo>
                  <a:pt x="6653" y="3085"/>
                  <a:pt x="6665" y="3082"/>
                  <a:pt x="6677" y="3084"/>
                </a:cubicBezTo>
                <a:lnTo>
                  <a:pt x="6934" y="3131"/>
                </a:lnTo>
                <a:cubicBezTo>
                  <a:pt x="6953" y="3135"/>
                  <a:pt x="6967" y="3151"/>
                  <a:pt x="6967" y="3171"/>
                </a:cubicBezTo>
                <a:lnTo>
                  <a:pt x="6967" y="3701"/>
                </a:lnTo>
                <a:lnTo>
                  <a:pt x="6968" y="3701"/>
                </a:lnTo>
                <a:close/>
                <a:moveTo>
                  <a:pt x="7404" y="4678"/>
                </a:moveTo>
                <a:cubicBezTo>
                  <a:pt x="7404" y="4697"/>
                  <a:pt x="7390" y="4714"/>
                  <a:pt x="7371" y="4717"/>
                </a:cubicBezTo>
                <a:lnTo>
                  <a:pt x="7165" y="4757"/>
                </a:lnTo>
                <a:cubicBezTo>
                  <a:pt x="7162" y="4757"/>
                  <a:pt x="7160" y="4758"/>
                  <a:pt x="7157" y="4758"/>
                </a:cubicBezTo>
                <a:cubicBezTo>
                  <a:pt x="7148" y="4758"/>
                  <a:pt x="7139" y="4754"/>
                  <a:pt x="7132" y="4748"/>
                </a:cubicBezTo>
                <a:cubicBezTo>
                  <a:pt x="7122" y="4741"/>
                  <a:pt x="7117" y="4729"/>
                  <a:pt x="7117" y="4717"/>
                </a:cubicBezTo>
                <a:lnTo>
                  <a:pt x="7117" y="4216"/>
                </a:lnTo>
                <a:cubicBezTo>
                  <a:pt x="7117" y="4195"/>
                  <a:pt x="7134" y="4177"/>
                  <a:pt x="7155" y="4176"/>
                </a:cubicBezTo>
                <a:lnTo>
                  <a:pt x="7361" y="4162"/>
                </a:lnTo>
                <a:cubicBezTo>
                  <a:pt x="7372" y="4161"/>
                  <a:pt x="7383" y="4165"/>
                  <a:pt x="7391" y="4172"/>
                </a:cubicBezTo>
                <a:cubicBezTo>
                  <a:pt x="7399" y="4180"/>
                  <a:pt x="7404" y="4191"/>
                  <a:pt x="7404" y="4202"/>
                </a:cubicBezTo>
                <a:lnTo>
                  <a:pt x="7404" y="4678"/>
                </a:lnTo>
                <a:lnTo>
                  <a:pt x="7404" y="4678"/>
                </a:lnTo>
                <a:close/>
                <a:moveTo>
                  <a:pt x="7404" y="3726"/>
                </a:moveTo>
                <a:cubicBezTo>
                  <a:pt x="7404" y="3737"/>
                  <a:pt x="7399" y="3748"/>
                  <a:pt x="7391" y="3755"/>
                </a:cubicBezTo>
                <a:cubicBezTo>
                  <a:pt x="7384" y="3762"/>
                  <a:pt x="7374" y="3766"/>
                  <a:pt x="7364" y="3766"/>
                </a:cubicBezTo>
                <a:cubicBezTo>
                  <a:pt x="7363" y="3766"/>
                  <a:pt x="7362" y="3766"/>
                  <a:pt x="7361" y="3766"/>
                </a:cubicBezTo>
                <a:lnTo>
                  <a:pt x="7155" y="3754"/>
                </a:lnTo>
                <a:cubicBezTo>
                  <a:pt x="7134" y="3753"/>
                  <a:pt x="7117" y="3736"/>
                  <a:pt x="7117" y="3714"/>
                </a:cubicBezTo>
                <a:lnTo>
                  <a:pt x="7117" y="3219"/>
                </a:lnTo>
                <a:cubicBezTo>
                  <a:pt x="7117" y="3207"/>
                  <a:pt x="7122" y="3196"/>
                  <a:pt x="7131" y="3188"/>
                </a:cubicBezTo>
                <a:cubicBezTo>
                  <a:pt x="7140" y="3181"/>
                  <a:pt x="7152" y="3177"/>
                  <a:pt x="7164" y="3179"/>
                </a:cubicBezTo>
                <a:lnTo>
                  <a:pt x="7370" y="3210"/>
                </a:lnTo>
                <a:cubicBezTo>
                  <a:pt x="7390" y="3213"/>
                  <a:pt x="7404" y="3230"/>
                  <a:pt x="7404" y="3250"/>
                </a:cubicBezTo>
                <a:lnTo>
                  <a:pt x="7404" y="3726"/>
                </a:lnTo>
                <a:lnTo>
                  <a:pt x="7404" y="3726"/>
                </a:lnTo>
                <a:close/>
              </a:path>
            </a:pathLst>
          </a:custGeom>
          <a:solidFill>
            <a:srgbClr val="FFFFFF"/>
          </a:solidFill>
        </p:spPr>
        <p:txBody>
          <a:bodyPr vert="horz" wrap="square" lIns="91440" tIns="45720" rIns="91440" bIns="45720" anchor="t">
            <a:normAutofit/>
          </a:bodyPr>
          <a:lstStyle/>
          <a:p>
            <a:pPr marL="0" algn="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399" y="1163301"/>
            <a:ext cx="10858500" cy="2649655"/>
          </a:xfrm>
        </p:spPr>
        <p:txBody>
          <a:bodyPr vert="horz" lIns="91440" tIns="45720" rIns="91440" bIns="45720" anchor="b">
            <a:normAutofit/>
          </a:bodyPr>
          <a:lstStyle/>
          <a:p>
            <a:pPr algn="ctr">
              <a:lnSpc>
                <a:spcPct val="100000"/>
              </a:lnSpc>
              <a:spcBef>
                <a:spcPct val="0"/>
              </a:spcBef>
            </a:pPr>
            <a:r>
              <a:rPr lang="zh-CN" altLang="en-US" sz="7200" b="1" i="0" u="none" baseline="0" dirty="0">
                <a:solidFill>
                  <a:srgbClr val="000000"/>
                </a:solidFill>
                <a:latin typeface="微软雅黑"/>
                <a:ea typeface="微软雅黑"/>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778495"/>
      </a:dk2>
      <a:lt2>
        <a:srgbClr val="F0F0F0"/>
      </a:lt2>
      <a:accent1>
        <a:srgbClr val="FF9A2C"/>
      </a:accent1>
      <a:accent2>
        <a:srgbClr val="FFC717"/>
      </a:accent2>
      <a:accent3>
        <a:srgbClr val="FF5900"/>
      </a:accent3>
      <a:accent4>
        <a:srgbClr val="2B4BA9"/>
      </a:accent4>
      <a:accent5>
        <a:srgbClr val="A5A5A5"/>
      </a:accent5>
      <a:accent6>
        <a:srgbClr val="C9C9C9"/>
      </a:accent6>
      <a:hlink>
        <a:srgbClr val="FF9A2C"/>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6041</Words>
  <Application>Microsoft Macintosh PowerPoint</Application>
  <PresentationFormat>Widescreen</PresentationFormat>
  <Paragraphs>99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微软雅黑</vt:lpstr>
      <vt:lpstr>Arial</vt:lpstr>
      <vt:lpstr>Calibri</vt:lpstr>
      <vt:lpstr>Office Theme</vt:lpstr>
      <vt:lpstr>Web Programming</vt:lpstr>
      <vt:lpstr>PowerPoint Presentation</vt:lpstr>
      <vt:lpstr>Introduction to Web Programming</vt:lpstr>
      <vt:lpstr>Definition and Importance</vt:lpstr>
      <vt:lpstr>Key Components</vt:lpstr>
      <vt:lpstr>Front-End Development</vt:lpstr>
      <vt:lpstr>User Interface Design</vt:lpstr>
      <vt:lpstr>Tools and Technologies</vt:lpstr>
      <vt:lpstr>Back-End Development</vt:lpstr>
      <vt:lpstr>Server-Side Logic</vt:lpstr>
      <vt:lpstr>Frameworks and Their Use</vt:lpstr>
      <vt:lpstr>Database Management</vt:lpstr>
      <vt:lpstr>Importance of Databases</vt:lpstr>
      <vt:lpstr>Example Technologies</vt:lpstr>
      <vt:lpstr>Web Development Process</vt:lpstr>
      <vt:lpstr>Stages of Development</vt:lpstr>
      <vt:lpstr>PowerPoint Presentation</vt:lpstr>
      <vt:lpstr>Deployment and Maintenance</vt:lpstr>
      <vt:lpstr>PowerPoint Presentation</vt:lpstr>
      <vt:lpstr>Ongoing Maintenance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Azzam Al FaruQ</cp:lastModifiedBy>
  <cp:revision>3</cp:revision>
  <dcterms:created xsi:type="dcterms:W3CDTF">2006-08-16T00:00:00Z</dcterms:created>
  <dcterms:modified xsi:type="dcterms:W3CDTF">2024-11-19T12:26:52Z</dcterms:modified>
</cp:coreProperties>
</file>